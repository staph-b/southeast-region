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omments/modernComment_108_C00624B3.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7" r:id="rId3"/>
    <p:sldId id="259" r:id="rId4"/>
    <p:sldId id="260" r:id="rId5"/>
    <p:sldId id="261" r:id="rId6"/>
    <p:sldId id="262" r:id="rId7"/>
    <p:sldId id="264" r:id="rId8"/>
    <p:sldId id="269" r:id="rId9"/>
    <p:sldId id="270" r:id="rId10"/>
    <p:sldId id="271" r:id="rId11"/>
    <p:sldId id="272" r:id="rId12"/>
    <p:sldId id="273" r:id="rId13"/>
    <p:sldId id="274" r:id="rId14"/>
    <p:sldId id="277" r:id="rId15"/>
    <p:sldId id="275" r:id="rId16"/>
    <p:sldId id="276" r:id="rId17"/>
    <p:sldId id="278" r:id="rId18"/>
    <p:sldId id="279" r:id="rId19"/>
    <p:sldId id="280" r:id="rId20"/>
    <p:sldId id="281" r:id="rId21"/>
    <p:sldId id="282" r:id="rId22"/>
    <p:sldId id="284" r:id="rId23"/>
    <p:sldId id="283" r:id="rId24"/>
    <p:sldId id="29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D43CA0E-F221-EB06-8AE8-63C9A960C8AB}" name="Mitchell, Molly" initials="MM" userId="S::molly.mitchell@flhealth.gov::98f167f1-e2c8-48d3-9306-15ff9138877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2E3E1"/>
    <a:srgbClr val="E2A5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4660"/>
  </p:normalViewPr>
  <p:slideViewPr>
    <p:cSldViewPr snapToGrid="0">
      <p:cViewPr varScale="1">
        <p:scale>
          <a:sx n="79" d="100"/>
          <a:sy n="79" d="100"/>
        </p:scale>
        <p:origin x="76" y="1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8/10/relationships/authors" Targe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engala, Nikhil" userId="b3d7c120-5e59-41bf-a61f-3240f88b825d" providerId="ADAL" clId="{3B3280C4-F3F8-496A-8BCB-4738A83E35A6}"/>
    <pc:docChg chg="undo custSel addSld delSld modSld sldOrd">
      <pc:chgData name="Yengala, Nikhil" userId="b3d7c120-5e59-41bf-a61f-3240f88b825d" providerId="ADAL" clId="{3B3280C4-F3F8-496A-8BCB-4738A83E35A6}" dt="2026-01-15T19:52:33.952" v="893" actId="20577"/>
      <pc:docMkLst>
        <pc:docMk/>
      </pc:docMkLst>
      <pc:sldChg chg="addSp modSp del mod">
        <pc:chgData name="Yengala, Nikhil" userId="b3d7c120-5e59-41bf-a61f-3240f88b825d" providerId="ADAL" clId="{3B3280C4-F3F8-496A-8BCB-4738A83E35A6}" dt="2026-01-14T21:11:42.291" v="868" actId="47"/>
        <pc:sldMkLst>
          <pc:docMk/>
          <pc:sldMk cId="1378068126" sldId="256"/>
        </pc:sldMkLst>
      </pc:sldChg>
      <pc:sldChg chg="addSp modSp add mod">
        <pc:chgData name="Yengala, Nikhil" userId="b3d7c120-5e59-41bf-a61f-3240f88b825d" providerId="ADAL" clId="{3B3280C4-F3F8-496A-8BCB-4738A83E35A6}" dt="2026-01-13T17:50:43.809" v="199" actId="2711"/>
        <pc:sldMkLst>
          <pc:docMk/>
          <pc:sldMk cId="2129858625" sldId="257"/>
        </pc:sldMkLst>
        <pc:spChg chg="mod">
          <ac:chgData name="Yengala, Nikhil" userId="b3d7c120-5e59-41bf-a61f-3240f88b825d" providerId="ADAL" clId="{3B3280C4-F3F8-496A-8BCB-4738A83E35A6}" dt="2026-01-13T17:50:43.809" v="199" actId="2711"/>
          <ac:spMkLst>
            <pc:docMk/>
            <pc:sldMk cId="2129858625" sldId="257"/>
            <ac:spMk id="2" creationId="{6DF6FDD7-7ECF-8E5A-59EC-2E13C69D0394}"/>
          </ac:spMkLst>
        </pc:spChg>
        <pc:spChg chg="mod">
          <ac:chgData name="Yengala, Nikhil" userId="b3d7c120-5e59-41bf-a61f-3240f88b825d" providerId="ADAL" clId="{3B3280C4-F3F8-496A-8BCB-4738A83E35A6}" dt="2026-01-13T17:50:25.632" v="198" actId="2711"/>
          <ac:spMkLst>
            <pc:docMk/>
            <pc:sldMk cId="2129858625" sldId="257"/>
            <ac:spMk id="3" creationId="{76B217AE-1AB5-CE84-C97E-76C28DC419D1}"/>
          </ac:spMkLst>
        </pc:spChg>
        <pc:spChg chg="add mod">
          <ac:chgData name="Yengala, Nikhil" userId="b3d7c120-5e59-41bf-a61f-3240f88b825d" providerId="ADAL" clId="{3B3280C4-F3F8-496A-8BCB-4738A83E35A6}" dt="2026-01-12T19:27:03.958" v="75" actId="113"/>
          <ac:spMkLst>
            <pc:docMk/>
            <pc:sldMk cId="2129858625" sldId="257"/>
            <ac:spMk id="4" creationId="{5A83629B-F11C-9C60-39CF-06184F7363A1}"/>
          </ac:spMkLst>
        </pc:spChg>
      </pc:sldChg>
      <pc:sldChg chg="addSp delSp modSp add mod modClrScheme chgLayout">
        <pc:chgData name="Yengala, Nikhil" userId="b3d7c120-5e59-41bf-a61f-3240f88b825d" providerId="ADAL" clId="{3B3280C4-F3F8-496A-8BCB-4738A83E35A6}" dt="2026-01-12T19:39:45.797" v="107" actId="12789"/>
        <pc:sldMkLst>
          <pc:docMk/>
          <pc:sldMk cId="1281422750" sldId="259"/>
        </pc:sldMkLst>
        <pc:spChg chg="add mod">
          <ac:chgData name="Yengala, Nikhil" userId="b3d7c120-5e59-41bf-a61f-3240f88b825d" providerId="ADAL" clId="{3B3280C4-F3F8-496A-8BCB-4738A83E35A6}" dt="2026-01-12T19:39:45.797" v="107" actId="12789"/>
          <ac:spMkLst>
            <pc:docMk/>
            <pc:sldMk cId="1281422750" sldId="259"/>
            <ac:spMk id="5" creationId="{E93DB3A1-CA8D-62B2-9C1B-CE02B75A3AED}"/>
          </ac:spMkLst>
        </pc:spChg>
      </pc:sldChg>
      <pc:sldChg chg="addSp delSp modSp add mod modClrScheme modAnim chgLayout">
        <pc:chgData name="Yengala, Nikhil" userId="b3d7c120-5e59-41bf-a61f-3240f88b825d" providerId="ADAL" clId="{3B3280C4-F3F8-496A-8BCB-4738A83E35A6}" dt="2026-01-15T19:52:33.952" v="893" actId="20577"/>
        <pc:sldMkLst>
          <pc:docMk/>
          <pc:sldMk cId="1760483998" sldId="260"/>
        </pc:sldMkLst>
        <pc:spChg chg="add mod">
          <ac:chgData name="Yengala, Nikhil" userId="b3d7c120-5e59-41bf-a61f-3240f88b825d" providerId="ADAL" clId="{3B3280C4-F3F8-496A-8BCB-4738A83E35A6}" dt="2026-01-13T17:58:03.499" v="237" actId="14100"/>
          <ac:spMkLst>
            <pc:docMk/>
            <pc:sldMk cId="1760483998" sldId="260"/>
            <ac:spMk id="4" creationId="{FA0B5490-7D15-975A-8DE0-C6ABC476DC42}"/>
          </ac:spMkLst>
        </pc:spChg>
        <pc:spChg chg="add mod">
          <ac:chgData name="Yengala, Nikhil" userId="b3d7c120-5e59-41bf-a61f-3240f88b825d" providerId="ADAL" clId="{3B3280C4-F3F8-496A-8BCB-4738A83E35A6}" dt="2026-01-15T19:52:33.952" v="893" actId="20577"/>
          <ac:spMkLst>
            <pc:docMk/>
            <pc:sldMk cId="1760483998" sldId="260"/>
            <ac:spMk id="6" creationId="{33B246E1-18AF-86F1-B357-E26953E5B61E}"/>
          </ac:spMkLst>
        </pc:spChg>
        <pc:picChg chg="add mod">
          <ac:chgData name="Yengala, Nikhil" userId="b3d7c120-5e59-41bf-a61f-3240f88b825d" providerId="ADAL" clId="{3B3280C4-F3F8-496A-8BCB-4738A83E35A6}" dt="2026-01-12T23:21:22.879" v="195"/>
          <ac:picMkLst>
            <pc:docMk/>
            <pc:sldMk cId="1760483998" sldId="260"/>
            <ac:picMk id="5" creationId="{CE52094A-F325-51A9-3F3D-81B4F63B5B96}"/>
          </ac:picMkLst>
        </pc:picChg>
      </pc:sldChg>
      <pc:sldChg chg="addSp delSp modSp add mod modAnim">
        <pc:chgData name="Yengala, Nikhil" userId="b3d7c120-5e59-41bf-a61f-3240f88b825d" providerId="ADAL" clId="{3B3280C4-F3F8-496A-8BCB-4738A83E35A6}" dt="2026-01-13T19:31:23.575" v="288" actId="14100"/>
        <pc:sldMkLst>
          <pc:docMk/>
          <pc:sldMk cId="2802272429" sldId="261"/>
        </pc:sldMkLst>
        <pc:spChg chg="add mod">
          <ac:chgData name="Yengala, Nikhil" userId="b3d7c120-5e59-41bf-a61f-3240f88b825d" providerId="ADAL" clId="{3B3280C4-F3F8-496A-8BCB-4738A83E35A6}" dt="2026-01-13T19:31:23.575" v="288" actId="14100"/>
          <ac:spMkLst>
            <pc:docMk/>
            <pc:sldMk cId="2802272429" sldId="261"/>
            <ac:spMk id="2" creationId="{004682DC-4542-CF4A-530F-A8EFBC659297}"/>
          </ac:spMkLst>
        </pc:spChg>
        <pc:spChg chg="mod">
          <ac:chgData name="Yengala, Nikhil" userId="b3d7c120-5e59-41bf-a61f-3240f88b825d" providerId="ADAL" clId="{3B3280C4-F3F8-496A-8BCB-4738A83E35A6}" dt="2026-01-12T23:04:22.375" v="126" actId="165"/>
          <ac:spMkLst>
            <pc:docMk/>
            <pc:sldMk cId="2802272429" sldId="261"/>
            <ac:spMk id="149" creationId="{6F16AD25-64D8-E78D-33A5-4596629858FC}"/>
          </ac:spMkLst>
        </pc:spChg>
        <pc:spChg chg="mod">
          <ac:chgData name="Yengala, Nikhil" userId="b3d7c120-5e59-41bf-a61f-3240f88b825d" providerId="ADAL" clId="{3B3280C4-F3F8-496A-8BCB-4738A83E35A6}" dt="2026-01-12T23:04:22.375" v="126" actId="165"/>
          <ac:spMkLst>
            <pc:docMk/>
            <pc:sldMk cId="2802272429" sldId="261"/>
            <ac:spMk id="151" creationId="{FE8B8082-C373-066E-D847-557AF83DFB38}"/>
          </ac:spMkLst>
        </pc:spChg>
        <pc:spChg chg="mod">
          <ac:chgData name="Yengala, Nikhil" userId="b3d7c120-5e59-41bf-a61f-3240f88b825d" providerId="ADAL" clId="{3B3280C4-F3F8-496A-8BCB-4738A83E35A6}" dt="2026-01-12T23:04:22.375" v="126" actId="165"/>
          <ac:spMkLst>
            <pc:docMk/>
            <pc:sldMk cId="2802272429" sldId="261"/>
            <ac:spMk id="154" creationId="{AF27E537-FC07-E4B4-BAB2-1BB558B8F5E7}"/>
          </ac:spMkLst>
        </pc:spChg>
        <pc:spChg chg="mod">
          <ac:chgData name="Yengala, Nikhil" userId="b3d7c120-5e59-41bf-a61f-3240f88b825d" providerId="ADAL" clId="{3B3280C4-F3F8-496A-8BCB-4738A83E35A6}" dt="2026-01-12T23:04:22.375" v="126" actId="165"/>
          <ac:spMkLst>
            <pc:docMk/>
            <pc:sldMk cId="2802272429" sldId="261"/>
            <ac:spMk id="155" creationId="{6FBF868B-7503-79A8-AAFC-4A98073A4C98}"/>
          </ac:spMkLst>
        </pc:spChg>
        <pc:spChg chg="mod">
          <ac:chgData name="Yengala, Nikhil" userId="b3d7c120-5e59-41bf-a61f-3240f88b825d" providerId="ADAL" clId="{3B3280C4-F3F8-496A-8BCB-4738A83E35A6}" dt="2026-01-12T23:04:22.375" v="126" actId="165"/>
          <ac:spMkLst>
            <pc:docMk/>
            <pc:sldMk cId="2802272429" sldId="261"/>
            <ac:spMk id="161" creationId="{E4CF3B53-8B5E-7455-B64E-BFEF2B4DE7BA}"/>
          </ac:spMkLst>
        </pc:spChg>
        <pc:spChg chg="mod">
          <ac:chgData name="Yengala, Nikhil" userId="b3d7c120-5e59-41bf-a61f-3240f88b825d" providerId="ADAL" clId="{3B3280C4-F3F8-496A-8BCB-4738A83E35A6}" dt="2026-01-12T23:04:22.375" v="126" actId="165"/>
          <ac:spMkLst>
            <pc:docMk/>
            <pc:sldMk cId="2802272429" sldId="261"/>
            <ac:spMk id="170" creationId="{13CCBF8E-D082-1BFA-2E4E-FCB1E8A17EDB}"/>
          </ac:spMkLst>
        </pc:spChg>
        <pc:spChg chg="mod">
          <ac:chgData name="Yengala, Nikhil" userId="b3d7c120-5e59-41bf-a61f-3240f88b825d" providerId="ADAL" clId="{3B3280C4-F3F8-496A-8BCB-4738A83E35A6}" dt="2026-01-12T23:04:22.375" v="126" actId="165"/>
          <ac:spMkLst>
            <pc:docMk/>
            <pc:sldMk cId="2802272429" sldId="261"/>
            <ac:spMk id="178" creationId="{04F14BC1-3269-DF41-0F7A-1DE55E079224}"/>
          </ac:spMkLst>
        </pc:spChg>
        <pc:spChg chg="mod">
          <ac:chgData name="Yengala, Nikhil" userId="b3d7c120-5e59-41bf-a61f-3240f88b825d" providerId="ADAL" clId="{3B3280C4-F3F8-496A-8BCB-4738A83E35A6}" dt="2026-01-12T23:04:22.375" v="126" actId="165"/>
          <ac:spMkLst>
            <pc:docMk/>
            <pc:sldMk cId="2802272429" sldId="261"/>
            <ac:spMk id="179" creationId="{46FC264A-87AC-48BA-2F28-77DD527755F2}"/>
          </ac:spMkLst>
        </pc:spChg>
        <pc:spChg chg="mod">
          <ac:chgData name="Yengala, Nikhil" userId="b3d7c120-5e59-41bf-a61f-3240f88b825d" providerId="ADAL" clId="{3B3280C4-F3F8-496A-8BCB-4738A83E35A6}" dt="2026-01-12T23:04:22.375" v="126" actId="165"/>
          <ac:spMkLst>
            <pc:docMk/>
            <pc:sldMk cId="2802272429" sldId="261"/>
            <ac:spMk id="193" creationId="{8C74FDF5-9B89-AD75-2AB5-9DBE84189E2E}"/>
          </ac:spMkLst>
        </pc:spChg>
        <pc:spChg chg="mod">
          <ac:chgData name="Yengala, Nikhil" userId="b3d7c120-5e59-41bf-a61f-3240f88b825d" providerId="ADAL" clId="{3B3280C4-F3F8-496A-8BCB-4738A83E35A6}" dt="2026-01-12T23:04:22.375" v="126" actId="165"/>
          <ac:spMkLst>
            <pc:docMk/>
            <pc:sldMk cId="2802272429" sldId="261"/>
            <ac:spMk id="205" creationId="{B9591558-B985-DF43-504D-B40180EB36F2}"/>
          </ac:spMkLst>
        </pc:spChg>
        <pc:picChg chg="add mod">
          <ac:chgData name="Yengala, Nikhil" userId="b3d7c120-5e59-41bf-a61f-3240f88b825d" providerId="ADAL" clId="{3B3280C4-F3F8-496A-8BCB-4738A83E35A6}" dt="2026-01-12T23:21:15.157" v="194"/>
          <ac:picMkLst>
            <pc:docMk/>
            <pc:sldMk cId="2802272429" sldId="261"/>
            <ac:picMk id="212" creationId="{48CC5A63-8BE7-07DF-5E69-CDDE88F0B53D}"/>
          </ac:picMkLst>
        </pc:picChg>
      </pc:sldChg>
      <pc:sldChg chg="addSp delSp modSp add mod ord">
        <pc:chgData name="Yengala, Nikhil" userId="b3d7c120-5e59-41bf-a61f-3240f88b825d" providerId="ADAL" clId="{3B3280C4-F3F8-496A-8BCB-4738A83E35A6}" dt="2026-01-13T20:07:04.654" v="344" actId="1076"/>
        <pc:sldMkLst>
          <pc:docMk/>
          <pc:sldMk cId="152338524" sldId="262"/>
        </pc:sldMkLst>
        <pc:spChg chg="add mod">
          <ac:chgData name="Yengala, Nikhil" userId="b3d7c120-5e59-41bf-a61f-3240f88b825d" providerId="ADAL" clId="{3B3280C4-F3F8-496A-8BCB-4738A83E35A6}" dt="2026-01-13T20:07:04.654" v="344" actId="1076"/>
          <ac:spMkLst>
            <pc:docMk/>
            <pc:sldMk cId="152338524" sldId="262"/>
            <ac:spMk id="5" creationId="{BBB47CD3-FCD3-B686-DE3C-7E5A29D5AE18}"/>
          </ac:spMkLst>
        </pc:spChg>
        <pc:spChg chg="add mod">
          <ac:chgData name="Yengala, Nikhil" userId="b3d7c120-5e59-41bf-a61f-3240f88b825d" providerId="ADAL" clId="{3B3280C4-F3F8-496A-8BCB-4738A83E35A6}" dt="2026-01-13T20:06:49.238" v="343" actId="12789"/>
          <ac:spMkLst>
            <pc:docMk/>
            <pc:sldMk cId="152338524" sldId="262"/>
            <ac:spMk id="8" creationId="{F9D92ED4-977A-BE95-56A7-2E650FD7D668}"/>
          </ac:spMkLst>
        </pc:spChg>
        <pc:picChg chg="add mod">
          <ac:chgData name="Yengala, Nikhil" userId="b3d7c120-5e59-41bf-a61f-3240f88b825d" providerId="ADAL" clId="{3B3280C4-F3F8-496A-8BCB-4738A83E35A6}" dt="2026-01-12T23:21:24.507" v="196"/>
          <ac:picMkLst>
            <pc:docMk/>
            <pc:sldMk cId="152338524" sldId="262"/>
            <ac:picMk id="4" creationId="{DFD93866-064F-B89D-9B31-41E49A751C19}"/>
          </ac:picMkLst>
        </pc:picChg>
      </pc:sldChg>
      <pc:sldChg chg="delSp modSp add mod ord">
        <pc:chgData name="Yengala, Nikhil" userId="b3d7c120-5e59-41bf-a61f-3240f88b825d" providerId="ADAL" clId="{3B3280C4-F3F8-496A-8BCB-4738A83E35A6}" dt="2026-01-13T17:52:42.248" v="217" actId="1076"/>
        <pc:sldMkLst>
          <pc:docMk/>
          <pc:sldMk cId="1920890613" sldId="263"/>
        </pc:sldMkLst>
      </pc:sldChg>
      <pc:sldChg chg="addSp delSp modSp add mod ord">
        <pc:chgData name="Yengala, Nikhil" userId="b3d7c120-5e59-41bf-a61f-3240f88b825d" providerId="ADAL" clId="{3B3280C4-F3F8-496A-8BCB-4738A83E35A6}" dt="2026-01-15T15:38:42.804" v="887" actId="14100"/>
        <pc:sldMkLst>
          <pc:docMk/>
          <pc:sldMk cId="3221628083" sldId="264"/>
        </pc:sldMkLst>
        <pc:spChg chg="mod">
          <ac:chgData name="Yengala, Nikhil" userId="b3d7c120-5e59-41bf-a61f-3240f88b825d" providerId="ADAL" clId="{3B3280C4-F3F8-496A-8BCB-4738A83E35A6}" dt="2026-01-13T21:00:46.604" v="355" actId="1076"/>
          <ac:spMkLst>
            <pc:docMk/>
            <pc:sldMk cId="3221628083" sldId="264"/>
            <ac:spMk id="5" creationId="{8894A9A0-52CC-C9BE-D848-AAD8566FB138}"/>
          </ac:spMkLst>
        </pc:spChg>
        <pc:spChg chg="add mod">
          <ac:chgData name="Yengala, Nikhil" userId="b3d7c120-5e59-41bf-a61f-3240f88b825d" providerId="ADAL" clId="{3B3280C4-F3F8-496A-8BCB-4738A83E35A6}" dt="2026-01-15T15:38:42.804" v="887" actId="14100"/>
          <ac:spMkLst>
            <pc:docMk/>
            <pc:sldMk cId="3221628083" sldId="264"/>
            <ac:spMk id="7" creationId="{EB38AD1B-4372-11A5-EF55-92D1A6D84E62}"/>
          </ac:spMkLst>
        </pc:spChg>
        <pc:spChg chg="add mod">
          <ac:chgData name="Yengala, Nikhil" userId="b3d7c120-5e59-41bf-a61f-3240f88b825d" providerId="ADAL" clId="{3B3280C4-F3F8-496A-8BCB-4738A83E35A6}" dt="2026-01-13T22:22:34.997" v="413" actId="208"/>
          <ac:spMkLst>
            <pc:docMk/>
            <pc:sldMk cId="3221628083" sldId="264"/>
            <ac:spMk id="20" creationId="{ECE7EF45-0F63-76C7-0F09-8B603E484A07}"/>
          </ac:spMkLst>
        </pc:spChg>
        <pc:picChg chg="add mod">
          <ac:chgData name="Yengala, Nikhil" userId="b3d7c120-5e59-41bf-a61f-3240f88b825d" providerId="ADAL" clId="{3B3280C4-F3F8-496A-8BCB-4738A83E35A6}" dt="2026-01-13T22:11:53.490" v="393" actId="1076"/>
          <ac:picMkLst>
            <pc:docMk/>
            <pc:sldMk cId="3221628083" sldId="264"/>
            <ac:picMk id="6" creationId="{A44D9A70-82D9-ED09-D57C-924314043D00}"/>
          </ac:picMkLst>
        </pc:picChg>
        <pc:picChg chg="add mod modCrop">
          <ac:chgData name="Yengala, Nikhil" userId="b3d7c120-5e59-41bf-a61f-3240f88b825d" providerId="ADAL" clId="{3B3280C4-F3F8-496A-8BCB-4738A83E35A6}" dt="2026-01-13T22:23:48.210" v="417" actId="732"/>
          <ac:picMkLst>
            <pc:docMk/>
            <pc:sldMk cId="3221628083" sldId="264"/>
            <ac:picMk id="13" creationId="{E23C3397-2EF0-B451-21CD-EC664C5BB920}"/>
          </ac:picMkLst>
        </pc:picChg>
        <pc:cxnChg chg="add mod">
          <ac:chgData name="Yengala, Nikhil" userId="b3d7c120-5e59-41bf-a61f-3240f88b825d" providerId="ADAL" clId="{3B3280C4-F3F8-496A-8BCB-4738A83E35A6}" dt="2026-01-15T15:38:42.804" v="887" actId="14100"/>
          <ac:cxnSpMkLst>
            <pc:docMk/>
            <pc:sldMk cId="3221628083" sldId="264"/>
            <ac:cxnSpMk id="9" creationId="{5DA71AFA-5C47-62A8-ABB5-272F8D894AD2}"/>
          </ac:cxnSpMkLst>
        </pc:cxnChg>
        <pc:cxnChg chg="add mod">
          <ac:chgData name="Yengala, Nikhil" userId="b3d7c120-5e59-41bf-a61f-3240f88b825d" providerId="ADAL" clId="{3B3280C4-F3F8-496A-8BCB-4738A83E35A6}" dt="2026-01-15T15:38:42.804" v="887" actId="14100"/>
          <ac:cxnSpMkLst>
            <pc:docMk/>
            <pc:sldMk cId="3221628083" sldId="264"/>
            <ac:cxnSpMk id="15" creationId="{CF1B3B51-C721-C841-98E1-B063CC45E0E5}"/>
          </ac:cxnSpMkLst>
        </pc:cxnChg>
        <pc:cxnChg chg="add mod">
          <ac:chgData name="Yengala, Nikhil" userId="b3d7c120-5e59-41bf-a61f-3240f88b825d" providerId="ADAL" clId="{3B3280C4-F3F8-496A-8BCB-4738A83E35A6}" dt="2026-01-13T22:23:48.210" v="417" actId="732"/>
          <ac:cxnSpMkLst>
            <pc:docMk/>
            <pc:sldMk cId="3221628083" sldId="264"/>
            <ac:cxnSpMk id="18" creationId="{5129B8BF-FE78-2C6E-0448-B42BC54B60A8}"/>
          </ac:cxnSpMkLst>
        </pc:cxnChg>
      </pc:sldChg>
      <pc:sldChg chg="addSp delSp modSp add mod modAnim">
        <pc:chgData name="Yengala, Nikhil" userId="b3d7c120-5e59-41bf-a61f-3240f88b825d" providerId="ADAL" clId="{3B3280C4-F3F8-496A-8BCB-4738A83E35A6}" dt="2026-01-14T17:45:22.676" v="451"/>
        <pc:sldMkLst>
          <pc:docMk/>
          <pc:sldMk cId="1309207903" sldId="269"/>
        </pc:sldMkLst>
        <pc:spChg chg="add mod">
          <ac:chgData name="Yengala, Nikhil" userId="b3d7c120-5e59-41bf-a61f-3240f88b825d" providerId="ADAL" clId="{3B3280C4-F3F8-496A-8BCB-4738A83E35A6}" dt="2026-01-13T22:26:26.237" v="438" actId="14100"/>
          <ac:spMkLst>
            <pc:docMk/>
            <pc:sldMk cId="1309207903" sldId="269"/>
            <ac:spMk id="10" creationId="{1B3388CC-F046-965C-C9E8-9D90EE4B34DE}"/>
          </ac:spMkLst>
        </pc:spChg>
        <pc:picChg chg="add mod">
          <ac:chgData name="Yengala, Nikhil" userId="b3d7c120-5e59-41bf-a61f-3240f88b825d" providerId="ADAL" clId="{3B3280C4-F3F8-496A-8BCB-4738A83E35A6}" dt="2026-01-13T22:24:50.477" v="423" actId="1076"/>
          <ac:picMkLst>
            <pc:docMk/>
            <pc:sldMk cId="1309207903" sldId="269"/>
            <ac:picMk id="6" creationId="{EBE41A26-8A98-D064-6B91-094C80390342}"/>
          </ac:picMkLst>
        </pc:picChg>
        <pc:picChg chg="add mod">
          <ac:chgData name="Yengala, Nikhil" userId="b3d7c120-5e59-41bf-a61f-3240f88b825d" providerId="ADAL" clId="{3B3280C4-F3F8-496A-8BCB-4738A83E35A6}" dt="2026-01-13T22:27:30.785" v="445" actId="1076"/>
          <ac:picMkLst>
            <pc:docMk/>
            <pc:sldMk cId="1309207903" sldId="269"/>
            <ac:picMk id="14" creationId="{5F5BF3B7-C6B8-6CB3-7DD7-2AA8A83BA255}"/>
          </ac:picMkLst>
        </pc:picChg>
        <pc:cxnChg chg="add mod">
          <ac:chgData name="Yengala, Nikhil" userId="b3d7c120-5e59-41bf-a61f-3240f88b825d" providerId="ADAL" clId="{3B3280C4-F3F8-496A-8BCB-4738A83E35A6}" dt="2026-01-13T22:27:30.785" v="445" actId="1076"/>
          <ac:cxnSpMkLst>
            <pc:docMk/>
            <pc:sldMk cId="1309207903" sldId="269"/>
            <ac:cxnSpMk id="8" creationId="{73C12229-586F-3AD4-EA4C-D01A7CD8A65F}"/>
          </ac:cxnSpMkLst>
        </pc:cxnChg>
      </pc:sldChg>
      <pc:sldChg chg="addSp delSp modSp add mod modAnim">
        <pc:chgData name="Yengala, Nikhil" userId="b3d7c120-5e59-41bf-a61f-3240f88b825d" providerId="ADAL" clId="{3B3280C4-F3F8-496A-8BCB-4738A83E35A6}" dt="2026-01-14T21:18:44.016" v="869"/>
        <pc:sldMkLst>
          <pc:docMk/>
          <pc:sldMk cId="2591088259" sldId="270"/>
        </pc:sldMkLst>
        <pc:spChg chg="add mod">
          <ac:chgData name="Yengala, Nikhil" userId="b3d7c120-5e59-41bf-a61f-3240f88b825d" providerId="ADAL" clId="{3B3280C4-F3F8-496A-8BCB-4738A83E35A6}" dt="2026-01-14T18:17:05.614" v="493" actId="3626"/>
          <ac:spMkLst>
            <pc:docMk/>
            <pc:sldMk cId="2591088259" sldId="270"/>
            <ac:spMk id="2" creationId="{7E056023-112E-ADA5-053C-2F347EE5ECF5}"/>
          </ac:spMkLst>
        </pc:spChg>
        <pc:spChg chg="add mod">
          <ac:chgData name="Yengala, Nikhil" userId="b3d7c120-5e59-41bf-a61f-3240f88b825d" providerId="ADAL" clId="{3B3280C4-F3F8-496A-8BCB-4738A83E35A6}" dt="2026-01-14T18:15:32.985" v="485" actId="14100"/>
          <ac:spMkLst>
            <pc:docMk/>
            <pc:sldMk cId="2591088259" sldId="270"/>
            <ac:spMk id="8" creationId="{45C78049-5701-DF88-E8B6-0833F17D0BAB}"/>
          </ac:spMkLst>
        </pc:spChg>
        <pc:picChg chg="add mod">
          <ac:chgData name="Yengala, Nikhil" userId="b3d7c120-5e59-41bf-a61f-3240f88b825d" providerId="ADAL" clId="{3B3280C4-F3F8-496A-8BCB-4738A83E35A6}" dt="2026-01-14T18:15:03.951" v="479" actId="1076"/>
          <ac:picMkLst>
            <pc:docMk/>
            <pc:sldMk cId="2591088259" sldId="270"/>
            <ac:picMk id="6" creationId="{3B41D3A7-8361-036B-F77D-7C4BB484B368}"/>
          </ac:picMkLst>
        </pc:picChg>
        <pc:cxnChg chg="add mod">
          <ac:chgData name="Yengala, Nikhil" userId="b3d7c120-5e59-41bf-a61f-3240f88b825d" providerId="ADAL" clId="{3B3280C4-F3F8-496A-8BCB-4738A83E35A6}" dt="2026-01-14T18:15:47.022" v="490" actId="14100"/>
          <ac:cxnSpMkLst>
            <pc:docMk/>
            <pc:sldMk cId="2591088259" sldId="270"/>
            <ac:cxnSpMk id="7" creationId="{E76EBAF9-9718-ABF4-9509-F13422A16503}"/>
          </ac:cxnSpMkLst>
        </pc:cxnChg>
      </pc:sldChg>
      <pc:sldChg chg="addSp delSp modSp add mod modAnim">
        <pc:chgData name="Yengala, Nikhil" userId="b3d7c120-5e59-41bf-a61f-3240f88b825d" providerId="ADAL" clId="{3B3280C4-F3F8-496A-8BCB-4738A83E35A6}" dt="2026-01-14T18:36:35.467" v="543"/>
        <pc:sldMkLst>
          <pc:docMk/>
          <pc:sldMk cId="3169274323" sldId="271"/>
        </pc:sldMkLst>
        <pc:spChg chg="add mod">
          <ac:chgData name="Yengala, Nikhil" userId="b3d7c120-5e59-41bf-a61f-3240f88b825d" providerId="ADAL" clId="{3B3280C4-F3F8-496A-8BCB-4738A83E35A6}" dt="2026-01-14T18:18:46.360" v="505" actId="1076"/>
          <ac:spMkLst>
            <pc:docMk/>
            <pc:sldMk cId="3169274323" sldId="271"/>
            <ac:spMk id="6" creationId="{1BC80F49-078E-DEC2-CF23-3746B451E01F}"/>
          </ac:spMkLst>
        </pc:spChg>
        <pc:spChg chg="add mod">
          <ac:chgData name="Yengala, Nikhil" userId="b3d7c120-5e59-41bf-a61f-3240f88b825d" providerId="ADAL" clId="{3B3280C4-F3F8-496A-8BCB-4738A83E35A6}" dt="2026-01-14T18:19:14.153" v="508" actId="14100"/>
          <ac:spMkLst>
            <pc:docMk/>
            <pc:sldMk cId="3169274323" sldId="271"/>
            <ac:spMk id="8" creationId="{55F578AA-08FD-271B-C19B-86E352AC60C3}"/>
          </ac:spMkLst>
        </pc:spChg>
        <pc:picChg chg="add mod">
          <ac:chgData name="Yengala, Nikhil" userId="b3d7c120-5e59-41bf-a61f-3240f88b825d" providerId="ADAL" clId="{3B3280C4-F3F8-496A-8BCB-4738A83E35A6}" dt="2026-01-14T18:17:36.126" v="495"/>
          <ac:picMkLst>
            <pc:docMk/>
            <pc:sldMk cId="3169274323" sldId="271"/>
            <ac:picMk id="2" creationId="{5A18866B-8B16-4D5C-57F3-5EACD830C80A}"/>
          </ac:picMkLst>
        </pc:picChg>
        <pc:cxnChg chg="add mod">
          <ac:chgData name="Yengala, Nikhil" userId="b3d7c120-5e59-41bf-a61f-3240f88b825d" providerId="ADAL" clId="{3B3280C4-F3F8-496A-8BCB-4738A83E35A6}" dt="2026-01-14T18:19:19.639" v="509" actId="14100"/>
          <ac:cxnSpMkLst>
            <pc:docMk/>
            <pc:sldMk cId="3169274323" sldId="271"/>
            <ac:cxnSpMk id="7" creationId="{8375DFF9-0F08-A25C-AB32-B25F2A4D4FC5}"/>
          </ac:cxnSpMkLst>
        </pc:cxnChg>
      </pc:sldChg>
      <pc:sldChg chg="addSp delSp modSp add mod modAnim">
        <pc:chgData name="Yengala, Nikhil" userId="b3d7c120-5e59-41bf-a61f-3240f88b825d" providerId="ADAL" clId="{3B3280C4-F3F8-496A-8BCB-4738A83E35A6}" dt="2026-01-14T18:36:12.060" v="541"/>
        <pc:sldMkLst>
          <pc:docMk/>
          <pc:sldMk cId="954477087" sldId="272"/>
        </pc:sldMkLst>
        <pc:spChg chg="add mod">
          <ac:chgData name="Yengala, Nikhil" userId="b3d7c120-5e59-41bf-a61f-3240f88b825d" providerId="ADAL" clId="{3B3280C4-F3F8-496A-8BCB-4738A83E35A6}" dt="2026-01-14T18:35:08.824" v="531" actId="1076"/>
          <ac:spMkLst>
            <pc:docMk/>
            <pc:sldMk cId="954477087" sldId="272"/>
            <ac:spMk id="10" creationId="{A57AEADE-9499-53C8-4EF5-D1D0730FF933}"/>
          </ac:spMkLst>
        </pc:spChg>
        <pc:picChg chg="add mod">
          <ac:chgData name="Yengala, Nikhil" userId="b3d7c120-5e59-41bf-a61f-3240f88b825d" providerId="ADAL" clId="{3B3280C4-F3F8-496A-8BCB-4738A83E35A6}" dt="2026-01-14T18:33:33.177" v="516" actId="1076"/>
          <ac:picMkLst>
            <pc:docMk/>
            <pc:sldMk cId="954477087" sldId="272"/>
            <ac:picMk id="6" creationId="{6786CA9A-F5C4-7049-02B4-88D05C8ED31C}"/>
          </ac:picMkLst>
        </pc:picChg>
        <pc:picChg chg="add mod">
          <ac:chgData name="Yengala, Nikhil" userId="b3d7c120-5e59-41bf-a61f-3240f88b825d" providerId="ADAL" clId="{3B3280C4-F3F8-496A-8BCB-4738A83E35A6}" dt="2026-01-14T18:33:53.260" v="521" actId="1076"/>
          <ac:picMkLst>
            <pc:docMk/>
            <pc:sldMk cId="954477087" sldId="272"/>
            <ac:picMk id="8" creationId="{7493AE0C-3498-3CA3-F09B-65134DFF76E7}"/>
          </ac:picMkLst>
        </pc:picChg>
        <pc:cxnChg chg="add mod">
          <ac:chgData name="Yengala, Nikhil" userId="b3d7c120-5e59-41bf-a61f-3240f88b825d" providerId="ADAL" clId="{3B3280C4-F3F8-496A-8BCB-4738A83E35A6}" dt="2026-01-14T18:35:21.191" v="534" actId="14100"/>
          <ac:cxnSpMkLst>
            <pc:docMk/>
            <pc:sldMk cId="954477087" sldId="272"/>
            <ac:cxnSpMk id="9" creationId="{B8D61515-9939-4E80-794A-FA0208607A04}"/>
          </ac:cxnSpMkLst>
        </pc:cxnChg>
      </pc:sldChg>
      <pc:sldChg chg="addSp delSp modSp add mod modAnim">
        <pc:chgData name="Yengala, Nikhil" userId="b3d7c120-5e59-41bf-a61f-3240f88b825d" providerId="ADAL" clId="{3B3280C4-F3F8-496A-8BCB-4738A83E35A6}" dt="2026-01-14T18:58:11.312" v="606"/>
        <pc:sldMkLst>
          <pc:docMk/>
          <pc:sldMk cId="393007387" sldId="273"/>
        </pc:sldMkLst>
        <pc:spChg chg="add mod">
          <ac:chgData name="Yengala, Nikhil" userId="b3d7c120-5e59-41bf-a61f-3240f88b825d" providerId="ADAL" clId="{3B3280C4-F3F8-496A-8BCB-4738A83E35A6}" dt="2026-01-14T18:50:21.544" v="571" actId="1076"/>
          <ac:spMkLst>
            <pc:docMk/>
            <pc:sldMk cId="393007387" sldId="273"/>
            <ac:spMk id="6" creationId="{426D5226-10B2-FAD3-9142-C8BECEF8D6E2}"/>
          </ac:spMkLst>
        </pc:spChg>
        <pc:spChg chg="add mod">
          <ac:chgData name="Yengala, Nikhil" userId="b3d7c120-5e59-41bf-a61f-3240f88b825d" providerId="ADAL" clId="{3B3280C4-F3F8-496A-8BCB-4738A83E35A6}" dt="2026-01-14T18:57:47.887" v="602" actId="1076"/>
          <ac:spMkLst>
            <pc:docMk/>
            <pc:sldMk cId="393007387" sldId="273"/>
            <ac:spMk id="20" creationId="{E07E2E86-7E86-5F76-172D-04F6831D0EA7}"/>
          </ac:spMkLst>
        </pc:spChg>
        <pc:picChg chg="add mod">
          <ac:chgData name="Yengala, Nikhil" userId="b3d7c120-5e59-41bf-a61f-3240f88b825d" providerId="ADAL" clId="{3B3280C4-F3F8-496A-8BCB-4738A83E35A6}" dt="2026-01-14T18:48:59.195" v="549" actId="1076"/>
          <ac:picMkLst>
            <pc:docMk/>
            <pc:sldMk cId="393007387" sldId="273"/>
            <ac:picMk id="2" creationId="{C97D2A22-4343-79CF-83E0-72DBCF55CCA8}"/>
          </ac:picMkLst>
        </pc:picChg>
        <pc:picChg chg="add mod">
          <ac:chgData name="Yengala, Nikhil" userId="b3d7c120-5e59-41bf-a61f-3240f88b825d" providerId="ADAL" clId="{3B3280C4-F3F8-496A-8BCB-4738A83E35A6}" dt="2026-01-14T18:53:04.029" v="580" actId="1076"/>
          <ac:picMkLst>
            <pc:docMk/>
            <pc:sldMk cId="393007387" sldId="273"/>
            <ac:picMk id="17" creationId="{726FEE5D-B198-080B-2554-0E648D355842}"/>
          </ac:picMkLst>
        </pc:picChg>
        <pc:cxnChg chg="add mod">
          <ac:chgData name="Yengala, Nikhil" userId="b3d7c120-5e59-41bf-a61f-3240f88b825d" providerId="ADAL" clId="{3B3280C4-F3F8-496A-8BCB-4738A83E35A6}" dt="2026-01-14T18:50:21.544" v="571" actId="1076"/>
          <ac:cxnSpMkLst>
            <pc:docMk/>
            <pc:sldMk cId="393007387" sldId="273"/>
            <ac:cxnSpMk id="7" creationId="{61300E46-9F39-3194-DA4A-8E70D9AE2C1A}"/>
          </ac:cxnSpMkLst>
        </pc:cxnChg>
        <pc:cxnChg chg="add mod">
          <ac:chgData name="Yengala, Nikhil" userId="b3d7c120-5e59-41bf-a61f-3240f88b825d" providerId="ADAL" clId="{3B3280C4-F3F8-496A-8BCB-4738A83E35A6}" dt="2026-01-14T18:58:00.897" v="605" actId="14100"/>
          <ac:cxnSpMkLst>
            <pc:docMk/>
            <pc:sldMk cId="393007387" sldId="273"/>
            <ac:cxnSpMk id="21" creationId="{1558A5B2-CEC8-A9D9-2A77-2B7E19EBE6D1}"/>
          </ac:cxnSpMkLst>
        </pc:cxnChg>
      </pc:sldChg>
      <pc:sldChg chg="addSp delSp modSp add mod modAnim">
        <pc:chgData name="Yengala, Nikhil" userId="b3d7c120-5e59-41bf-a61f-3240f88b825d" providerId="ADAL" clId="{3B3280C4-F3F8-496A-8BCB-4738A83E35A6}" dt="2026-01-14T21:19:30.193" v="873"/>
        <pc:sldMkLst>
          <pc:docMk/>
          <pc:sldMk cId="1765550936" sldId="274"/>
        </pc:sldMkLst>
        <pc:spChg chg="add mod">
          <ac:chgData name="Yengala, Nikhil" userId="b3d7c120-5e59-41bf-a61f-3240f88b825d" providerId="ADAL" clId="{3B3280C4-F3F8-496A-8BCB-4738A83E35A6}" dt="2026-01-14T18:58:38.130" v="610" actId="14100"/>
          <ac:spMkLst>
            <pc:docMk/>
            <pc:sldMk cId="1765550936" sldId="274"/>
            <ac:spMk id="14" creationId="{CA698ED9-91D9-5883-6D8F-F6CC76C2C17E}"/>
          </ac:spMkLst>
        </pc:spChg>
        <pc:picChg chg="add mod ord">
          <ac:chgData name="Yengala, Nikhil" userId="b3d7c120-5e59-41bf-a61f-3240f88b825d" providerId="ADAL" clId="{3B3280C4-F3F8-496A-8BCB-4738A83E35A6}" dt="2026-01-14T18:57:16.530" v="599" actId="1076"/>
          <ac:picMkLst>
            <pc:docMk/>
            <pc:sldMk cId="1765550936" sldId="274"/>
            <ac:picMk id="6" creationId="{001FBE16-7FCF-86E8-A7CB-E2F47064E891}"/>
          </ac:picMkLst>
        </pc:picChg>
        <pc:picChg chg="add mod">
          <ac:chgData name="Yengala, Nikhil" userId="b3d7c120-5e59-41bf-a61f-3240f88b825d" providerId="ADAL" clId="{3B3280C4-F3F8-496A-8BCB-4738A83E35A6}" dt="2026-01-14T18:53:27.930" v="585" actId="1076"/>
          <ac:picMkLst>
            <pc:docMk/>
            <pc:sldMk cId="1765550936" sldId="274"/>
            <ac:picMk id="7" creationId="{8D4F3BEA-06B7-6004-4978-7D329E8CDFE7}"/>
          </ac:picMkLst>
        </pc:picChg>
        <pc:cxnChg chg="add mod">
          <ac:chgData name="Yengala, Nikhil" userId="b3d7c120-5e59-41bf-a61f-3240f88b825d" providerId="ADAL" clId="{3B3280C4-F3F8-496A-8BCB-4738A83E35A6}" dt="2026-01-14T18:58:48.106" v="611" actId="14100"/>
          <ac:cxnSpMkLst>
            <pc:docMk/>
            <pc:sldMk cId="1765550936" sldId="274"/>
            <ac:cxnSpMk id="9" creationId="{0CEB8613-60CA-ED94-1732-D42111696B66}"/>
          </ac:cxnSpMkLst>
        </pc:cxnChg>
      </pc:sldChg>
      <pc:sldChg chg="addSp delSp modSp add mod modAnim">
        <pc:chgData name="Yengala, Nikhil" userId="b3d7c120-5e59-41bf-a61f-3240f88b825d" providerId="ADAL" clId="{3B3280C4-F3F8-496A-8BCB-4738A83E35A6}" dt="2026-01-14T21:19:46.835" v="875"/>
        <pc:sldMkLst>
          <pc:docMk/>
          <pc:sldMk cId="3918529949" sldId="275"/>
        </pc:sldMkLst>
        <pc:spChg chg="add mod">
          <ac:chgData name="Yengala, Nikhil" userId="b3d7c120-5e59-41bf-a61f-3240f88b825d" providerId="ADAL" clId="{3B3280C4-F3F8-496A-8BCB-4738A83E35A6}" dt="2026-01-14T19:03:52.162" v="626" actId="1076"/>
          <ac:spMkLst>
            <pc:docMk/>
            <pc:sldMk cId="3918529949" sldId="275"/>
            <ac:spMk id="7" creationId="{77173AEB-88CB-FBD6-E0E0-C98A836BF9D8}"/>
          </ac:spMkLst>
        </pc:spChg>
        <pc:picChg chg="add mod">
          <ac:chgData name="Yengala, Nikhil" userId="b3d7c120-5e59-41bf-a61f-3240f88b825d" providerId="ADAL" clId="{3B3280C4-F3F8-496A-8BCB-4738A83E35A6}" dt="2026-01-14T19:03:17.607" v="622"/>
          <ac:picMkLst>
            <pc:docMk/>
            <pc:sldMk cId="3918529949" sldId="275"/>
            <ac:picMk id="6" creationId="{C07694EB-3476-61C1-4839-4EB512CB2DA7}"/>
          </ac:picMkLst>
        </pc:picChg>
        <pc:picChg chg="add mod">
          <ac:chgData name="Yengala, Nikhil" userId="b3d7c120-5e59-41bf-a61f-3240f88b825d" providerId="ADAL" clId="{3B3280C4-F3F8-496A-8BCB-4738A83E35A6}" dt="2026-01-14T19:05:18.635" v="629" actId="1076"/>
          <ac:picMkLst>
            <pc:docMk/>
            <pc:sldMk cId="3918529949" sldId="275"/>
            <ac:picMk id="9" creationId="{A9B27039-D6D9-F682-0D2B-07B273128C2D}"/>
          </ac:picMkLst>
        </pc:picChg>
        <pc:cxnChg chg="add mod">
          <ac:chgData name="Yengala, Nikhil" userId="b3d7c120-5e59-41bf-a61f-3240f88b825d" providerId="ADAL" clId="{3B3280C4-F3F8-496A-8BCB-4738A83E35A6}" dt="2026-01-14T19:05:29.059" v="632" actId="14100"/>
          <ac:cxnSpMkLst>
            <pc:docMk/>
            <pc:sldMk cId="3918529949" sldId="275"/>
            <ac:cxnSpMk id="10" creationId="{24A0D6C4-5A1C-4B51-5523-B34E47DE9CA7}"/>
          </ac:cxnSpMkLst>
        </pc:cxnChg>
      </pc:sldChg>
      <pc:sldChg chg="addSp delSp modSp add mod delAnim modAnim">
        <pc:chgData name="Yengala, Nikhil" userId="b3d7c120-5e59-41bf-a61f-3240f88b825d" providerId="ADAL" clId="{3B3280C4-F3F8-496A-8BCB-4738A83E35A6}" dt="2026-01-14T21:19:50.408" v="876"/>
        <pc:sldMkLst>
          <pc:docMk/>
          <pc:sldMk cId="2883407459" sldId="276"/>
        </pc:sldMkLst>
        <pc:spChg chg="add mod">
          <ac:chgData name="Yengala, Nikhil" userId="b3d7c120-5e59-41bf-a61f-3240f88b825d" providerId="ADAL" clId="{3B3280C4-F3F8-496A-8BCB-4738A83E35A6}" dt="2026-01-14T19:11:24.215" v="652" actId="1076"/>
          <ac:spMkLst>
            <pc:docMk/>
            <pc:sldMk cId="2883407459" sldId="276"/>
            <ac:spMk id="16" creationId="{2167861C-C265-4CFE-30FC-A4F6C48E5C94}"/>
          </ac:spMkLst>
        </pc:spChg>
        <pc:spChg chg="add mod">
          <ac:chgData name="Yengala, Nikhil" userId="b3d7c120-5e59-41bf-a61f-3240f88b825d" providerId="ADAL" clId="{3B3280C4-F3F8-496A-8BCB-4738A83E35A6}" dt="2026-01-14T19:12:10.978" v="655" actId="14100"/>
          <ac:spMkLst>
            <pc:docMk/>
            <pc:sldMk cId="2883407459" sldId="276"/>
            <ac:spMk id="17" creationId="{010D0A60-253A-94B1-FEE6-99FE5983E1F8}"/>
          </ac:spMkLst>
        </pc:spChg>
        <pc:picChg chg="add mod">
          <ac:chgData name="Yengala, Nikhil" userId="b3d7c120-5e59-41bf-a61f-3240f88b825d" providerId="ADAL" clId="{3B3280C4-F3F8-496A-8BCB-4738A83E35A6}" dt="2026-01-14T19:09:32.881" v="636"/>
          <ac:picMkLst>
            <pc:docMk/>
            <pc:sldMk cId="2883407459" sldId="276"/>
            <ac:picMk id="2" creationId="{93E15B82-B5BF-ABF3-F477-3BD5501856BE}"/>
          </ac:picMkLst>
        </pc:picChg>
        <pc:picChg chg="add mod">
          <ac:chgData name="Yengala, Nikhil" userId="b3d7c120-5e59-41bf-a61f-3240f88b825d" providerId="ADAL" clId="{3B3280C4-F3F8-496A-8BCB-4738A83E35A6}" dt="2026-01-14T19:10:58.546" v="650" actId="1076"/>
          <ac:picMkLst>
            <pc:docMk/>
            <pc:sldMk cId="2883407459" sldId="276"/>
            <ac:picMk id="12" creationId="{63CB0649-0E15-19CB-8721-8F0CDB977C4C}"/>
          </ac:picMkLst>
        </pc:picChg>
        <pc:picChg chg="add mod modCrop">
          <ac:chgData name="Yengala, Nikhil" userId="b3d7c120-5e59-41bf-a61f-3240f88b825d" providerId="ADAL" clId="{3B3280C4-F3F8-496A-8BCB-4738A83E35A6}" dt="2026-01-14T19:15:40.202" v="666" actId="1076"/>
          <ac:picMkLst>
            <pc:docMk/>
            <pc:sldMk cId="2883407459" sldId="276"/>
            <ac:picMk id="21" creationId="{14352A08-1705-D039-D6CC-DDABF3E2AE55}"/>
          </ac:picMkLst>
        </pc:picChg>
        <pc:cxnChg chg="add mod">
          <ac:chgData name="Yengala, Nikhil" userId="b3d7c120-5e59-41bf-a61f-3240f88b825d" providerId="ADAL" clId="{3B3280C4-F3F8-496A-8BCB-4738A83E35A6}" dt="2026-01-14T19:10:58.546" v="650" actId="1076"/>
          <ac:cxnSpMkLst>
            <pc:docMk/>
            <pc:sldMk cId="2883407459" sldId="276"/>
            <ac:cxnSpMk id="7" creationId="{25B47C1F-FFDA-2228-55DC-279C41702272}"/>
          </ac:cxnSpMkLst>
        </pc:cxnChg>
        <pc:cxnChg chg="add mod">
          <ac:chgData name="Yengala, Nikhil" userId="b3d7c120-5e59-41bf-a61f-3240f88b825d" providerId="ADAL" clId="{3B3280C4-F3F8-496A-8BCB-4738A83E35A6}" dt="2026-01-14T19:15:40.202" v="666" actId="1076"/>
          <ac:cxnSpMkLst>
            <pc:docMk/>
            <pc:sldMk cId="2883407459" sldId="276"/>
            <ac:cxnSpMk id="18" creationId="{B14A43E6-AFAE-79BC-5E0E-2BDCCD947CD2}"/>
          </ac:cxnSpMkLst>
        </pc:cxnChg>
      </pc:sldChg>
      <pc:sldChg chg="addSp delSp modSp add mod modAnim">
        <pc:chgData name="Yengala, Nikhil" userId="b3d7c120-5e59-41bf-a61f-3240f88b825d" providerId="ADAL" clId="{3B3280C4-F3F8-496A-8BCB-4738A83E35A6}" dt="2026-01-14T21:19:43.363" v="874"/>
        <pc:sldMkLst>
          <pc:docMk/>
          <pc:sldMk cId="1109486863" sldId="277"/>
        </pc:sldMkLst>
        <pc:spChg chg="mod">
          <ac:chgData name="Yengala, Nikhil" userId="b3d7c120-5e59-41bf-a61f-3240f88b825d" providerId="ADAL" clId="{3B3280C4-F3F8-496A-8BCB-4738A83E35A6}" dt="2026-01-14T18:59:57.897" v="615" actId="1076"/>
          <ac:spMkLst>
            <pc:docMk/>
            <pc:sldMk cId="1109486863" sldId="277"/>
            <ac:spMk id="14" creationId="{62FD09DB-8A16-B068-77A9-C7721F6DBFCE}"/>
          </ac:spMkLst>
        </pc:spChg>
        <pc:picChg chg="add mod">
          <ac:chgData name="Yengala, Nikhil" userId="b3d7c120-5e59-41bf-a61f-3240f88b825d" providerId="ADAL" clId="{3B3280C4-F3F8-496A-8BCB-4738A83E35A6}" dt="2026-01-14T19:00:51.279" v="618" actId="1076"/>
          <ac:picMkLst>
            <pc:docMk/>
            <pc:sldMk cId="1109486863" sldId="277"/>
            <ac:picMk id="10" creationId="{FA2A4006-16F1-5461-8A99-433FDCB12A36}"/>
          </ac:picMkLst>
        </pc:picChg>
        <pc:cxnChg chg="mod">
          <ac:chgData name="Yengala, Nikhil" userId="b3d7c120-5e59-41bf-a61f-3240f88b825d" providerId="ADAL" clId="{3B3280C4-F3F8-496A-8BCB-4738A83E35A6}" dt="2026-01-14T19:00:54.397" v="619" actId="14100"/>
          <ac:cxnSpMkLst>
            <pc:docMk/>
            <pc:sldMk cId="1109486863" sldId="277"/>
            <ac:cxnSpMk id="9" creationId="{C14B0C36-6D6A-9CA2-C462-065CB62D84D8}"/>
          </ac:cxnSpMkLst>
        </pc:cxnChg>
      </pc:sldChg>
      <pc:sldChg chg="addSp delSp modSp add mod modAnim">
        <pc:chgData name="Yengala, Nikhil" userId="b3d7c120-5e59-41bf-a61f-3240f88b825d" providerId="ADAL" clId="{3B3280C4-F3F8-496A-8BCB-4738A83E35A6}" dt="2026-01-14T19:22:48.635" v="711" actId="14100"/>
        <pc:sldMkLst>
          <pc:docMk/>
          <pc:sldMk cId="2256796731" sldId="278"/>
        </pc:sldMkLst>
        <pc:spChg chg="add mod">
          <ac:chgData name="Yengala, Nikhil" userId="b3d7c120-5e59-41bf-a61f-3240f88b825d" providerId="ADAL" clId="{3B3280C4-F3F8-496A-8BCB-4738A83E35A6}" dt="2026-01-14T19:16:24.700" v="669" actId="1076"/>
          <ac:spMkLst>
            <pc:docMk/>
            <pc:sldMk cId="2256796731" sldId="278"/>
            <ac:spMk id="6" creationId="{426B8926-D14F-4FA4-1937-58FB60FA76E8}"/>
          </ac:spMkLst>
        </pc:spChg>
        <pc:spChg chg="add mod">
          <ac:chgData name="Yengala, Nikhil" userId="b3d7c120-5e59-41bf-a61f-3240f88b825d" providerId="ADAL" clId="{3B3280C4-F3F8-496A-8BCB-4738A83E35A6}" dt="2026-01-14T19:19:33.904" v="683" actId="14100"/>
          <ac:spMkLst>
            <pc:docMk/>
            <pc:sldMk cId="2256796731" sldId="278"/>
            <ac:spMk id="12" creationId="{1EC68EC5-DC90-03D0-6D0C-560007CA260D}"/>
          </ac:spMkLst>
        </pc:spChg>
        <pc:picChg chg="add mod">
          <ac:chgData name="Yengala, Nikhil" userId="b3d7c120-5e59-41bf-a61f-3240f88b825d" providerId="ADAL" clId="{3B3280C4-F3F8-496A-8BCB-4738A83E35A6}" dt="2026-01-14T19:19:18.081" v="680" actId="1076"/>
          <ac:picMkLst>
            <pc:docMk/>
            <pc:sldMk cId="2256796731" sldId="278"/>
            <ac:picMk id="2" creationId="{34C944FF-7454-CBC3-FBEF-6B04154C0947}"/>
          </ac:picMkLst>
        </pc:picChg>
        <pc:picChg chg="add mod">
          <ac:chgData name="Yengala, Nikhil" userId="b3d7c120-5e59-41bf-a61f-3240f88b825d" providerId="ADAL" clId="{3B3280C4-F3F8-496A-8BCB-4738A83E35A6}" dt="2026-01-14T19:17:07.456" v="674" actId="1076"/>
          <ac:picMkLst>
            <pc:docMk/>
            <pc:sldMk cId="2256796731" sldId="278"/>
            <ac:picMk id="8" creationId="{90BCAE85-C278-F865-32CA-2FDFEA74930A}"/>
          </ac:picMkLst>
        </pc:picChg>
        <pc:picChg chg="add mod ord modCrop">
          <ac:chgData name="Yengala, Nikhil" userId="b3d7c120-5e59-41bf-a61f-3240f88b825d" providerId="ADAL" clId="{3B3280C4-F3F8-496A-8BCB-4738A83E35A6}" dt="2026-01-14T19:21:28.602" v="696" actId="1076"/>
          <ac:picMkLst>
            <pc:docMk/>
            <pc:sldMk cId="2256796731" sldId="278"/>
            <ac:picMk id="15" creationId="{E649C808-8582-FD99-27B1-C6FDCD49620D}"/>
          </ac:picMkLst>
        </pc:picChg>
        <pc:cxnChg chg="add mod">
          <ac:chgData name="Yengala, Nikhil" userId="b3d7c120-5e59-41bf-a61f-3240f88b825d" providerId="ADAL" clId="{3B3280C4-F3F8-496A-8BCB-4738A83E35A6}" dt="2026-01-14T19:19:18.081" v="680" actId="1076"/>
          <ac:cxnSpMkLst>
            <pc:docMk/>
            <pc:sldMk cId="2256796731" sldId="278"/>
            <ac:cxnSpMk id="9" creationId="{255A4C81-82D5-8B7F-A12A-246B2C14A4A6}"/>
          </ac:cxnSpMkLst>
        </pc:cxnChg>
        <pc:cxnChg chg="add mod">
          <ac:chgData name="Yengala, Nikhil" userId="b3d7c120-5e59-41bf-a61f-3240f88b825d" providerId="ADAL" clId="{3B3280C4-F3F8-496A-8BCB-4738A83E35A6}" dt="2026-01-14T19:22:48.635" v="711" actId="14100"/>
          <ac:cxnSpMkLst>
            <pc:docMk/>
            <pc:sldMk cId="2256796731" sldId="278"/>
            <ac:cxnSpMk id="16" creationId="{37A3700A-D96A-4D29-AAE9-076A0ECFB4E1}"/>
          </ac:cxnSpMkLst>
        </pc:cxnChg>
      </pc:sldChg>
      <pc:sldChg chg="addSp delSp modSp add mod modAnim">
        <pc:chgData name="Yengala, Nikhil" userId="b3d7c120-5e59-41bf-a61f-3240f88b825d" providerId="ADAL" clId="{3B3280C4-F3F8-496A-8BCB-4738A83E35A6}" dt="2026-01-14T21:21:13.806" v="885"/>
        <pc:sldMkLst>
          <pc:docMk/>
          <pc:sldMk cId="4044716666" sldId="279"/>
        </pc:sldMkLst>
        <pc:spChg chg="add mod">
          <ac:chgData name="Yengala, Nikhil" userId="b3d7c120-5e59-41bf-a61f-3240f88b825d" providerId="ADAL" clId="{3B3280C4-F3F8-496A-8BCB-4738A83E35A6}" dt="2026-01-14T19:25:29.684" v="722" actId="14100"/>
          <ac:spMkLst>
            <pc:docMk/>
            <pc:sldMk cId="4044716666" sldId="279"/>
            <ac:spMk id="12" creationId="{0942E06B-B5B8-B5DF-A15B-6DD0CCB67261}"/>
          </ac:spMkLst>
        </pc:spChg>
        <pc:spChg chg="add mod">
          <ac:chgData name="Yengala, Nikhil" userId="b3d7c120-5e59-41bf-a61f-3240f88b825d" providerId="ADAL" clId="{3B3280C4-F3F8-496A-8BCB-4738A83E35A6}" dt="2026-01-14T19:25:50.368" v="725" actId="14100"/>
          <ac:spMkLst>
            <pc:docMk/>
            <pc:sldMk cId="4044716666" sldId="279"/>
            <ac:spMk id="13" creationId="{F269B490-A04A-07A4-7078-6DDAC795DD24}"/>
          </ac:spMkLst>
        </pc:spChg>
        <pc:picChg chg="add mod">
          <ac:chgData name="Yengala, Nikhil" userId="b3d7c120-5e59-41bf-a61f-3240f88b825d" providerId="ADAL" clId="{3B3280C4-F3F8-496A-8BCB-4738A83E35A6}" dt="2026-01-14T19:21:49.287" v="700" actId="1076"/>
          <ac:picMkLst>
            <pc:docMk/>
            <pc:sldMk cId="4044716666" sldId="279"/>
            <ac:picMk id="6" creationId="{7DB4308D-B492-3B21-1DA1-6F1805B47783}"/>
          </ac:picMkLst>
        </pc:picChg>
        <pc:picChg chg="add mod">
          <ac:chgData name="Yengala, Nikhil" userId="b3d7c120-5e59-41bf-a61f-3240f88b825d" providerId="ADAL" clId="{3B3280C4-F3F8-496A-8BCB-4738A83E35A6}" dt="2026-01-14T19:24:58.886" v="716" actId="1076"/>
          <ac:picMkLst>
            <pc:docMk/>
            <pc:sldMk cId="4044716666" sldId="279"/>
            <ac:picMk id="8" creationId="{CE046E20-94FE-1980-9A76-3674E351E471}"/>
          </ac:picMkLst>
        </pc:picChg>
        <pc:picChg chg="add mod">
          <ac:chgData name="Yengala, Nikhil" userId="b3d7c120-5e59-41bf-a61f-3240f88b825d" providerId="ADAL" clId="{3B3280C4-F3F8-496A-8BCB-4738A83E35A6}" dt="2026-01-14T19:26:29.593" v="728" actId="1076"/>
          <ac:picMkLst>
            <pc:docMk/>
            <pc:sldMk cId="4044716666" sldId="279"/>
            <ac:picMk id="15" creationId="{00C88F29-55D2-4583-5B07-FB29E8411B59}"/>
          </ac:picMkLst>
        </pc:picChg>
        <pc:cxnChg chg="add mod">
          <ac:chgData name="Yengala, Nikhil" userId="b3d7c120-5e59-41bf-a61f-3240f88b825d" providerId="ADAL" clId="{3B3280C4-F3F8-496A-8BCB-4738A83E35A6}" dt="2026-01-14T19:25:10.420" v="719" actId="14100"/>
          <ac:cxnSpMkLst>
            <pc:docMk/>
            <pc:sldMk cId="4044716666" sldId="279"/>
            <ac:cxnSpMk id="9" creationId="{E840CA9B-D8CD-7F76-3821-E2E3D1CE94BB}"/>
          </ac:cxnSpMkLst>
        </pc:cxnChg>
        <pc:cxnChg chg="add mod">
          <ac:chgData name="Yengala, Nikhil" userId="b3d7c120-5e59-41bf-a61f-3240f88b825d" providerId="ADAL" clId="{3B3280C4-F3F8-496A-8BCB-4738A83E35A6}" dt="2026-01-14T19:26:42.341" v="731" actId="14100"/>
          <ac:cxnSpMkLst>
            <pc:docMk/>
            <pc:sldMk cId="4044716666" sldId="279"/>
            <ac:cxnSpMk id="16" creationId="{67190E05-12E3-C6F9-5CED-22534E4241CA}"/>
          </ac:cxnSpMkLst>
        </pc:cxnChg>
      </pc:sldChg>
      <pc:sldChg chg="addSp delSp modSp add mod modAnim">
        <pc:chgData name="Yengala, Nikhil" userId="b3d7c120-5e59-41bf-a61f-3240f88b825d" providerId="ADAL" clId="{3B3280C4-F3F8-496A-8BCB-4738A83E35A6}" dt="2026-01-14T20:19:33.339" v="766" actId="14100"/>
        <pc:sldMkLst>
          <pc:docMk/>
          <pc:sldMk cId="1016512806" sldId="280"/>
        </pc:sldMkLst>
        <pc:spChg chg="add mod">
          <ac:chgData name="Yengala, Nikhil" userId="b3d7c120-5e59-41bf-a61f-3240f88b825d" providerId="ADAL" clId="{3B3280C4-F3F8-496A-8BCB-4738A83E35A6}" dt="2026-01-14T20:19:33.339" v="766" actId="14100"/>
          <ac:spMkLst>
            <pc:docMk/>
            <pc:sldMk cId="1016512806" sldId="280"/>
            <ac:spMk id="11" creationId="{17CEB7F6-E60E-E2D4-ACDA-5C7C372A85EC}"/>
          </ac:spMkLst>
        </pc:spChg>
        <pc:spChg chg="add mod">
          <ac:chgData name="Yengala, Nikhil" userId="b3d7c120-5e59-41bf-a61f-3240f88b825d" providerId="ADAL" clId="{3B3280C4-F3F8-496A-8BCB-4738A83E35A6}" dt="2026-01-14T20:19:22.075" v="765" actId="14100"/>
          <ac:spMkLst>
            <pc:docMk/>
            <pc:sldMk cId="1016512806" sldId="280"/>
            <ac:spMk id="17" creationId="{5D9F234B-F3D6-33AC-FE5F-0D27D67DBA0F}"/>
          </ac:spMkLst>
        </pc:spChg>
        <pc:picChg chg="add mod">
          <ac:chgData name="Yengala, Nikhil" userId="b3d7c120-5e59-41bf-a61f-3240f88b825d" providerId="ADAL" clId="{3B3280C4-F3F8-496A-8BCB-4738A83E35A6}" dt="2026-01-14T19:26:50.714" v="732"/>
          <ac:picMkLst>
            <pc:docMk/>
            <pc:sldMk cId="1016512806" sldId="280"/>
            <ac:picMk id="2" creationId="{75C6F65B-1FAF-706E-DAA5-810DBA365BF5}"/>
          </ac:picMkLst>
        </pc:picChg>
        <pc:picChg chg="add mod">
          <ac:chgData name="Yengala, Nikhil" userId="b3d7c120-5e59-41bf-a61f-3240f88b825d" providerId="ADAL" clId="{3B3280C4-F3F8-496A-8BCB-4738A83E35A6}" dt="2026-01-14T20:19:07.289" v="763" actId="1076"/>
          <ac:picMkLst>
            <pc:docMk/>
            <pc:sldMk cId="1016512806" sldId="280"/>
            <ac:picMk id="9" creationId="{75F9280D-1A1C-3D74-DB43-C3CB5D3B1041}"/>
          </ac:picMkLst>
        </pc:picChg>
        <pc:picChg chg="add mod">
          <ac:chgData name="Yengala, Nikhil" userId="b3d7c120-5e59-41bf-a61f-3240f88b825d" providerId="ADAL" clId="{3B3280C4-F3F8-496A-8BCB-4738A83E35A6}" dt="2026-01-14T20:18:33.554" v="758" actId="1076"/>
          <ac:picMkLst>
            <pc:docMk/>
            <pc:sldMk cId="1016512806" sldId="280"/>
            <ac:picMk id="15" creationId="{C9761C77-0019-2909-73A9-8F8C7C038400}"/>
          </ac:picMkLst>
        </pc:picChg>
        <pc:cxnChg chg="add mod">
          <ac:chgData name="Yengala, Nikhil" userId="b3d7c120-5e59-41bf-a61f-3240f88b825d" providerId="ADAL" clId="{3B3280C4-F3F8-496A-8BCB-4738A83E35A6}" dt="2026-01-14T20:19:07.289" v="763" actId="1076"/>
          <ac:cxnSpMkLst>
            <pc:docMk/>
            <pc:sldMk cId="1016512806" sldId="280"/>
            <ac:cxnSpMk id="6" creationId="{755A83DE-DE9C-C02D-11D3-EA2EC41D4E6C}"/>
          </ac:cxnSpMkLst>
        </pc:cxnChg>
        <pc:cxnChg chg="add mod">
          <ac:chgData name="Yengala, Nikhil" userId="b3d7c120-5e59-41bf-a61f-3240f88b825d" providerId="ADAL" clId="{3B3280C4-F3F8-496A-8BCB-4738A83E35A6}" dt="2026-01-14T20:19:33.339" v="766" actId="14100"/>
          <ac:cxnSpMkLst>
            <pc:docMk/>
            <pc:sldMk cId="1016512806" sldId="280"/>
            <ac:cxnSpMk id="12" creationId="{684D742B-E4A8-A3E6-B881-E7B9005F1592}"/>
          </ac:cxnSpMkLst>
        </pc:cxnChg>
      </pc:sldChg>
      <pc:sldChg chg="addSp delSp modSp add mod">
        <pc:chgData name="Yengala, Nikhil" userId="b3d7c120-5e59-41bf-a61f-3240f88b825d" providerId="ADAL" clId="{3B3280C4-F3F8-496A-8BCB-4738A83E35A6}" dt="2026-01-14T20:57:02.496" v="789" actId="14100"/>
        <pc:sldMkLst>
          <pc:docMk/>
          <pc:sldMk cId="2744020522" sldId="281"/>
        </pc:sldMkLst>
        <pc:spChg chg="add mod">
          <ac:chgData name="Yengala, Nikhil" userId="b3d7c120-5e59-41bf-a61f-3240f88b825d" providerId="ADAL" clId="{3B3280C4-F3F8-496A-8BCB-4738A83E35A6}" dt="2026-01-14T20:37:03.006" v="776" actId="14100"/>
          <ac:spMkLst>
            <pc:docMk/>
            <pc:sldMk cId="2744020522" sldId="281"/>
            <ac:spMk id="12" creationId="{316A6198-238A-D3E3-9B0B-64EE3C921CFC}"/>
          </ac:spMkLst>
        </pc:spChg>
        <pc:spChg chg="add mod">
          <ac:chgData name="Yengala, Nikhil" userId="b3d7c120-5e59-41bf-a61f-3240f88b825d" providerId="ADAL" clId="{3B3280C4-F3F8-496A-8BCB-4738A83E35A6}" dt="2026-01-14T20:37:16.559" v="780" actId="14100"/>
          <ac:spMkLst>
            <pc:docMk/>
            <pc:sldMk cId="2744020522" sldId="281"/>
            <ac:spMk id="13" creationId="{7CEC13C1-4B1F-B9AA-071A-41B91E28F9B3}"/>
          </ac:spMkLst>
        </pc:spChg>
        <pc:picChg chg="add mod">
          <ac:chgData name="Yengala, Nikhil" userId="b3d7c120-5e59-41bf-a61f-3240f88b825d" providerId="ADAL" clId="{3B3280C4-F3F8-496A-8BCB-4738A83E35A6}" dt="2026-01-14T20:36:47.951" v="773" actId="1076"/>
          <ac:picMkLst>
            <pc:docMk/>
            <pc:sldMk cId="2744020522" sldId="281"/>
            <ac:picMk id="9" creationId="{A95DA1F2-DBCA-BA5C-B505-848C2AA0457A}"/>
          </ac:picMkLst>
        </pc:picChg>
        <pc:picChg chg="add mod">
          <ac:chgData name="Yengala, Nikhil" userId="b3d7c120-5e59-41bf-a61f-3240f88b825d" providerId="ADAL" clId="{3B3280C4-F3F8-496A-8BCB-4738A83E35A6}" dt="2026-01-14T20:56:48.269" v="783" actId="14100"/>
          <ac:picMkLst>
            <pc:docMk/>
            <pc:sldMk cId="2744020522" sldId="281"/>
            <ac:picMk id="15" creationId="{92F8C3B2-CAEA-173B-7590-0F2C08976881}"/>
          </ac:picMkLst>
        </pc:picChg>
        <pc:cxnChg chg="add mod">
          <ac:chgData name="Yengala, Nikhil" userId="b3d7c120-5e59-41bf-a61f-3240f88b825d" providerId="ADAL" clId="{3B3280C4-F3F8-496A-8BCB-4738A83E35A6}" dt="2026-01-14T20:36:47.951" v="773" actId="1076"/>
          <ac:cxnSpMkLst>
            <pc:docMk/>
            <pc:sldMk cId="2744020522" sldId="281"/>
            <ac:cxnSpMk id="6" creationId="{F8A23045-B9D4-BCBB-FC11-327668F0839C}"/>
          </ac:cxnSpMkLst>
        </pc:cxnChg>
        <pc:cxnChg chg="add mod">
          <ac:chgData name="Yengala, Nikhil" userId="b3d7c120-5e59-41bf-a61f-3240f88b825d" providerId="ADAL" clId="{3B3280C4-F3F8-496A-8BCB-4738A83E35A6}" dt="2026-01-14T20:57:02.496" v="789" actId="14100"/>
          <ac:cxnSpMkLst>
            <pc:docMk/>
            <pc:sldMk cId="2744020522" sldId="281"/>
            <ac:cxnSpMk id="16" creationId="{95C23C0D-82E9-26D7-BD3B-D216CBC67FB6}"/>
          </ac:cxnSpMkLst>
        </pc:cxnChg>
      </pc:sldChg>
      <pc:sldChg chg="addSp delSp modSp add mod">
        <pc:chgData name="Yengala, Nikhil" userId="b3d7c120-5e59-41bf-a61f-3240f88b825d" providerId="ADAL" clId="{3B3280C4-F3F8-496A-8BCB-4738A83E35A6}" dt="2026-01-14T21:06:47.957" v="803" actId="14100"/>
        <pc:sldMkLst>
          <pc:docMk/>
          <pc:sldMk cId="1639991236" sldId="282"/>
        </pc:sldMkLst>
        <pc:spChg chg="add mod">
          <ac:chgData name="Yengala, Nikhil" userId="b3d7c120-5e59-41bf-a61f-3240f88b825d" providerId="ADAL" clId="{3B3280C4-F3F8-496A-8BCB-4738A83E35A6}" dt="2026-01-14T21:05:30.115" v="797" actId="1076"/>
          <ac:spMkLst>
            <pc:docMk/>
            <pc:sldMk cId="1639991236" sldId="282"/>
            <ac:spMk id="12" creationId="{355D2F47-B29F-724F-0F6C-BD9572B9928F}"/>
          </ac:spMkLst>
        </pc:spChg>
        <pc:spChg chg="add mod">
          <ac:chgData name="Yengala, Nikhil" userId="b3d7c120-5e59-41bf-a61f-3240f88b825d" providerId="ADAL" clId="{3B3280C4-F3F8-496A-8BCB-4738A83E35A6}" dt="2026-01-14T21:05:38.322" v="799" actId="14100"/>
          <ac:spMkLst>
            <pc:docMk/>
            <pc:sldMk cId="1639991236" sldId="282"/>
            <ac:spMk id="13" creationId="{6545845E-06E7-92FF-E89D-429F075FE966}"/>
          </ac:spMkLst>
        </pc:spChg>
        <pc:picChg chg="add mod">
          <ac:chgData name="Yengala, Nikhil" userId="b3d7c120-5e59-41bf-a61f-3240f88b825d" providerId="ADAL" clId="{3B3280C4-F3F8-496A-8BCB-4738A83E35A6}" dt="2026-01-14T21:05:04.902" v="795" actId="1076"/>
          <ac:picMkLst>
            <pc:docMk/>
            <pc:sldMk cId="1639991236" sldId="282"/>
            <ac:picMk id="9" creationId="{D261C1AC-E4C8-4456-5094-47CB41B1CFF5}"/>
          </ac:picMkLst>
        </pc:picChg>
        <pc:picChg chg="add mod">
          <ac:chgData name="Yengala, Nikhil" userId="b3d7c120-5e59-41bf-a61f-3240f88b825d" providerId="ADAL" clId="{3B3280C4-F3F8-496A-8BCB-4738A83E35A6}" dt="2026-01-14T21:06:45.156" v="802" actId="1076"/>
          <ac:picMkLst>
            <pc:docMk/>
            <pc:sldMk cId="1639991236" sldId="282"/>
            <ac:picMk id="17" creationId="{4BA2FEA9-14ED-3C64-5A0F-E205171052CE}"/>
          </ac:picMkLst>
        </pc:picChg>
        <pc:cxnChg chg="add mod">
          <ac:chgData name="Yengala, Nikhil" userId="b3d7c120-5e59-41bf-a61f-3240f88b825d" providerId="ADAL" clId="{3B3280C4-F3F8-496A-8BCB-4738A83E35A6}" dt="2026-01-14T21:05:04.902" v="795" actId="1076"/>
          <ac:cxnSpMkLst>
            <pc:docMk/>
            <pc:sldMk cId="1639991236" sldId="282"/>
            <ac:cxnSpMk id="6" creationId="{DE875178-E6DA-9FC2-7298-F011B1244C9E}"/>
          </ac:cxnSpMkLst>
        </pc:cxnChg>
        <pc:cxnChg chg="add mod">
          <ac:chgData name="Yengala, Nikhil" userId="b3d7c120-5e59-41bf-a61f-3240f88b825d" providerId="ADAL" clId="{3B3280C4-F3F8-496A-8BCB-4738A83E35A6}" dt="2026-01-14T21:06:47.957" v="803" actId="14100"/>
          <ac:cxnSpMkLst>
            <pc:docMk/>
            <pc:sldMk cId="1639991236" sldId="282"/>
            <ac:cxnSpMk id="14" creationId="{B7C2F58B-95BE-DC99-652C-3A7CDAC5DCBF}"/>
          </ac:cxnSpMkLst>
        </pc:cxnChg>
      </pc:sldChg>
      <pc:sldChg chg="addSp delSp modSp add mod">
        <pc:chgData name="Yengala, Nikhil" userId="b3d7c120-5e59-41bf-a61f-3240f88b825d" providerId="ADAL" clId="{3B3280C4-F3F8-496A-8BCB-4738A83E35A6}" dt="2026-01-14T21:11:06.709" v="866"/>
        <pc:sldMkLst>
          <pc:docMk/>
          <pc:sldMk cId="3295099919" sldId="283"/>
        </pc:sldMkLst>
        <pc:spChg chg="mod">
          <ac:chgData name="Yengala, Nikhil" userId="b3d7c120-5e59-41bf-a61f-3240f88b825d" providerId="ADAL" clId="{3B3280C4-F3F8-496A-8BCB-4738A83E35A6}" dt="2026-01-14T21:10:44.625" v="865" actId="12788"/>
          <ac:spMkLst>
            <pc:docMk/>
            <pc:sldMk cId="3295099919" sldId="283"/>
            <ac:spMk id="5" creationId="{17AB9D6B-18F3-DC57-65B2-19E129956944}"/>
          </ac:spMkLst>
        </pc:spChg>
        <pc:graphicFrameChg chg="add mod">
          <ac:chgData name="Yengala, Nikhil" userId="b3d7c120-5e59-41bf-a61f-3240f88b825d" providerId="ADAL" clId="{3B3280C4-F3F8-496A-8BCB-4738A83E35A6}" dt="2026-01-14T21:11:06.709" v="866"/>
          <ac:graphicFrameMkLst>
            <pc:docMk/>
            <pc:sldMk cId="3295099919" sldId="283"/>
            <ac:graphicFrameMk id="12" creationId="{1EB6315B-FFFF-56BC-8618-298CC0D8A848}"/>
          </ac:graphicFrameMkLst>
        </pc:graphicFrameChg>
        <pc:picChg chg="add mod">
          <ac:chgData name="Yengala, Nikhil" userId="b3d7c120-5e59-41bf-a61f-3240f88b825d" providerId="ADAL" clId="{3B3280C4-F3F8-496A-8BCB-4738A83E35A6}" dt="2026-01-14T21:11:06.709" v="866"/>
          <ac:picMkLst>
            <pc:docMk/>
            <pc:sldMk cId="3295099919" sldId="283"/>
            <ac:picMk id="13" creationId="{ECAA646C-6079-FD70-B293-B66249B2D79B}"/>
          </ac:picMkLst>
        </pc:picChg>
        <pc:picChg chg="add mod">
          <ac:chgData name="Yengala, Nikhil" userId="b3d7c120-5e59-41bf-a61f-3240f88b825d" providerId="ADAL" clId="{3B3280C4-F3F8-496A-8BCB-4738A83E35A6}" dt="2026-01-14T21:11:06.709" v="866"/>
          <ac:picMkLst>
            <pc:docMk/>
            <pc:sldMk cId="3295099919" sldId="283"/>
            <ac:picMk id="14" creationId="{47A4CDDA-FEC4-235F-EFF9-CC079B72DEC5}"/>
          </ac:picMkLst>
        </pc:picChg>
        <pc:picChg chg="add mod">
          <ac:chgData name="Yengala, Nikhil" userId="b3d7c120-5e59-41bf-a61f-3240f88b825d" providerId="ADAL" clId="{3B3280C4-F3F8-496A-8BCB-4738A83E35A6}" dt="2026-01-14T21:11:06.709" v="866"/>
          <ac:picMkLst>
            <pc:docMk/>
            <pc:sldMk cId="3295099919" sldId="283"/>
            <ac:picMk id="15" creationId="{3C648717-DCEA-42CE-DEA9-AFDD9DE6B1E3}"/>
          </ac:picMkLst>
        </pc:picChg>
        <pc:picChg chg="add mod">
          <ac:chgData name="Yengala, Nikhil" userId="b3d7c120-5e59-41bf-a61f-3240f88b825d" providerId="ADAL" clId="{3B3280C4-F3F8-496A-8BCB-4738A83E35A6}" dt="2026-01-14T21:11:06.709" v="866"/>
          <ac:picMkLst>
            <pc:docMk/>
            <pc:sldMk cId="3295099919" sldId="283"/>
            <ac:picMk id="16" creationId="{E7B13086-FBB3-E476-3654-284F9E73256D}"/>
          </ac:picMkLst>
        </pc:picChg>
      </pc:sldChg>
      <pc:sldChg chg="addSp delSp modSp add mod ord">
        <pc:chgData name="Yengala, Nikhil" userId="b3d7c120-5e59-41bf-a61f-3240f88b825d" providerId="ADAL" clId="{3B3280C4-F3F8-496A-8BCB-4738A83E35A6}" dt="2026-01-14T21:10:01.501" v="835" actId="1076"/>
        <pc:sldMkLst>
          <pc:docMk/>
          <pc:sldMk cId="3100311264" sldId="284"/>
        </pc:sldMkLst>
        <pc:spChg chg="add mod">
          <ac:chgData name="Yengala, Nikhil" userId="b3d7c120-5e59-41bf-a61f-3240f88b825d" providerId="ADAL" clId="{3B3280C4-F3F8-496A-8BCB-4738A83E35A6}" dt="2026-01-14T21:08:04.112" v="813" actId="1076"/>
          <ac:spMkLst>
            <pc:docMk/>
            <pc:sldMk cId="3100311264" sldId="284"/>
            <ac:spMk id="3" creationId="{2B809623-5781-172C-8A84-13B34E1AD89B}"/>
          </ac:spMkLst>
        </pc:spChg>
        <pc:spChg chg="add mod ord">
          <ac:chgData name="Yengala, Nikhil" userId="b3d7c120-5e59-41bf-a61f-3240f88b825d" providerId="ADAL" clId="{3B3280C4-F3F8-496A-8BCB-4738A83E35A6}" dt="2026-01-14T21:09:10.242" v="830" actId="14100"/>
          <ac:spMkLst>
            <pc:docMk/>
            <pc:sldMk cId="3100311264" sldId="284"/>
            <ac:spMk id="7" creationId="{F9107BBB-1F93-2395-7F11-1FBB77F4556C}"/>
          </ac:spMkLst>
        </pc:spChg>
        <pc:picChg chg="add mod">
          <ac:chgData name="Yengala, Nikhil" userId="b3d7c120-5e59-41bf-a61f-3240f88b825d" providerId="ADAL" clId="{3B3280C4-F3F8-496A-8BCB-4738A83E35A6}" dt="2026-01-14T21:09:02.422" v="827" actId="1076"/>
          <ac:picMkLst>
            <pc:docMk/>
            <pc:sldMk cId="3100311264" sldId="284"/>
            <ac:picMk id="11" creationId="{EAEA3B39-6955-FD4E-D67D-FBDCBBE78EAC}"/>
          </ac:picMkLst>
        </pc:picChg>
        <pc:picChg chg="add mod">
          <ac:chgData name="Yengala, Nikhil" userId="b3d7c120-5e59-41bf-a61f-3240f88b825d" providerId="ADAL" clId="{3B3280C4-F3F8-496A-8BCB-4738A83E35A6}" dt="2026-01-14T21:10:01.501" v="835" actId="1076"/>
          <ac:picMkLst>
            <pc:docMk/>
            <pc:sldMk cId="3100311264" sldId="284"/>
            <ac:picMk id="17" creationId="{5A5A075F-729C-99D2-1DC7-AE44E33F8895}"/>
          </ac:picMkLst>
        </pc:picChg>
        <pc:cxnChg chg="mod">
          <ac:chgData name="Yengala, Nikhil" userId="b3d7c120-5e59-41bf-a61f-3240f88b825d" providerId="ADAL" clId="{3B3280C4-F3F8-496A-8BCB-4738A83E35A6}" dt="2026-01-14T21:09:02.422" v="827" actId="1076"/>
          <ac:cxnSpMkLst>
            <pc:docMk/>
            <pc:sldMk cId="3100311264" sldId="284"/>
            <ac:cxnSpMk id="6" creationId="{72C1965A-022C-5291-984F-71096975EF09}"/>
          </ac:cxnSpMkLst>
        </pc:cxnChg>
        <pc:cxnChg chg="add mod">
          <ac:chgData name="Yengala, Nikhil" userId="b3d7c120-5e59-41bf-a61f-3240f88b825d" providerId="ADAL" clId="{3B3280C4-F3F8-496A-8BCB-4738A83E35A6}" dt="2026-01-14T21:10:01.501" v="835" actId="1076"/>
          <ac:cxnSpMkLst>
            <pc:docMk/>
            <pc:sldMk cId="3100311264" sldId="284"/>
            <ac:cxnSpMk id="8" creationId="{DC10E382-6A6B-B265-2B92-B54149FFC5AD}"/>
          </ac:cxnSpMkLst>
        </pc:cxnChg>
      </pc:sldChg>
      <pc:sldChg chg="setBg">
        <pc:chgData name="Yengala, Nikhil" userId="b3d7c120-5e59-41bf-a61f-3240f88b825d" providerId="ADAL" clId="{3B3280C4-F3F8-496A-8BCB-4738A83E35A6}" dt="2026-01-14T21:11:32.630" v="867"/>
        <pc:sldMkLst>
          <pc:docMk/>
          <pc:sldMk cId="3678252793" sldId="294"/>
        </pc:sldMkLst>
      </pc:sldChg>
    </pc:docChg>
  </pc:docChgLst>
  <pc:docChgLst>
    <pc:chgData name="Mitchell, Molly" userId="S::molly.mitchell@flhealth.gov::98f167f1-e2c8-48d3-9306-15ff9138877e" providerId="AD" clId="Web-{71210F85-DA61-E207-1C26-5780EAC59859}"/>
    <pc:docChg chg="mod delSld modSld">
      <pc:chgData name="Mitchell, Molly" userId="S::molly.mitchell@flhealth.gov::98f167f1-e2c8-48d3-9306-15ff9138877e" providerId="AD" clId="Web-{71210F85-DA61-E207-1C26-5780EAC59859}" dt="2026-01-15T15:04:47.955" v="2"/>
      <pc:docMkLst>
        <pc:docMk/>
      </pc:docMkLst>
      <pc:sldChg chg="del">
        <pc:chgData name="Mitchell, Molly" userId="S::molly.mitchell@flhealth.gov::98f167f1-e2c8-48d3-9306-15ff9138877e" providerId="AD" clId="Web-{71210F85-DA61-E207-1C26-5780EAC59859}" dt="2026-01-15T15:04:47.955" v="2"/>
        <pc:sldMkLst>
          <pc:docMk/>
          <pc:sldMk cId="1920890613" sldId="263"/>
        </pc:sldMkLst>
      </pc:sldChg>
      <pc:sldChg chg="modSp">
        <pc:chgData name="Mitchell, Molly" userId="S::molly.mitchell@flhealth.gov::98f167f1-e2c8-48d3-9306-15ff9138877e" providerId="AD" clId="Web-{71210F85-DA61-E207-1C26-5780EAC59859}" dt="2026-01-15T15:00:22.691" v="0" actId="14100"/>
        <pc:sldMkLst>
          <pc:docMk/>
          <pc:sldMk cId="3221628083" sldId="264"/>
        </pc:sldMkLst>
        <pc:spChg chg="mod">
          <ac:chgData name="Mitchell, Molly" userId="S::molly.mitchell@flhealth.gov::98f167f1-e2c8-48d3-9306-15ff9138877e" providerId="AD" clId="Web-{71210F85-DA61-E207-1C26-5780EAC59859}" dt="2026-01-15T15:00:22.691" v="0" actId="14100"/>
          <ac:spMkLst>
            <pc:docMk/>
            <pc:sldMk cId="3221628083" sldId="264"/>
            <ac:spMk id="7" creationId="{EB38AD1B-4372-11A5-EF55-92D1A6D84E62}"/>
          </ac:spMkLst>
        </pc:spChg>
        <pc:cxnChg chg="mod">
          <ac:chgData name="Mitchell, Molly" userId="S::molly.mitchell@flhealth.gov::98f167f1-e2c8-48d3-9306-15ff9138877e" providerId="AD" clId="Web-{71210F85-DA61-E207-1C26-5780EAC59859}" dt="2026-01-15T15:00:22.691" v="0" actId="14100"/>
          <ac:cxnSpMkLst>
            <pc:docMk/>
            <pc:sldMk cId="3221628083" sldId="264"/>
            <ac:cxnSpMk id="9" creationId="{5DA71AFA-5C47-62A8-ABB5-272F8D894AD2}"/>
          </ac:cxnSpMkLst>
        </pc:cxnChg>
        <pc:cxnChg chg="mod">
          <ac:chgData name="Mitchell, Molly" userId="S::molly.mitchell@flhealth.gov::98f167f1-e2c8-48d3-9306-15ff9138877e" providerId="AD" clId="Web-{71210F85-DA61-E207-1C26-5780EAC59859}" dt="2026-01-15T15:00:22.691" v="0" actId="14100"/>
          <ac:cxnSpMkLst>
            <pc:docMk/>
            <pc:sldMk cId="3221628083" sldId="264"/>
            <ac:cxnSpMk id="15" creationId="{CF1B3B51-C721-C841-98E1-B063CC45E0E5}"/>
          </ac:cxnSpMkLst>
        </pc:cxnChg>
      </pc:sldChg>
    </pc:docChg>
  </pc:docChgLst>
  <pc:docChgLst>
    <pc:chgData name="Yengala, Nikhil" userId="b3d7c120-5e59-41bf-a61f-3240f88b825d" providerId="ADAL" clId="{5023FD07-A42B-4608-9F1F-42B22587C1B5}"/>
    <pc:docChg chg="modSld">
      <pc:chgData name="Yengala, Nikhil" userId="b3d7c120-5e59-41bf-a61f-3240f88b825d" providerId="ADAL" clId="{5023FD07-A42B-4608-9F1F-42B22587C1B5}" dt="2026-02-02T16:00:42.014" v="7" actId="14100"/>
      <pc:docMkLst>
        <pc:docMk/>
      </pc:docMkLst>
      <pc:sldChg chg="modSp mod">
        <pc:chgData name="Yengala, Nikhil" userId="b3d7c120-5e59-41bf-a61f-3240f88b825d" providerId="ADAL" clId="{5023FD07-A42B-4608-9F1F-42B22587C1B5}" dt="2026-02-02T16:00:42.014" v="7" actId="14100"/>
        <pc:sldMkLst>
          <pc:docMk/>
          <pc:sldMk cId="2129858625" sldId="257"/>
        </pc:sldMkLst>
        <pc:spChg chg="mod">
          <ac:chgData name="Yengala, Nikhil" userId="b3d7c120-5e59-41bf-a61f-3240f88b825d" providerId="ADAL" clId="{5023FD07-A42B-4608-9F1F-42B22587C1B5}" dt="2026-02-02T16:00:42.014" v="7" actId="14100"/>
          <ac:spMkLst>
            <pc:docMk/>
            <pc:sldMk cId="2129858625" sldId="257"/>
            <ac:spMk id="4" creationId="{5A83629B-F11C-9C60-39CF-06184F7363A1}"/>
          </ac:spMkLst>
        </pc:spChg>
      </pc:sldChg>
    </pc:docChg>
  </pc:docChgLst>
</pc:chgInfo>
</file>

<file path=ppt/comments/modernComment_108_C00624B3.xml><?xml version="1.0" encoding="utf-8"?>
<p188:cmLst xmlns:a="http://schemas.openxmlformats.org/drawingml/2006/main" xmlns:r="http://schemas.openxmlformats.org/officeDocument/2006/relationships" xmlns:p188="http://schemas.microsoft.com/office/powerpoint/2018/8/main">
  <p188:cm id="{831A45E0-357A-42C5-AA1E-45A9CECBC199}" authorId="{FD43CA0E-F221-EB06-8AE8-63C9A960C8AB}" status="resolved" created="2026-01-15T15:03:47.174" complete="100000">
    <ac:deMkLst xmlns:ac="http://schemas.microsoft.com/office/drawing/2013/main/command">
      <pc:docMk xmlns:pc="http://schemas.microsoft.com/office/powerpoint/2013/main/command"/>
      <pc:sldMk xmlns:pc="http://schemas.microsoft.com/office/powerpoint/2013/main/command" cId="3221628083" sldId="264"/>
      <ac:spMk id="7" creationId="{EB38AD1B-4372-11A5-EF55-92D1A6D84E62}"/>
    </ac:deMkLst>
    <p188:txBody>
      <a:bodyPr/>
      <a:lstStyle/>
      <a:p>
        <a:r>
          <a:rPr lang="en-US"/>
          <a:t>this box is a bit off, could you fix this? covered by pics</a:t>
        </a:r>
      </a:p>
    </p188:txBody>
  </p188:cm>
</p188:cmLst>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56BE45-4D9F-49C4-9D45-72BD5BA64D54}" type="doc">
      <dgm:prSet loTypeId="urn:microsoft.com/office/officeart/2005/8/layout/vList3" loCatId="list" qsTypeId="urn:microsoft.com/office/officeart/2005/8/quickstyle/simple1" qsCatId="simple" csTypeId="urn:microsoft.com/office/officeart/2005/8/colors/accent3_1" csCatId="accent3" phldr="1"/>
      <dgm:spPr/>
    </dgm:pt>
    <dgm:pt modelId="{4C2DA626-A8E6-4E68-BA73-135538B1F12A}">
      <dgm:prSet phldrT="[Text]" custT="1"/>
      <dgm:spPr>
        <a:solidFill>
          <a:schemeClr val="tx1"/>
        </a:solidFill>
        <a:ln w="28575">
          <a:solidFill>
            <a:schemeClr val="tx1"/>
          </a:solidFill>
        </a:ln>
      </dgm:spPr>
      <dgm:t>
        <a:bodyPr/>
        <a:lstStyle/>
        <a:p>
          <a:r>
            <a:rPr lang="en-US" sz="2000" dirty="0">
              <a:solidFill>
                <a:schemeClr val="bg1"/>
              </a:solidFill>
              <a:latin typeface="Bahnschrift" panose="020B0502040204020203" pitchFamily="34" charset="0"/>
              <a:ea typeface="Source Sans Pro Light"/>
              <a:cs typeface="Biome Light"/>
            </a:rPr>
            <a:t>Successfully executed job query for </a:t>
          </a:r>
          <a:r>
            <a:rPr lang="en-US" sz="2000" dirty="0" err="1">
              <a:solidFill>
                <a:schemeClr val="bg1"/>
              </a:solidFill>
              <a:latin typeface="Bahnschrift" panose="020B0502040204020203" pitchFamily="34" charset="0"/>
              <a:ea typeface="Source Sans Pro Light" panose="020B0403030403020204" pitchFamily="34" charset="0"/>
              <a:cs typeface="Biome Light" panose="020B0303030204020804" pitchFamily="34" charset="0"/>
            </a:rPr>
            <a:t>PHoeNIx</a:t>
          </a:r>
          <a:endParaRPr lang="en-US" sz="2000" dirty="0">
            <a:solidFill>
              <a:schemeClr val="bg1"/>
            </a:solidFill>
            <a:latin typeface="Bahnschrift" panose="020B0502040204020203" pitchFamily="34" charset="0"/>
            <a:ea typeface="Source Sans Pro Light"/>
            <a:cs typeface="Biome Light"/>
          </a:endParaRPr>
        </a:p>
      </dgm:t>
    </dgm:pt>
    <dgm:pt modelId="{EA4DC2B2-A8ED-42C1-BEF8-E191BB7CD392}" type="sibTrans" cxnId="{03505CA2-E61C-4C27-A96A-EC3D2BA6C063}">
      <dgm:prSet/>
      <dgm:spPr/>
      <dgm:t>
        <a:bodyPr/>
        <a:lstStyle/>
        <a:p>
          <a:endParaRPr lang="en-US"/>
        </a:p>
      </dgm:t>
    </dgm:pt>
    <dgm:pt modelId="{8576EDA1-3F2E-4C1C-B1FE-2EE1729E100E}" type="parTrans" cxnId="{03505CA2-E61C-4C27-A96A-EC3D2BA6C063}">
      <dgm:prSet/>
      <dgm:spPr/>
      <dgm:t>
        <a:bodyPr/>
        <a:lstStyle/>
        <a:p>
          <a:endParaRPr lang="en-US"/>
        </a:p>
      </dgm:t>
    </dgm:pt>
    <dgm:pt modelId="{011C7867-A99A-48CE-8FE2-1798D988DE3A}">
      <dgm:prSet phldrT="[Text]" custT="1"/>
      <dgm:spPr>
        <a:solidFill>
          <a:schemeClr val="tx1"/>
        </a:solidFill>
        <a:ln w="28575">
          <a:solidFill>
            <a:schemeClr val="tx1"/>
          </a:solidFill>
        </a:ln>
      </dgm:spPr>
      <dgm:t>
        <a:bodyPr/>
        <a:lstStyle/>
        <a:p>
          <a:r>
            <a:rPr lang="en-US" sz="2000" dirty="0">
              <a:solidFill>
                <a:schemeClr val="bg1"/>
              </a:solidFill>
              <a:latin typeface="Bahnschrift" panose="020B0502040204020203" pitchFamily="34" charset="0"/>
              <a:ea typeface="Source Sans Pro Light" panose="020B0403030403020204" pitchFamily="34" charset="0"/>
              <a:cs typeface="Biome Light" panose="020B0303030204020804" pitchFamily="34" charset="0"/>
            </a:rPr>
            <a:t>Installation and setup of </a:t>
          </a:r>
          <a:r>
            <a:rPr lang="en-US" sz="2000" dirty="0" err="1">
              <a:solidFill>
                <a:schemeClr val="bg1"/>
              </a:solidFill>
              <a:latin typeface="Bahnschrift" panose="020B0502040204020203" pitchFamily="34" charset="0"/>
              <a:ea typeface="Source Sans Pro Light" panose="020B0403030403020204" pitchFamily="34" charset="0"/>
              <a:cs typeface="Biome Light" panose="020B0303030204020804" pitchFamily="34" charset="0"/>
            </a:rPr>
            <a:t>PHoeNIx</a:t>
          </a:r>
          <a:r>
            <a:rPr lang="en-US" sz="2000" dirty="0">
              <a:solidFill>
                <a:schemeClr val="bg1"/>
              </a:solidFill>
              <a:latin typeface="Bahnschrift" panose="020B0502040204020203" pitchFamily="34" charset="0"/>
              <a:ea typeface="Source Sans Pro Light" panose="020B0403030403020204" pitchFamily="34" charset="0"/>
              <a:cs typeface="Biome Light" panose="020B0303030204020804" pitchFamily="34" charset="0"/>
            </a:rPr>
            <a:t> in HPG</a:t>
          </a:r>
        </a:p>
      </dgm:t>
    </dgm:pt>
    <dgm:pt modelId="{2017434B-7C99-4A3C-A7B5-09D49E486E46}" type="sibTrans" cxnId="{DA5A2908-8CE1-4BDE-BF33-1BC87AF48474}">
      <dgm:prSet/>
      <dgm:spPr/>
      <dgm:t>
        <a:bodyPr/>
        <a:lstStyle/>
        <a:p>
          <a:endParaRPr lang="en-US"/>
        </a:p>
      </dgm:t>
    </dgm:pt>
    <dgm:pt modelId="{8D2BD122-9A25-4025-B078-E868AF3C743A}" type="parTrans" cxnId="{DA5A2908-8CE1-4BDE-BF33-1BC87AF48474}">
      <dgm:prSet/>
      <dgm:spPr/>
      <dgm:t>
        <a:bodyPr/>
        <a:lstStyle/>
        <a:p>
          <a:endParaRPr lang="en-US"/>
        </a:p>
      </dgm:t>
    </dgm:pt>
    <dgm:pt modelId="{844D157D-BBFB-42FE-A42C-B12276F5E9F1}">
      <dgm:prSet phldrT="[Text]" custT="1"/>
      <dgm:spPr>
        <a:solidFill>
          <a:schemeClr val="tx1"/>
        </a:solidFill>
        <a:ln w="28575">
          <a:solidFill>
            <a:schemeClr val="tx1"/>
          </a:solidFill>
        </a:ln>
      </dgm:spPr>
      <dgm:t>
        <a:bodyPr/>
        <a:lstStyle/>
        <a:p>
          <a:r>
            <a:rPr lang="en-US" sz="2000" dirty="0">
              <a:solidFill>
                <a:schemeClr val="bg1"/>
              </a:solidFill>
              <a:latin typeface="Bahnschrift" panose="020B0502040204020203" pitchFamily="34" charset="0"/>
              <a:ea typeface="Source Sans Pro Light"/>
              <a:cs typeface="Biome Light"/>
            </a:rPr>
            <a:t>Generated output files</a:t>
          </a:r>
        </a:p>
      </dgm:t>
    </dgm:pt>
    <dgm:pt modelId="{576FC6E6-9F6D-482A-A6F2-5E3FF5A5A9B7}" type="sibTrans" cxnId="{E940F74B-D407-4C37-A337-CC1089E9542E}">
      <dgm:prSet/>
      <dgm:spPr/>
      <dgm:t>
        <a:bodyPr/>
        <a:lstStyle/>
        <a:p>
          <a:endParaRPr lang="en-US"/>
        </a:p>
      </dgm:t>
    </dgm:pt>
    <dgm:pt modelId="{5CCE9A0E-1B3D-476B-9913-BC48E065B2BC}" type="parTrans" cxnId="{E940F74B-D407-4C37-A337-CC1089E9542E}">
      <dgm:prSet/>
      <dgm:spPr/>
      <dgm:t>
        <a:bodyPr/>
        <a:lstStyle/>
        <a:p>
          <a:endParaRPr lang="en-US"/>
        </a:p>
      </dgm:t>
    </dgm:pt>
    <dgm:pt modelId="{74E71280-B2DE-4AAD-9F03-6B69E17EE820}">
      <dgm:prSet phldrT="[Text]" custT="1"/>
      <dgm:spPr>
        <a:solidFill>
          <a:schemeClr val="tx1"/>
        </a:solidFill>
        <a:ln w="28575">
          <a:solidFill>
            <a:schemeClr val="tx1"/>
          </a:solidFill>
        </a:ln>
      </dgm:spPr>
      <dgm:t>
        <a:bodyPr/>
        <a:lstStyle/>
        <a:p>
          <a:r>
            <a:rPr lang="en-US" sz="2000" dirty="0">
              <a:solidFill>
                <a:schemeClr val="bg1"/>
              </a:solidFill>
              <a:latin typeface="Bahnschrift" panose="020B0502040204020203" pitchFamily="34" charset="0"/>
              <a:ea typeface="Source Sans Pro Light" panose="020B0403030403020204" pitchFamily="34" charset="0"/>
              <a:cs typeface="Biome Light" panose="020B0303030204020804" pitchFamily="34" charset="0"/>
            </a:rPr>
            <a:t>Fundamentals of </a:t>
          </a:r>
          <a:r>
            <a:rPr lang="en-US" sz="2000" dirty="0" err="1">
              <a:solidFill>
                <a:schemeClr val="bg1"/>
              </a:solidFill>
              <a:latin typeface="Bahnschrift" panose="020B0502040204020203" pitchFamily="34" charset="0"/>
              <a:ea typeface="Source Sans Pro Light" panose="020B0403030403020204" pitchFamily="34" charset="0"/>
              <a:cs typeface="Biome Light" panose="020B0303030204020804" pitchFamily="34" charset="0"/>
            </a:rPr>
            <a:t>PHoeNIx</a:t>
          </a:r>
          <a:endParaRPr lang="en-US" sz="2000" dirty="0">
            <a:solidFill>
              <a:schemeClr val="bg1"/>
            </a:solidFill>
            <a:latin typeface="Bahnschrift" panose="020B0502040204020203" pitchFamily="34" charset="0"/>
            <a:ea typeface="Source Sans Pro Light" panose="020B0403030403020204" pitchFamily="34" charset="0"/>
            <a:cs typeface="Biome Light" panose="020B0303030204020804" pitchFamily="34" charset="0"/>
          </a:endParaRPr>
        </a:p>
      </dgm:t>
    </dgm:pt>
    <dgm:pt modelId="{4A438726-A938-47EC-896E-3CB466A06E08}" type="parTrans" cxnId="{893048C2-41FA-46F6-9F6C-948AFD3E0A5F}">
      <dgm:prSet/>
      <dgm:spPr/>
      <dgm:t>
        <a:bodyPr/>
        <a:lstStyle/>
        <a:p>
          <a:endParaRPr lang="en-US"/>
        </a:p>
      </dgm:t>
    </dgm:pt>
    <dgm:pt modelId="{F129C461-AA5F-4A8A-9377-6648EC9180FC}" type="sibTrans" cxnId="{893048C2-41FA-46F6-9F6C-948AFD3E0A5F}">
      <dgm:prSet/>
      <dgm:spPr/>
      <dgm:t>
        <a:bodyPr/>
        <a:lstStyle/>
        <a:p>
          <a:endParaRPr lang="en-US"/>
        </a:p>
      </dgm:t>
    </dgm:pt>
    <dgm:pt modelId="{888F7407-92EA-49B2-8246-318A89D40878}" type="pres">
      <dgm:prSet presAssocID="{CD56BE45-4D9F-49C4-9D45-72BD5BA64D54}" presName="linearFlow" presStyleCnt="0">
        <dgm:presLayoutVars>
          <dgm:dir/>
          <dgm:resizeHandles val="exact"/>
        </dgm:presLayoutVars>
      </dgm:prSet>
      <dgm:spPr/>
    </dgm:pt>
    <dgm:pt modelId="{28E7477E-0EE1-4A9B-A081-507E31EB074B}" type="pres">
      <dgm:prSet presAssocID="{74E71280-B2DE-4AAD-9F03-6B69E17EE820}" presName="composite" presStyleCnt="0"/>
      <dgm:spPr/>
    </dgm:pt>
    <dgm:pt modelId="{57229733-CFA3-4F29-8328-9CFA6A64CDB7}" type="pres">
      <dgm:prSet presAssocID="{74E71280-B2DE-4AAD-9F03-6B69E17EE820}" presName="imgShp" presStyleLbl="fgImgPlace1" presStyleIdx="0" presStyleCnt="4"/>
      <dgm:spPr>
        <a:solidFill>
          <a:schemeClr val="tx1">
            <a:lumMod val="85000"/>
            <a:lumOff val="15000"/>
          </a:schemeClr>
        </a:solidFill>
        <a:ln>
          <a:noFill/>
        </a:ln>
      </dgm:spPr>
    </dgm:pt>
    <dgm:pt modelId="{E7724F96-DE22-4809-B72C-27BCAC614232}" type="pres">
      <dgm:prSet presAssocID="{74E71280-B2DE-4AAD-9F03-6B69E17EE820}" presName="txShp" presStyleLbl="node1" presStyleIdx="0" presStyleCnt="4">
        <dgm:presLayoutVars>
          <dgm:bulletEnabled val="1"/>
        </dgm:presLayoutVars>
      </dgm:prSet>
      <dgm:spPr/>
    </dgm:pt>
    <dgm:pt modelId="{86F42C62-6F45-43EF-93E5-8E2D3D43AA53}" type="pres">
      <dgm:prSet presAssocID="{F129C461-AA5F-4A8A-9377-6648EC9180FC}" presName="spacing" presStyleCnt="0"/>
      <dgm:spPr/>
    </dgm:pt>
    <dgm:pt modelId="{2F883C1D-AE01-450C-BD84-EA2A40863242}" type="pres">
      <dgm:prSet presAssocID="{011C7867-A99A-48CE-8FE2-1798D988DE3A}" presName="composite" presStyleCnt="0"/>
      <dgm:spPr/>
    </dgm:pt>
    <dgm:pt modelId="{14E68E66-817E-4F1A-B284-BE6ECCD380B8}" type="pres">
      <dgm:prSet presAssocID="{011C7867-A99A-48CE-8FE2-1798D988DE3A}" presName="imgShp" presStyleLbl="fgImgPlace1" presStyleIdx="1" presStyleCnt="4"/>
      <dgm:spPr>
        <a:solidFill>
          <a:schemeClr val="tx1">
            <a:lumMod val="85000"/>
            <a:lumOff val="15000"/>
          </a:schemeClr>
        </a:solidFill>
        <a:ln>
          <a:noFill/>
        </a:ln>
      </dgm:spPr>
    </dgm:pt>
    <dgm:pt modelId="{93779B79-A1FD-4933-A04D-61444F93B67E}" type="pres">
      <dgm:prSet presAssocID="{011C7867-A99A-48CE-8FE2-1798D988DE3A}" presName="txShp" presStyleLbl="node1" presStyleIdx="1" presStyleCnt="4">
        <dgm:presLayoutVars>
          <dgm:bulletEnabled val="1"/>
        </dgm:presLayoutVars>
      </dgm:prSet>
      <dgm:spPr/>
    </dgm:pt>
    <dgm:pt modelId="{C12B15F1-3EAE-4D60-8ADF-9140A9D6DC83}" type="pres">
      <dgm:prSet presAssocID="{2017434B-7C99-4A3C-A7B5-09D49E486E46}" presName="spacing" presStyleCnt="0"/>
      <dgm:spPr/>
    </dgm:pt>
    <dgm:pt modelId="{6C04EF00-6DEE-4DEF-9F2E-97512DF032B4}" type="pres">
      <dgm:prSet presAssocID="{4C2DA626-A8E6-4E68-BA73-135538B1F12A}" presName="composite" presStyleCnt="0"/>
      <dgm:spPr/>
    </dgm:pt>
    <dgm:pt modelId="{18666C39-73C4-4660-ACF0-FB5A3A5FCB5D}" type="pres">
      <dgm:prSet presAssocID="{4C2DA626-A8E6-4E68-BA73-135538B1F12A}" presName="imgShp" presStyleLbl="fgImgPlace1" presStyleIdx="2" presStyleCnt="4"/>
      <dgm:spPr>
        <a:solidFill>
          <a:schemeClr val="tx1">
            <a:lumMod val="85000"/>
            <a:lumOff val="15000"/>
          </a:schemeClr>
        </a:solidFill>
        <a:ln>
          <a:noFill/>
        </a:ln>
      </dgm:spPr>
    </dgm:pt>
    <dgm:pt modelId="{0B2D375A-2CBC-42FB-A477-910FE4A596BD}" type="pres">
      <dgm:prSet presAssocID="{4C2DA626-A8E6-4E68-BA73-135538B1F12A}" presName="txShp" presStyleLbl="node1" presStyleIdx="2" presStyleCnt="4">
        <dgm:presLayoutVars>
          <dgm:bulletEnabled val="1"/>
        </dgm:presLayoutVars>
      </dgm:prSet>
      <dgm:spPr/>
    </dgm:pt>
    <dgm:pt modelId="{95B71999-F38D-4533-9BFC-F4C44226691E}" type="pres">
      <dgm:prSet presAssocID="{EA4DC2B2-A8ED-42C1-BEF8-E191BB7CD392}" presName="spacing" presStyleCnt="0"/>
      <dgm:spPr/>
    </dgm:pt>
    <dgm:pt modelId="{3679D8F1-3EBD-4022-B1D9-366FC1A8F57C}" type="pres">
      <dgm:prSet presAssocID="{844D157D-BBFB-42FE-A42C-B12276F5E9F1}" presName="composite" presStyleCnt="0"/>
      <dgm:spPr/>
    </dgm:pt>
    <dgm:pt modelId="{564435E5-96AE-410C-88BF-78C4E9199BBD}" type="pres">
      <dgm:prSet presAssocID="{844D157D-BBFB-42FE-A42C-B12276F5E9F1}" presName="imgShp" presStyleLbl="fgImgPlace1" presStyleIdx="3" presStyleCnt="4"/>
      <dgm:spPr>
        <a:solidFill>
          <a:schemeClr val="tx1">
            <a:lumMod val="85000"/>
            <a:lumOff val="15000"/>
          </a:schemeClr>
        </a:solidFill>
        <a:ln>
          <a:noFill/>
        </a:ln>
      </dgm:spPr>
    </dgm:pt>
    <dgm:pt modelId="{66B885E6-2583-40B2-9703-C83AB871BA14}" type="pres">
      <dgm:prSet presAssocID="{844D157D-BBFB-42FE-A42C-B12276F5E9F1}" presName="txShp" presStyleLbl="node1" presStyleIdx="3" presStyleCnt="4">
        <dgm:presLayoutVars>
          <dgm:bulletEnabled val="1"/>
        </dgm:presLayoutVars>
      </dgm:prSet>
      <dgm:spPr/>
    </dgm:pt>
  </dgm:ptLst>
  <dgm:cxnLst>
    <dgm:cxn modelId="{DA5A2908-8CE1-4BDE-BF33-1BC87AF48474}" srcId="{CD56BE45-4D9F-49C4-9D45-72BD5BA64D54}" destId="{011C7867-A99A-48CE-8FE2-1798D988DE3A}" srcOrd="1" destOrd="0" parTransId="{8D2BD122-9A25-4025-B078-E868AF3C743A}" sibTransId="{2017434B-7C99-4A3C-A7B5-09D49E486E46}"/>
    <dgm:cxn modelId="{6115790E-0DFA-4BE8-9ADA-E0FBDB67731E}" type="presOf" srcId="{011C7867-A99A-48CE-8FE2-1798D988DE3A}" destId="{93779B79-A1FD-4933-A04D-61444F93B67E}" srcOrd="0" destOrd="0" presId="urn:microsoft.com/office/officeart/2005/8/layout/vList3"/>
    <dgm:cxn modelId="{EB1C8B2A-ADA7-4C71-8FD6-F02877BC7B91}" type="presOf" srcId="{74E71280-B2DE-4AAD-9F03-6B69E17EE820}" destId="{E7724F96-DE22-4809-B72C-27BCAC614232}" srcOrd="0" destOrd="0" presId="urn:microsoft.com/office/officeart/2005/8/layout/vList3"/>
    <dgm:cxn modelId="{E940F74B-D407-4C37-A337-CC1089E9542E}" srcId="{CD56BE45-4D9F-49C4-9D45-72BD5BA64D54}" destId="{844D157D-BBFB-42FE-A42C-B12276F5E9F1}" srcOrd="3" destOrd="0" parTransId="{5CCE9A0E-1B3D-476B-9913-BC48E065B2BC}" sibTransId="{576FC6E6-9F6D-482A-A6F2-5E3FF5A5A9B7}"/>
    <dgm:cxn modelId="{03505CA2-E61C-4C27-A96A-EC3D2BA6C063}" srcId="{CD56BE45-4D9F-49C4-9D45-72BD5BA64D54}" destId="{4C2DA626-A8E6-4E68-BA73-135538B1F12A}" srcOrd="2" destOrd="0" parTransId="{8576EDA1-3F2E-4C1C-B1FE-2EE1729E100E}" sibTransId="{EA4DC2B2-A8ED-42C1-BEF8-E191BB7CD392}"/>
    <dgm:cxn modelId="{62536DAE-513A-4A60-959B-ADD0C51DD871}" type="presOf" srcId="{CD56BE45-4D9F-49C4-9D45-72BD5BA64D54}" destId="{888F7407-92EA-49B2-8246-318A89D40878}" srcOrd="0" destOrd="0" presId="urn:microsoft.com/office/officeart/2005/8/layout/vList3"/>
    <dgm:cxn modelId="{3EEED0B6-A015-4420-AF49-D31D3FF843C1}" type="presOf" srcId="{4C2DA626-A8E6-4E68-BA73-135538B1F12A}" destId="{0B2D375A-2CBC-42FB-A477-910FE4A596BD}" srcOrd="0" destOrd="0" presId="urn:microsoft.com/office/officeart/2005/8/layout/vList3"/>
    <dgm:cxn modelId="{893048C2-41FA-46F6-9F6C-948AFD3E0A5F}" srcId="{CD56BE45-4D9F-49C4-9D45-72BD5BA64D54}" destId="{74E71280-B2DE-4AAD-9F03-6B69E17EE820}" srcOrd="0" destOrd="0" parTransId="{4A438726-A938-47EC-896E-3CB466A06E08}" sibTransId="{F129C461-AA5F-4A8A-9377-6648EC9180FC}"/>
    <dgm:cxn modelId="{6EC920F5-B78E-4663-A356-80AD62269694}" type="presOf" srcId="{844D157D-BBFB-42FE-A42C-B12276F5E9F1}" destId="{66B885E6-2583-40B2-9703-C83AB871BA14}" srcOrd="0" destOrd="0" presId="urn:microsoft.com/office/officeart/2005/8/layout/vList3"/>
    <dgm:cxn modelId="{030C4163-4C9C-4C05-91B7-64710EDADD3C}" type="presParOf" srcId="{888F7407-92EA-49B2-8246-318A89D40878}" destId="{28E7477E-0EE1-4A9B-A081-507E31EB074B}" srcOrd="0" destOrd="0" presId="urn:microsoft.com/office/officeart/2005/8/layout/vList3"/>
    <dgm:cxn modelId="{5D82068B-68E2-4EF2-A9DB-10850F0E1F16}" type="presParOf" srcId="{28E7477E-0EE1-4A9B-A081-507E31EB074B}" destId="{57229733-CFA3-4F29-8328-9CFA6A64CDB7}" srcOrd="0" destOrd="0" presId="urn:microsoft.com/office/officeart/2005/8/layout/vList3"/>
    <dgm:cxn modelId="{2391120F-1280-489A-AA6C-A60FB497B93E}" type="presParOf" srcId="{28E7477E-0EE1-4A9B-A081-507E31EB074B}" destId="{E7724F96-DE22-4809-B72C-27BCAC614232}" srcOrd="1" destOrd="0" presId="urn:microsoft.com/office/officeart/2005/8/layout/vList3"/>
    <dgm:cxn modelId="{A88797A2-6EAD-4DE0-8CBD-256752F2183F}" type="presParOf" srcId="{888F7407-92EA-49B2-8246-318A89D40878}" destId="{86F42C62-6F45-43EF-93E5-8E2D3D43AA53}" srcOrd="1" destOrd="0" presId="urn:microsoft.com/office/officeart/2005/8/layout/vList3"/>
    <dgm:cxn modelId="{25F9E157-B7A3-4765-9907-1E0E8CA2E386}" type="presParOf" srcId="{888F7407-92EA-49B2-8246-318A89D40878}" destId="{2F883C1D-AE01-450C-BD84-EA2A40863242}" srcOrd="2" destOrd="0" presId="urn:microsoft.com/office/officeart/2005/8/layout/vList3"/>
    <dgm:cxn modelId="{2914343E-825C-47CC-898F-690F2B0F1E65}" type="presParOf" srcId="{2F883C1D-AE01-450C-BD84-EA2A40863242}" destId="{14E68E66-817E-4F1A-B284-BE6ECCD380B8}" srcOrd="0" destOrd="0" presId="urn:microsoft.com/office/officeart/2005/8/layout/vList3"/>
    <dgm:cxn modelId="{71DC741B-BCB5-4BC3-B19A-EED6047AAA87}" type="presParOf" srcId="{2F883C1D-AE01-450C-BD84-EA2A40863242}" destId="{93779B79-A1FD-4933-A04D-61444F93B67E}" srcOrd="1" destOrd="0" presId="urn:microsoft.com/office/officeart/2005/8/layout/vList3"/>
    <dgm:cxn modelId="{FDE262B3-AEFA-472A-B3EC-D1A4EF43D612}" type="presParOf" srcId="{888F7407-92EA-49B2-8246-318A89D40878}" destId="{C12B15F1-3EAE-4D60-8ADF-9140A9D6DC83}" srcOrd="3" destOrd="0" presId="urn:microsoft.com/office/officeart/2005/8/layout/vList3"/>
    <dgm:cxn modelId="{BFE43BBD-205C-49F9-9823-7AE9BE018194}" type="presParOf" srcId="{888F7407-92EA-49B2-8246-318A89D40878}" destId="{6C04EF00-6DEE-4DEF-9F2E-97512DF032B4}" srcOrd="4" destOrd="0" presId="urn:microsoft.com/office/officeart/2005/8/layout/vList3"/>
    <dgm:cxn modelId="{4FBD30C1-895D-4B24-9693-7D6632E12AE5}" type="presParOf" srcId="{6C04EF00-6DEE-4DEF-9F2E-97512DF032B4}" destId="{18666C39-73C4-4660-ACF0-FB5A3A5FCB5D}" srcOrd="0" destOrd="0" presId="urn:microsoft.com/office/officeart/2005/8/layout/vList3"/>
    <dgm:cxn modelId="{E6C7C814-1557-4595-A3E1-C8957FF3CD81}" type="presParOf" srcId="{6C04EF00-6DEE-4DEF-9F2E-97512DF032B4}" destId="{0B2D375A-2CBC-42FB-A477-910FE4A596BD}" srcOrd="1" destOrd="0" presId="urn:microsoft.com/office/officeart/2005/8/layout/vList3"/>
    <dgm:cxn modelId="{04453F53-7573-4CD2-876D-ECA78E9461B0}" type="presParOf" srcId="{888F7407-92EA-49B2-8246-318A89D40878}" destId="{95B71999-F38D-4533-9BFC-F4C44226691E}" srcOrd="5" destOrd="0" presId="urn:microsoft.com/office/officeart/2005/8/layout/vList3"/>
    <dgm:cxn modelId="{42B4A49D-37C4-43E1-88CA-F36DF411EC88}" type="presParOf" srcId="{888F7407-92EA-49B2-8246-318A89D40878}" destId="{3679D8F1-3EBD-4022-B1D9-366FC1A8F57C}" srcOrd="6" destOrd="0" presId="urn:microsoft.com/office/officeart/2005/8/layout/vList3"/>
    <dgm:cxn modelId="{A8BB2ACA-577C-4D36-B265-A5C7F797D74C}" type="presParOf" srcId="{3679D8F1-3EBD-4022-B1D9-366FC1A8F57C}" destId="{564435E5-96AE-410C-88BF-78C4E9199BBD}" srcOrd="0" destOrd="0" presId="urn:microsoft.com/office/officeart/2005/8/layout/vList3"/>
    <dgm:cxn modelId="{AF459861-4E29-4470-9F95-29D9262535C7}" type="presParOf" srcId="{3679D8F1-3EBD-4022-B1D9-366FC1A8F57C}" destId="{66B885E6-2583-40B2-9703-C83AB871BA14}" srcOrd="1" destOrd="0" presId="urn:microsoft.com/office/officeart/2005/8/layout/vList3"/>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724F96-DE22-4809-B72C-27BCAC614232}">
      <dsp:nvSpPr>
        <dsp:cNvPr id="0" name=""/>
        <dsp:cNvSpPr/>
      </dsp:nvSpPr>
      <dsp:spPr>
        <a:xfrm rot="10800000">
          <a:off x="1039702" y="148"/>
          <a:ext cx="3281707" cy="852426"/>
        </a:xfrm>
        <a:prstGeom prst="homePlate">
          <a:avLst/>
        </a:prstGeom>
        <a:solidFill>
          <a:schemeClr val="tx1"/>
        </a:solidFill>
        <a:ln w="28575"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5896"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latin typeface="Bahnschrift" panose="020B0502040204020203" pitchFamily="34" charset="0"/>
              <a:ea typeface="Source Sans Pro Light" panose="020B0403030403020204" pitchFamily="34" charset="0"/>
              <a:cs typeface="Biome Light" panose="020B0303030204020804" pitchFamily="34" charset="0"/>
            </a:rPr>
            <a:t>Fundamentals of </a:t>
          </a:r>
          <a:r>
            <a:rPr lang="en-US" sz="2000" kern="1200" dirty="0" err="1">
              <a:solidFill>
                <a:schemeClr val="bg1"/>
              </a:solidFill>
              <a:latin typeface="Bahnschrift" panose="020B0502040204020203" pitchFamily="34" charset="0"/>
              <a:ea typeface="Source Sans Pro Light" panose="020B0403030403020204" pitchFamily="34" charset="0"/>
              <a:cs typeface="Biome Light" panose="020B0303030204020804" pitchFamily="34" charset="0"/>
            </a:rPr>
            <a:t>PHoeNIx</a:t>
          </a:r>
          <a:endParaRPr lang="en-US" sz="2000" kern="1200" dirty="0">
            <a:solidFill>
              <a:schemeClr val="bg1"/>
            </a:solidFill>
            <a:latin typeface="Bahnschrift" panose="020B0502040204020203" pitchFamily="34" charset="0"/>
            <a:ea typeface="Source Sans Pro Light" panose="020B0403030403020204" pitchFamily="34" charset="0"/>
            <a:cs typeface="Biome Light" panose="020B0303030204020804" pitchFamily="34" charset="0"/>
          </a:endParaRPr>
        </a:p>
      </dsp:txBody>
      <dsp:txXfrm rot="10800000">
        <a:off x="1252808" y="148"/>
        <a:ext cx="3068601" cy="852426"/>
      </dsp:txXfrm>
    </dsp:sp>
    <dsp:sp modelId="{57229733-CFA3-4F29-8328-9CFA6A64CDB7}">
      <dsp:nvSpPr>
        <dsp:cNvPr id="0" name=""/>
        <dsp:cNvSpPr/>
      </dsp:nvSpPr>
      <dsp:spPr>
        <a:xfrm>
          <a:off x="613488" y="148"/>
          <a:ext cx="852426" cy="852426"/>
        </a:xfrm>
        <a:prstGeom prst="ellipse">
          <a:avLst/>
        </a:prstGeom>
        <a:solidFill>
          <a:schemeClr val="tx1">
            <a:lumMod val="85000"/>
            <a:lumOff val="15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93779B79-A1FD-4933-A04D-61444F93B67E}">
      <dsp:nvSpPr>
        <dsp:cNvPr id="0" name=""/>
        <dsp:cNvSpPr/>
      </dsp:nvSpPr>
      <dsp:spPr>
        <a:xfrm rot="10800000">
          <a:off x="1039702" y="1107030"/>
          <a:ext cx="3281707" cy="852426"/>
        </a:xfrm>
        <a:prstGeom prst="homePlate">
          <a:avLst/>
        </a:prstGeom>
        <a:solidFill>
          <a:schemeClr val="tx1"/>
        </a:solidFill>
        <a:ln w="28575"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5896"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latin typeface="Bahnschrift" panose="020B0502040204020203" pitchFamily="34" charset="0"/>
              <a:ea typeface="Source Sans Pro Light" panose="020B0403030403020204" pitchFamily="34" charset="0"/>
              <a:cs typeface="Biome Light" panose="020B0303030204020804" pitchFamily="34" charset="0"/>
            </a:rPr>
            <a:t>Installation and setup of </a:t>
          </a:r>
          <a:r>
            <a:rPr lang="en-US" sz="2000" kern="1200" dirty="0" err="1">
              <a:solidFill>
                <a:schemeClr val="bg1"/>
              </a:solidFill>
              <a:latin typeface="Bahnschrift" panose="020B0502040204020203" pitchFamily="34" charset="0"/>
              <a:ea typeface="Source Sans Pro Light" panose="020B0403030403020204" pitchFamily="34" charset="0"/>
              <a:cs typeface="Biome Light" panose="020B0303030204020804" pitchFamily="34" charset="0"/>
            </a:rPr>
            <a:t>PHoeNIx</a:t>
          </a:r>
          <a:r>
            <a:rPr lang="en-US" sz="2000" kern="1200" dirty="0">
              <a:solidFill>
                <a:schemeClr val="bg1"/>
              </a:solidFill>
              <a:latin typeface="Bahnschrift" panose="020B0502040204020203" pitchFamily="34" charset="0"/>
              <a:ea typeface="Source Sans Pro Light" panose="020B0403030403020204" pitchFamily="34" charset="0"/>
              <a:cs typeface="Biome Light" panose="020B0303030204020804" pitchFamily="34" charset="0"/>
            </a:rPr>
            <a:t> in HPG</a:t>
          </a:r>
        </a:p>
      </dsp:txBody>
      <dsp:txXfrm rot="10800000">
        <a:off x="1252808" y="1107030"/>
        <a:ext cx="3068601" cy="852426"/>
      </dsp:txXfrm>
    </dsp:sp>
    <dsp:sp modelId="{14E68E66-817E-4F1A-B284-BE6ECCD380B8}">
      <dsp:nvSpPr>
        <dsp:cNvPr id="0" name=""/>
        <dsp:cNvSpPr/>
      </dsp:nvSpPr>
      <dsp:spPr>
        <a:xfrm>
          <a:off x="613488" y="1107030"/>
          <a:ext cx="852426" cy="852426"/>
        </a:xfrm>
        <a:prstGeom prst="ellipse">
          <a:avLst/>
        </a:prstGeom>
        <a:solidFill>
          <a:schemeClr val="tx1">
            <a:lumMod val="85000"/>
            <a:lumOff val="15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0B2D375A-2CBC-42FB-A477-910FE4A596BD}">
      <dsp:nvSpPr>
        <dsp:cNvPr id="0" name=""/>
        <dsp:cNvSpPr/>
      </dsp:nvSpPr>
      <dsp:spPr>
        <a:xfrm rot="10800000">
          <a:off x="1039702" y="2213912"/>
          <a:ext cx="3281707" cy="852426"/>
        </a:xfrm>
        <a:prstGeom prst="homePlate">
          <a:avLst/>
        </a:prstGeom>
        <a:solidFill>
          <a:schemeClr val="tx1"/>
        </a:solidFill>
        <a:ln w="28575"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5896"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latin typeface="Bahnschrift" panose="020B0502040204020203" pitchFamily="34" charset="0"/>
              <a:ea typeface="Source Sans Pro Light"/>
              <a:cs typeface="Biome Light"/>
            </a:rPr>
            <a:t>Successfully executed job query for </a:t>
          </a:r>
          <a:r>
            <a:rPr lang="en-US" sz="2000" kern="1200" dirty="0" err="1">
              <a:solidFill>
                <a:schemeClr val="bg1"/>
              </a:solidFill>
              <a:latin typeface="Bahnschrift" panose="020B0502040204020203" pitchFamily="34" charset="0"/>
              <a:ea typeface="Source Sans Pro Light" panose="020B0403030403020204" pitchFamily="34" charset="0"/>
              <a:cs typeface="Biome Light" panose="020B0303030204020804" pitchFamily="34" charset="0"/>
            </a:rPr>
            <a:t>PHoeNIx</a:t>
          </a:r>
          <a:endParaRPr lang="en-US" sz="2000" kern="1200" dirty="0">
            <a:solidFill>
              <a:schemeClr val="bg1"/>
            </a:solidFill>
            <a:latin typeface="Bahnschrift" panose="020B0502040204020203" pitchFamily="34" charset="0"/>
            <a:ea typeface="Source Sans Pro Light"/>
            <a:cs typeface="Biome Light"/>
          </a:endParaRPr>
        </a:p>
      </dsp:txBody>
      <dsp:txXfrm rot="10800000">
        <a:off x="1252808" y="2213912"/>
        <a:ext cx="3068601" cy="852426"/>
      </dsp:txXfrm>
    </dsp:sp>
    <dsp:sp modelId="{18666C39-73C4-4660-ACF0-FB5A3A5FCB5D}">
      <dsp:nvSpPr>
        <dsp:cNvPr id="0" name=""/>
        <dsp:cNvSpPr/>
      </dsp:nvSpPr>
      <dsp:spPr>
        <a:xfrm>
          <a:off x="613488" y="2213912"/>
          <a:ext cx="852426" cy="852426"/>
        </a:xfrm>
        <a:prstGeom prst="ellipse">
          <a:avLst/>
        </a:prstGeom>
        <a:solidFill>
          <a:schemeClr val="tx1">
            <a:lumMod val="85000"/>
            <a:lumOff val="15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66B885E6-2583-40B2-9703-C83AB871BA14}">
      <dsp:nvSpPr>
        <dsp:cNvPr id="0" name=""/>
        <dsp:cNvSpPr/>
      </dsp:nvSpPr>
      <dsp:spPr>
        <a:xfrm rot="10800000">
          <a:off x="1039702" y="3320795"/>
          <a:ext cx="3281707" cy="852426"/>
        </a:xfrm>
        <a:prstGeom prst="homePlate">
          <a:avLst/>
        </a:prstGeom>
        <a:solidFill>
          <a:schemeClr val="tx1"/>
        </a:solidFill>
        <a:ln w="28575"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5896"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latin typeface="Bahnschrift" panose="020B0502040204020203" pitchFamily="34" charset="0"/>
              <a:ea typeface="Source Sans Pro Light"/>
              <a:cs typeface="Biome Light"/>
            </a:rPr>
            <a:t>Generated output files</a:t>
          </a:r>
        </a:p>
      </dsp:txBody>
      <dsp:txXfrm rot="10800000">
        <a:off x="1252808" y="3320795"/>
        <a:ext cx="3068601" cy="852426"/>
      </dsp:txXfrm>
    </dsp:sp>
    <dsp:sp modelId="{564435E5-96AE-410C-88BF-78C4E9199BBD}">
      <dsp:nvSpPr>
        <dsp:cNvPr id="0" name=""/>
        <dsp:cNvSpPr/>
      </dsp:nvSpPr>
      <dsp:spPr>
        <a:xfrm>
          <a:off x="613488" y="3320795"/>
          <a:ext cx="852426" cy="852426"/>
        </a:xfrm>
        <a:prstGeom prst="ellipse">
          <a:avLst/>
        </a:prstGeom>
        <a:solidFill>
          <a:schemeClr val="tx1">
            <a:lumMod val="85000"/>
            <a:lumOff val="15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D3C43-127C-E94F-82AB-4812F6E26C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4171EB-9163-59E7-1F09-960F0EE7BE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508954-7D57-696B-F06E-6F6ADC6547A7}"/>
              </a:ext>
            </a:extLst>
          </p:cNvPr>
          <p:cNvSpPr>
            <a:spLocks noGrp="1"/>
          </p:cNvSpPr>
          <p:nvPr>
            <p:ph type="dt" sz="half" idx="10"/>
          </p:nvPr>
        </p:nvSpPr>
        <p:spPr/>
        <p:txBody>
          <a:bodyPr/>
          <a:lstStyle/>
          <a:p>
            <a:fld id="{3D4EDAD9-DD5C-432D-83F1-5FA5AC7D8680}" type="datetimeFigureOut">
              <a:rPr lang="en-US" smtClean="0"/>
              <a:t>2/2/2026</a:t>
            </a:fld>
            <a:endParaRPr lang="en-US"/>
          </a:p>
        </p:txBody>
      </p:sp>
      <p:sp>
        <p:nvSpPr>
          <p:cNvPr id="5" name="Footer Placeholder 4">
            <a:extLst>
              <a:ext uri="{FF2B5EF4-FFF2-40B4-BE49-F238E27FC236}">
                <a16:creationId xmlns:a16="http://schemas.microsoft.com/office/drawing/2014/main" id="{3BB44E4A-2FFC-528D-BBD2-5208651A89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C9E041-2E80-FB79-3890-028E30C7C21D}"/>
              </a:ext>
            </a:extLst>
          </p:cNvPr>
          <p:cNvSpPr>
            <a:spLocks noGrp="1"/>
          </p:cNvSpPr>
          <p:nvPr>
            <p:ph type="sldNum" sz="quarter" idx="12"/>
          </p:nvPr>
        </p:nvSpPr>
        <p:spPr/>
        <p:txBody>
          <a:bodyPr/>
          <a:lstStyle/>
          <a:p>
            <a:fld id="{14F29213-E51D-42FE-9199-697B4FD72285}" type="slidenum">
              <a:rPr lang="en-US" smtClean="0"/>
              <a:t>‹#›</a:t>
            </a:fld>
            <a:endParaRPr lang="en-US"/>
          </a:p>
        </p:txBody>
      </p:sp>
    </p:spTree>
    <p:extLst>
      <p:ext uri="{BB962C8B-B14F-4D97-AF65-F5344CB8AC3E}">
        <p14:creationId xmlns:p14="http://schemas.microsoft.com/office/powerpoint/2010/main" val="3912144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88AC6-9B76-91FC-2617-1F8AD1DF67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E81AAB-2882-3167-6564-99739AA319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6C8771-1A77-B900-3F04-F8D237CCDF65}"/>
              </a:ext>
            </a:extLst>
          </p:cNvPr>
          <p:cNvSpPr>
            <a:spLocks noGrp="1"/>
          </p:cNvSpPr>
          <p:nvPr>
            <p:ph type="dt" sz="half" idx="10"/>
          </p:nvPr>
        </p:nvSpPr>
        <p:spPr/>
        <p:txBody>
          <a:bodyPr/>
          <a:lstStyle/>
          <a:p>
            <a:fld id="{3D4EDAD9-DD5C-432D-83F1-5FA5AC7D8680}" type="datetimeFigureOut">
              <a:rPr lang="en-US" smtClean="0"/>
              <a:t>2/2/2026</a:t>
            </a:fld>
            <a:endParaRPr lang="en-US"/>
          </a:p>
        </p:txBody>
      </p:sp>
      <p:sp>
        <p:nvSpPr>
          <p:cNvPr id="5" name="Footer Placeholder 4">
            <a:extLst>
              <a:ext uri="{FF2B5EF4-FFF2-40B4-BE49-F238E27FC236}">
                <a16:creationId xmlns:a16="http://schemas.microsoft.com/office/drawing/2014/main" id="{D711F226-BE20-E6FB-C977-880EB5F356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0E9AEA-5216-0729-E884-6E2297F8B385}"/>
              </a:ext>
            </a:extLst>
          </p:cNvPr>
          <p:cNvSpPr>
            <a:spLocks noGrp="1"/>
          </p:cNvSpPr>
          <p:nvPr>
            <p:ph type="sldNum" sz="quarter" idx="12"/>
          </p:nvPr>
        </p:nvSpPr>
        <p:spPr/>
        <p:txBody>
          <a:bodyPr/>
          <a:lstStyle/>
          <a:p>
            <a:fld id="{14F29213-E51D-42FE-9199-697B4FD72285}" type="slidenum">
              <a:rPr lang="en-US" smtClean="0"/>
              <a:t>‹#›</a:t>
            </a:fld>
            <a:endParaRPr lang="en-US"/>
          </a:p>
        </p:txBody>
      </p:sp>
    </p:spTree>
    <p:extLst>
      <p:ext uri="{BB962C8B-B14F-4D97-AF65-F5344CB8AC3E}">
        <p14:creationId xmlns:p14="http://schemas.microsoft.com/office/powerpoint/2010/main" val="901894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4016-65C2-1A0C-F954-78E4DC5143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A94FEA-E786-02A0-DC76-3BAD310294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8D65EF-2A69-1534-95BB-BEBF2B55BF98}"/>
              </a:ext>
            </a:extLst>
          </p:cNvPr>
          <p:cNvSpPr>
            <a:spLocks noGrp="1"/>
          </p:cNvSpPr>
          <p:nvPr>
            <p:ph type="dt" sz="half" idx="10"/>
          </p:nvPr>
        </p:nvSpPr>
        <p:spPr/>
        <p:txBody>
          <a:bodyPr/>
          <a:lstStyle/>
          <a:p>
            <a:fld id="{3D4EDAD9-DD5C-432D-83F1-5FA5AC7D8680}" type="datetimeFigureOut">
              <a:rPr lang="en-US" smtClean="0"/>
              <a:t>2/2/2026</a:t>
            </a:fld>
            <a:endParaRPr lang="en-US"/>
          </a:p>
        </p:txBody>
      </p:sp>
      <p:sp>
        <p:nvSpPr>
          <p:cNvPr id="5" name="Footer Placeholder 4">
            <a:extLst>
              <a:ext uri="{FF2B5EF4-FFF2-40B4-BE49-F238E27FC236}">
                <a16:creationId xmlns:a16="http://schemas.microsoft.com/office/drawing/2014/main" id="{7C4E66F3-E183-E4A4-7E70-32DE9DE917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C95103-2D1A-3BC2-24D5-B2F5F03B52B6}"/>
              </a:ext>
            </a:extLst>
          </p:cNvPr>
          <p:cNvSpPr>
            <a:spLocks noGrp="1"/>
          </p:cNvSpPr>
          <p:nvPr>
            <p:ph type="sldNum" sz="quarter" idx="12"/>
          </p:nvPr>
        </p:nvSpPr>
        <p:spPr/>
        <p:txBody>
          <a:bodyPr/>
          <a:lstStyle/>
          <a:p>
            <a:fld id="{14F29213-E51D-42FE-9199-697B4FD72285}" type="slidenum">
              <a:rPr lang="en-US" smtClean="0"/>
              <a:t>‹#›</a:t>
            </a:fld>
            <a:endParaRPr lang="en-US"/>
          </a:p>
        </p:txBody>
      </p:sp>
    </p:spTree>
    <p:extLst>
      <p:ext uri="{BB962C8B-B14F-4D97-AF65-F5344CB8AC3E}">
        <p14:creationId xmlns:p14="http://schemas.microsoft.com/office/powerpoint/2010/main" val="1712115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8F747-5C36-0CBF-4856-40C2E4C565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370ED7-4BA5-19EC-69D0-5237EAF146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E2343EE-5A83-0111-2023-66BA2950FA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976942-87F6-9968-CCB3-7FFDB06B0602}"/>
              </a:ext>
            </a:extLst>
          </p:cNvPr>
          <p:cNvSpPr>
            <a:spLocks noGrp="1"/>
          </p:cNvSpPr>
          <p:nvPr>
            <p:ph type="dt" sz="half" idx="10"/>
          </p:nvPr>
        </p:nvSpPr>
        <p:spPr/>
        <p:txBody>
          <a:bodyPr/>
          <a:lstStyle/>
          <a:p>
            <a:fld id="{3D4EDAD9-DD5C-432D-83F1-5FA5AC7D8680}" type="datetimeFigureOut">
              <a:rPr lang="en-US" smtClean="0"/>
              <a:t>2/2/2026</a:t>
            </a:fld>
            <a:endParaRPr lang="en-US"/>
          </a:p>
        </p:txBody>
      </p:sp>
      <p:sp>
        <p:nvSpPr>
          <p:cNvPr id="6" name="Footer Placeholder 5">
            <a:extLst>
              <a:ext uri="{FF2B5EF4-FFF2-40B4-BE49-F238E27FC236}">
                <a16:creationId xmlns:a16="http://schemas.microsoft.com/office/drawing/2014/main" id="{CD0080B1-06F2-1690-9486-E1BBE580E8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26BD20-0F56-9FC2-D62F-8B3756B02929}"/>
              </a:ext>
            </a:extLst>
          </p:cNvPr>
          <p:cNvSpPr>
            <a:spLocks noGrp="1"/>
          </p:cNvSpPr>
          <p:nvPr>
            <p:ph type="sldNum" sz="quarter" idx="12"/>
          </p:nvPr>
        </p:nvSpPr>
        <p:spPr/>
        <p:txBody>
          <a:bodyPr/>
          <a:lstStyle/>
          <a:p>
            <a:fld id="{14F29213-E51D-42FE-9199-697B4FD72285}" type="slidenum">
              <a:rPr lang="en-US" smtClean="0"/>
              <a:t>‹#›</a:t>
            </a:fld>
            <a:endParaRPr lang="en-US"/>
          </a:p>
        </p:txBody>
      </p:sp>
    </p:spTree>
    <p:extLst>
      <p:ext uri="{BB962C8B-B14F-4D97-AF65-F5344CB8AC3E}">
        <p14:creationId xmlns:p14="http://schemas.microsoft.com/office/powerpoint/2010/main" val="1857104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414B4-AF6F-D1C1-9046-5548CF4E62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386A307-2085-1426-9FD5-CA8CEBA94E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442C02-1777-167B-9DD2-48DA9F6B87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D92210-F7C1-3377-60A9-DEB2200108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0DB472-0865-1454-DC2E-7D0CC80DBA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224B69-349C-1A60-9FA4-387CC4C18DEB}"/>
              </a:ext>
            </a:extLst>
          </p:cNvPr>
          <p:cNvSpPr>
            <a:spLocks noGrp="1"/>
          </p:cNvSpPr>
          <p:nvPr>
            <p:ph type="dt" sz="half" idx="10"/>
          </p:nvPr>
        </p:nvSpPr>
        <p:spPr/>
        <p:txBody>
          <a:bodyPr/>
          <a:lstStyle/>
          <a:p>
            <a:fld id="{3D4EDAD9-DD5C-432D-83F1-5FA5AC7D8680}" type="datetimeFigureOut">
              <a:rPr lang="en-US" smtClean="0"/>
              <a:t>2/2/2026</a:t>
            </a:fld>
            <a:endParaRPr lang="en-US"/>
          </a:p>
        </p:txBody>
      </p:sp>
      <p:sp>
        <p:nvSpPr>
          <p:cNvPr id="8" name="Footer Placeholder 7">
            <a:extLst>
              <a:ext uri="{FF2B5EF4-FFF2-40B4-BE49-F238E27FC236}">
                <a16:creationId xmlns:a16="http://schemas.microsoft.com/office/drawing/2014/main" id="{16A872EA-8246-2CEF-8D50-F4755BD6DF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8B4941-E87B-9011-6399-E184740355CF}"/>
              </a:ext>
            </a:extLst>
          </p:cNvPr>
          <p:cNvSpPr>
            <a:spLocks noGrp="1"/>
          </p:cNvSpPr>
          <p:nvPr>
            <p:ph type="sldNum" sz="quarter" idx="12"/>
          </p:nvPr>
        </p:nvSpPr>
        <p:spPr/>
        <p:txBody>
          <a:bodyPr/>
          <a:lstStyle/>
          <a:p>
            <a:fld id="{14F29213-E51D-42FE-9199-697B4FD72285}" type="slidenum">
              <a:rPr lang="en-US" smtClean="0"/>
              <a:t>‹#›</a:t>
            </a:fld>
            <a:endParaRPr lang="en-US"/>
          </a:p>
        </p:txBody>
      </p:sp>
    </p:spTree>
    <p:extLst>
      <p:ext uri="{BB962C8B-B14F-4D97-AF65-F5344CB8AC3E}">
        <p14:creationId xmlns:p14="http://schemas.microsoft.com/office/powerpoint/2010/main" val="144407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5788B-9E53-A315-61AF-D5AEBED067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FE566D-9874-0AD9-2175-F4BB3CA32D88}"/>
              </a:ext>
            </a:extLst>
          </p:cNvPr>
          <p:cNvSpPr>
            <a:spLocks noGrp="1"/>
          </p:cNvSpPr>
          <p:nvPr>
            <p:ph type="dt" sz="half" idx="10"/>
          </p:nvPr>
        </p:nvSpPr>
        <p:spPr/>
        <p:txBody>
          <a:bodyPr/>
          <a:lstStyle/>
          <a:p>
            <a:fld id="{3D4EDAD9-DD5C-432D-83F1-5FA5AC7D8680}" type="datetimeFigureOut">
              <a:rPr lang="en-US" smtClean="0"/>
              <a:t>2/2/2026</a:t>
            </a:fld>
            <a:endParaRPr lang="en-US"/>
          </a:p>
        </p:txBody>
      </p:sp>
      <p:sp>
        <p:nvSpPr>
          <p:cNvPr id="4" name="Footer Placeholder 3">
            <a:extLst>
              <a:ext uri="{FF2B5EF4-FFF2-40B4-BE49-F238E27FC236}">
                <a16:creationId xmlns:a16="http://schemas.microsoft.com/office/drawing/2014/main" id="{C67948BB-B4E2-E231-6849-17F90E396E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C8D68B-F921-B8B1-73D0-0BC1422AFD09}"/>
              </a:ext>
            </a:extLst>
          </p:cNvPr>
          <p:cNvSpPr>
            <a:spLocks noGrp="1"/>
          </p:cNvSpPr>
          <p:nvPr>
            <p:ph type="sldNum" sz="quarter" idx="12"/>
          </p:nvPr>
        </p:nvSpPr>
        <p:spPr/>
        <p:txBody>
          <a:bodyPr/>
          <a:lstStyle/>
          <a:p>
            <a:fld id="{14F29213-E51D-42FE-9199-697B4FD72285}" type="slidenum">
              <a:rPr lang="en-US" smtClean="0"/>
              <a:t>‹#›</a:t>
            </a:fld>
            <a:endParaRPr lang="en-US"/>
          </a:p>
        </p:txBody>
      </p:sp>
    </p:spTree>
    <p:extLst>
      <p:ext uri="{BB962C8B-B14F-4D97-AF65-F5344CB8AC3E}">
        <p14:creationId xmlns:p14="http://schemas.microsoft.com/office/powerpoint/2010/main" val="3499067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4C343D-644C-831D-3F57-F0BCC88A693A}"/>
              </a:ext>
            </a:extLst>
          </p:cNvPr>
          <p:cNvSpPr>
            <a:spLocks noGrp="1"/>
          </p:cNvSpPr>
          <p:nvPr>
            <p:ph type="dt" sz="half" idx="10"/>
          </p:nvPr>
        </p:nvSpPr>
        <p:spPr/>
        <p:txBody>
          <a:bodyPr/>
          <a:lstStyle/>
          <a:p>
            <a:fld id="{3D4EDAD9-DD5C-432D-83F1-5FA5AC7D8680}" type="datetimeFigureOut">
              <a:rPr lang="en-US" smtClean="0"/>
              <a:t>2/2/2026</a:t>
            </a:fld>
            <a:endParaRPr lang="en-US"/>
          </a:p>
        </p:txBody>
      </p:sp>
      <p:sp>
        <p:nvSpPr>
          <p:cNvPr id="3" name="Footer Placeholder 2">
            <a:extLst>
              <a:ext uri="{FF2B5EF4-FFF2-40B4-BE49-F238E27FC236}">
                <a16:creationId xmlns:a16="http://schemas.microsoft.com/office/drawing/2014/main" id="{A30429B0-EC79-8672-B92E-5795E878B9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1264EC-4652-503E-EA3F-6B367AAF030B}"/>
              </a:ext>
            </a:extLst>
          </p:cNvPr>
          <p:cNvSpPr>
            <a:spLocks noGrp="1"/>
          </p:cNvSpPr>
          <p:nvPr>
            <p:ph type="sldNum" sz="quarter" idx="12"/>
          </p:nvPr>
        </p:nvSpPr>
        <p:spPr/>
        <p:txBody>
          <a:bodyPr/>
          <a:lstStyle/>
          <a:p>
            <a:fld id="{14F29213-E51D-42FE-9199-697B4FD72285}" type="slidenum">
              <a:rPr lang="en-US" smtClean="0"/>
              <a:t>‹#›</a:t>
            </a:fld>
            <a:endParaRPr lang="en-US"/>
          </a:p>
        </p:txBody>
      </p:sp>
    </p:spTree>
    <p:extLst>
      <p:ext uri="{BB962C8B-B14F-4D97-AF65-F5344CB8AC3E}">
        <p14:creationId xmlns:p14="http://schemas.microsoft.com/office/powerpoint/2010/main" val="1962435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C917B-09B2-28D0-1053-A6F16E3D24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0A6A34-2773-6321-CCEF-09E480AA26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BF8699-52D5-BCF0-7D95-880119C956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997365-3388-2E06-7793-1A60C624AA6D}"/>
              </a:ext>
            </a:extLst>
          </p:cNvPr>
          <p:cNvSpPr>
            <a:spLocks noGrp="1"/>
          </p:cNvSpPr>
          <p:nvPr>
            <p:ph type="dt" sz="half" idx="10"/>
          </p:nvPr>
        </p:nvSpPr>
        <p:spPr/>
        <p:txBody>
          <a:bodyPr/>
          <a:lstStyle/>
          <a:p>
            <a:fld id="{3D4EDAD9-DD5C-432D-83F1-5FA5AC7D8680}" type="datetimeFigureOut">
              <a:rPr lang="en-US" smtClean="0"/>
              <a:t>2/2/2026</a:t>
            </a:fld>
            <a:endParaRPr lang="en-US"/>
          </a:p>
        </p:txBody>
      </p:sp>
      <p:sp>
        <p:nvSpPr>
          <p:cNvPr id="6" name="Footer Placeholder 5">
            <a:extLst>
              <a:ext uri="{FF2B5EF4-FFF2-40B4-BE49-F238E27FC236}">
                <a16:creationId xmlns:a16="http://schemas.microsoft.com/office/drawing/2014/main" id="{F8EA093E-0657-2AB3-B01E-21BE4626E9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95F4A3-637E-1425-C646-B581161EE29B}"/>
              </a:ext>
            </a:extLst>
          </p:cNvPr>
          <p:cNvSpPr>
            <a:spLocks noGrp="1"/>
          </p:cNvSpPr>
          <p:nvPr>
            <p:ph type="sldNum" sz="quarter" idx="12"/>
          </p:nvPr>
        </p:nvSpPr>
        <p:spPr/>
        <p:txBody>
          <a:bodyPr/>
          <a:lstStyle/>
          <a:p>
            <a:fld id="{14F29213-E51D-42FE-9199-697B4FD72285}" type="slidenum">
              <a:rPr lang="en-US" smtClean="0"/>
              <a:t>‹#›</a:t>
            </a:fld>
            <a:endParaRPr lang="en-US"/>
          </a:p>
        </p:txBody>
      </p:sp>
    </p:spTree>
    <p:extLst>
      <p:ext uri="{BB962C8B-B14F-4D97-AF65-F5344CB8AC3E}">
        <p14:creationId xmlns:p14="http://schemas.microsoft.com/office/powerpoint/2010/main" val="1673084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ED5F2-6E9B-90AB-4A69-9E42ABD8B6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20FE71-F1E6-6A4A-A5AB-F3DB14DB61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993CB1-ABCB-186C-19E7-A2DEB22E6A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F1B61F-0105-8D23-1728-6912451B512B}"/>
              </a:ext>
            </a:extLst>
          </p:cNvPr>
          <p:cNvSpPr>
            <a:spLocks noGrp="1"/>
          </p:cNvSpPr>
          <p:nvPr>
            <p:ph type="dt" sz="half" idx="10"/>
          </p:nvPr>
        </p:nvSpPr>
        <p:spPr/>
        <p:txBody>
          <a:bodyPr/>
          <a:lstStyle/>
          <a:p>
            <a:fld id="{3D4EDAD9-DD5C-432D-83F1-5FA5AC7D8680}" type="datetimeFigureOut">
              <a:rPr lang="en-US" smtClean="0"/>
              <a:t>2/2/2026</a:t>
            </a:fld>
            <a:endParaRPr lang="en-US"/>
          </a:p>
        </p:txBody>
      </p:sp>
      <p:sp>
        <p:nvSpPr>
          <p:cNvPr id="6" name="Footer Placeholder 5">
            <a:extLst>
              <a:ext uri="{FF2B5EF4-FFF2-40B4-BE49-F238E27FC236}">
                <a16:creationId xmlns:a16="http://schemas.microsoft.com/office/drawing/2014/main" id="{D2AAA12F-89C4-2655-4423-791A7A1932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58C253-4454-CCB0-0AA0-157B8681D479}"/>
              </a:ext>
            </a:extLst>
          </p:cNvPr>
          <p:cNvSpPr>
            <a:spLocks noGrp="1"/>
          </p:cNvSpPr>
          <p:nvPr>
            <p:ph type="sldNum" sz="quarter" idx="12"/>
          </p:nvPr>
        </p:nvSpPr>
        <p:spPr/>
        <p:txBody>
          <a:bodyPr/>
          <a:lstStyle/>
          <a:p>
            <a:fld id="{14F29213-E51D-42FE-9199-697B4FD72285}" type="slidenum">
              <a:rPr lang="en-US" smtClean="0"/>
              <a:t>‹#›</a:t>
            </a:fld>
            <a:endParaRPr lang="en-US"/>
          </a:p>
        </p:txBody>
      </p:sp>
    </p:spTree>
    <p:extLst>
      <p:ext uri="{BB962C8B-B14F-4D97-AF65-F5344CB8AC3E}">
        <p14:creationId xmlns:p14="http://schemas.microsoft.com/office/powerpoint/2010/main" val="2203213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92EB5-D4F6-4664-6AE3-5B2813644A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6B78BD-556D-88AF-2103-37EB0EE825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D916B0-1FCE-B090-4AE3-9EB1D9F27020}"/>
              </a:ext>
            </a:extLst>
          </p:cNvPr>
          <p:cNvSpPr>
            <a:spLocks noGrp="1"/>
          </p:cNvSpPr>
          <p:nvPr>
            <p:ph type="dt" sz="half" idx="10"/>
          </p:nvPr>
        </p:nvSpPr>
        <p:spPr/>
        <p:txBody>
          <a:bodyPr/>
          <a:lstStyle/>
          <a:p>
            <a:fld id="{3D4EDAD9-DD5C-432D-83F1-5FA5AC7D8680}" type="datetimeFigureOut">
              <a:rPr lang="en-US" smtClean="0"/>
              <a:t>2/2/2026</a:t>
            </a:fld>
            <a:endParaRPr lang="en-US"/>
          </a:p>
        </p:txBody>
      </p:sp>
      <p:sp>
        <p:nvSpPr>
          <p:cNvPr id="5" name="Footer Placeholder 4">
            <a:extLst>
              <a:ext uri="{FF2B5EF4-FFF2-40B4-BE49-F238E27FC236}">
                <a16:creationId xmlns:a16="http://schemas.microsoft.com/office/drawing/2014/main" id="{C0601972-175D-E963-7A7E-5582D7FEE3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D8BB7F-D5E2-A6D9-4512-18FDD931E305}"/>
              </a:ext>
            </a:extLst>
          </p:cNvPr>
          <p:cNvSpPr>
            <a:spLocks noGrp="1"/>
          </p:cNvSpPr>
          <p:nvPr>
            <p:ph type="sldNum" sz="quarter" idx="12"/>
          </p:nvPr>
        </p:nvSpPr>
        <p:spPr/>
        <p:txBody>
          <a:bodyPr/>
          <a:lstStyle/>
          <a:p>
            <a:fld id="{14F29213-E51D-42FE-9199-697B4FD72285}" type="slidenum">
              <a:rPr lang="en-US" smtClean="0"/>
              <a:t>‹#›</a:t>
            </a:fld>
            <a:endParaRPr lang="en-US"/>
          </a:p>
        </p:txBody>
      </p:sp>
    </p:spTree>
    <p:extLst>
      <p:ext uri="{BB962C8B-B14F-4D97-AF65-F5344CB8AC3E}">
        <p14:creationId xmlns:p14="http://schemas.microsoft.com/office/powerpoint/2010/main" val="211210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2242B3-285B-3C75-5617-E4A04172ED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EFFE12-95C1-3A66-A610-7B59E9A353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B37B8B-66F6-EE76-854F-A886E0228337}"/>
              </a:ext>
            </a:extLst>
          </p:cNvPr>
          <p:cNvSpPr>
            <a:spLocks noGrp="1"/>
          </p:cNvSpPr>
          <p:nvPr>
            <p:ph type="dt" sz="half" idx="10"/>
          </p:nvPr>
        </p:nvSpPr>
        <p:spPr/>
        <p:txBody>
          <a:bodyPr/>
          <a:lstStyle/>
          <a:p>
            <a:fld id="{3D4EDAD9-DD5C-432D-83F1-5FA5AC7D8680}" type="datetimeFigureOut">
              <a:rPr lang="en-US" smtClean="0"/>
              <a:t>2/2/2026</a:t>
            </a:fld>
            <a:endParaRPr lang="en-US"/>
          </a:p>
        </p:txBody>
      </p:sp>
      <p:sp>
        <p:nvSpPr>
          <p:cNvPr id="5" name="Footer Placeholder 4">
            <a:extLst>
              <a:ext uri="{FF2B5EF4-FFF2-40B4-BE49-F238E27FC236}">
                <a16:creationId xmlns:a16="http://schemas.microsoft.com/office/drawing/2014/main" id="{982DEE1B-C97C-CA9B-BD2A-7B1AD970ED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8F4D7E-1B60-4ACD-5703-41DF4F2E4C59}"/>
              </a:ext>
            </a:extLst>
          </p:cNvPr>
          <p:cNvSpPr>
            <a:spLocks noGrp="1"/>
          </p:cNvSpPr>
          <p:nvPr>
            <p:ph type="sldNum" sz="quarter" idx="12"/>
          </p:nvPr>
        </p:nvSpPr>
        <p:spPr/>
        <p:txBody>
          <a:bodyPr/>
          <a:lstStyle/>
          <a:p>
            <a:fld id="{14F29213-E51D-42FE-9199-697B4FD72285}" type="slidenum">
              <a:rPr lang="en-US" smtClean="0"/>
              <a:t>‹#›</a:t>
            </a:fld>
            <a:endParaRPr lang="en-US"/>
          </a:p>
        </p:txBody>
      </p:sp>
    </p:spTree>
    <p:extLst>
      <p:ext uri="{BB962C8B-B14F-4D97-AF65-F5344CB8AC3E}">
        <p14:creationId xmlns:p14="http://schemas.microsoft.com/office/powerpoint/2010/main" val="38733427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5387C-C13D-45B6-BE22-917C68B832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655EE5-D1CA-4253-83A2-F922D6AA14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A3CE85-D581-41F0-8784-4D9458EB8804}"/>
              </a:ext>
            </a:extLst>
          </p:cNvPr>
          <p:cNvSpPr>
            <a:spLocks noGrp="1"/>
          </p:cNvSpPr>
          <p:nvPr>
            <p:ph type="dt" sz="half" idx="10"/>
          </p:nvPr>
        </p:nvSpPr>
        <p:spPr/>
        <p:txBody>
          <a:bodyPr/>
          <a:lstStyle/>
          <a:p>
            <a:fld id="{B61BEF0D-F0BB-DE4B-95CE-6DB70DBA9567}" type="datetimeFigureOut">
              <a:rPr lang="en-US" smtClean="0"/>
              <a:pPr/>
              <a:t>2/2/2026</a:t>
            </a:fld>
            <a:endParaRPr lang="en-US"/>
          </a:p>
        </p:txBody>
      </p:sp>
      <p:sp>
        <p:nvSpPr>
          <p:cNvPr id="5" name="Footer Placeholder 4">
            <a:extLst>
              <a:ext uri="{FF2B5EF4-FFF2-40B4-BE49-F238E27FC236}">
                <a16:creationId xmlns:a16="http://schemas.microsoft.com/office/drawing/2014/main" id="{8892CCAD-ECD9-4FCD-88C1-58F813A11C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C2980D-F527-4348-B164-2EEA1404DA93}"/>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7276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7DDF8-7C31-4E33-ABA9-08CED18143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AAF88E-5362-4CEB-9A70-A17846B1D2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71FAAE-979E-48F6-A9A1-0A967CD30311}"/>
              </a:ext>
            </a:extLst>
          </p:cNvPr>
          <p:cNvSpPr>
            <a:spLocks noGrp="1"/>
          </p:cNvSpPr>
          <p:nvPr>
            <p:ph type="dt" sz="half" idx="10"/>
          </p:nvPr>
        </p:nvSpPr>
        <p:spPr/>
        <p:txBody>
          <a:bodyPr/>
          <a:lstStyle/>
          <a:p>
            <a:fld id="{8F8E7A68-82F9-42A3-90DE-B510BA6A015C}" type="datetime1">
              <a:rPr lang="en-US" smtClean="0"/>
              <a:t>2/2/2026</a:t>
            </a:fld>
            <a:endParaRPr lang="en-US"/>
          </a:p>
        </p:txBody>
      </p:sp>
      <p:sp>
        <p:nvSpPr>
          <p:cNvPr id="5" name="Footer Placeholder 4">
            <a:extLst>
              <a:ext uri="{FF2B5EF4-FFF2-40B4-BE49-F238E27FC236}">
                <a16:creationId xmlns:a16="http://schemas.microsoft.com/office/drawing/2014/main" id="{96F61BF4-3C90-42A2-812F-60EE5FBC8A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5E266-5BD8-4FA7-A911-3FB71616866B}"/>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36569402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146C3-78B7-4208-B49C-57C5A2D578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8C70F4B-3646-43F6-B548-ECCA6C5106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89E2B8-6985-4399-992F-D9E5B21236F3}"/>
              </a:ext>
            </a:extLst>
          </p:cNvPr>
          <p:cNvSpPr>
            <a:spLocks noGrp="1"/>
          </p:cNvSpPr>
          <p:nvPr>
            <p:ph type="dt" sz="half" idx="10"/>
          </p:nvPr>
        </p:nvSpPr>
        <p:spPr/>
        <p:txBody>
          <a:bodyPr/>
          <a:lstStyle/>
          <a:p>
            <a:fld id="{0B0569D0-BE7E-42C0-9A79-F1A468921007}" type="datetime1">
              <a:rPr lang="en-US" smtClean="0"/>
              <a:t>2/2/2026</a:t>
            </a:fld>
            <a:endParaRPr lang="en-US"/>
          </a:p>
        </p:txBody>
      </p:sp>
      <p:sp>
        <p:nvSpPr>
          <p:cNvPr id="5" name="Footer Placeholder 4">
            <a:extLst>
              <a:ext uri="{FF2B5EF4-FFF2-40B4-BE49-F238E27FC236}">
                <a16:creationId xmlns:a16="http://schemas.microsoft.com/office/drawing/2014/main" id="{39A2875E-EFDE-4A3A-8F8C-39371D87C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DEA2E7-EAB0-4F1E-8C8A-73D22AB3EBCA}"/>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243448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5AA7C-3BB3-4A6D-9C3E-E2F10777A0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626605-40E0-41DF-B208-E07296BB5A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D739EC-818F-4C77-91BF-48A1C04CA9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F7C0DA1-AED3-4BC9-917E-EB22F4876E64}"/>
              </a:ext>
            </a:extLst>
          </p:cNvPr>
          <p:cNvSpPr>
            <a:spLocks noGrp="1"/>
          </p:cNvSpPr>
          <p:nvPr>
            <p:ph type="dt" sz="half" idx="10"/>
          </p:nvPr>
        </p:nvSpPr>
        <p:spPr/>
        <p:txBody>
          <a:bodyPr/>
          <a:lstStyle/>
          <a:p>
            <a:fld id="{F7EB9314-DCEC-4A65-9466-5C0ED3D3097B}" type="datetime1">
              <a:rPr lang="en-US" smtClean="0"/>
              <a:t>2/2/2026</a:t>
            </a:fld>
            <a:endParaRPr lang="en-US"/>
          </a:p>
        </p:txBody>
      </p:sp>
      <p:sp>
        <p:nvSpPr>
          <p:cNvPr id="6" name="Footer Placeholder 5">
            <a:extLst>
              <a:ext uri="{FF2B5EF4-FFF2-40B4-BE49-F238E27FC236}">
                <a16:creationId xmlns:a16="http://schemas.microsoft.com/office/drawing/2014/main" id="{511CE9DF-F81F-418F-9397-09F9D36ECB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4E8CED-7D5F-4142-9F28-89BAF43F8690}"/>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40079209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53AD8-DC35-40C0-AD08-AF47C5674F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A47A32-8EAD-4CB2-8629-F00FDADDAD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F9BC1F-02D2-4AC5-9784-312C4865A8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B93D8B-40E2-420E-AA11-5A64037783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70660A-89C2-4EE2-A8B1-59579B0B95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21A4F5-0900-4091-BEA7-72B277393427}"/>
              </a:ext>
            </a:extLst>
          </p:cNvPr>
          <p:cNvSpPr>
            <a:spLocks noGrp="1"/>
          </p:cNvSpPr>
          <p:nvPr>
            <p:ph type="dt" sz="half" idx="10"/>
          </p:nvPr>
        </p:nvSpPr>
        <p:spPr/>
        <p:txBody>
          <a:bodyPr/>
          <a:lstStyle/>
          <a:p>
            <a:fld id="{03D1C5C5-14B4-457A-87F1-13EDE7FC084C}" type="datetime1">
              <a:rPr lang="en-US" smtClean="0"/>
              <a:t>2/2/2026</a:t>
            </a:fld>
            <a:endParaRPr lang="en-US"/>
          </a:p>
        </p:txBody>
      </p:sp>
      <p:sp>
        <p:nvSpPr>
          <p:cNvPr id="8" name="Footer Placeholder 7">
            <a:extLst>
              <a:ext uri="{FF2B5EF4-FFF2-40B4-BE49-F238E27FC236}">
                <a16:creationId xmlns:a16="http://schemas.microsoft.com/office/drawing/2014/main" id="{462FF0EB-4B17-47A4-8193-AC59F233BE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2393ED-6AF9-4C83-B03B-5AC8495D9AE5}"/>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22235438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2474D-008C-4B8E-BDE9-155CC51B8EF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997DF3-B3B7-4E88-967E-020B22480E6E}"/>
              </a:ext>
            </a:extLst>
          </p:cNvPr>
          <p:cNvSpPr>
            <a:spLocks noGrp="1"/>
          </p:cNvSpPr>
          <p:nvPr>
            <p:ph type="dt" sz="half" idx="10"/>
          </p:nvPr>
        </p:nvSpPr>
        <p:spPr/>
        <p:txBody>
          <a:bodyPr/>
          <a:lstStyle/>
          <a:p>
            <a:fld id="{94B6C28D-2F21-4072-AE30-DE33A22CF9EB}" type="datetime1">
              <a:rPr lang="en-US" smtClean="0"/>
              <a:t>2/2/2026</a:t>
            </a:fld>
            <a:endParaRPr lang="en-US"/>
          </a:p>
        </p:txBody>
      </p:sp>
      <p:sp>
        <p:nvSpPr>
          <p:cNvPr id="4" name="Footer Placeholder 3">
            <a:extLst>
              <a:ext uri="{FF2B5EF4-FFF2-40B4-BE49-F238E27FC236}">
                <a16:creationId xmlns:a16="http://schemas.microsoft.com/office/drawing/2014/main" id="{C6471F55-C581-4A07-BC00-C5D7BA6139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3C6E27-991B-4311-BB3B-985055A6B6FF}"/>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36707146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F4C2CD-757A-4328-9ACC-085BC846506E}"/>
              </a:ext>
            </a:extLst>
          </p:cNvPr>
          <p:cNvSpPr>
            <a:spLocks noGrp="1"/>
          </p:cNvSpPr>
          <p:nvPr>
            <p:ph type="dt" sz="half" idx="10"/>
          </p:nvPr>
        </p:nvSpPr>
        <p:spPr/>
        <p:txBody>
          <a:bodyPr/>
          <a:lstStyle/>
          <a:p>
            <a:fld id="{B61BEF0D-F0BB-DE4B-95CE-6DB70DBA9567}" type="datetimeFigureOut">
              <a:rPr lang="en-US" smtClean="0"/>
              <a:pPr/>
              <a:t>2/2/2026</a:t>
            </a:fld>
            <a:endParaRPr lang="en-US"/>
          </a:p>
        </p:txBody>
      </p:sp>
      <p:sp>
        <p:nvSpPr>
          <p:cNvPr id="3" name="Footer Placeholder 2">
            <a:extLst>
              <a:ext uri="{FF2B5EF4-FFF2-40B4-BE49-F238E27FC236}">
                <a16:creationId xmlns:a16="http://schemas.microsoft.com/office/drawing/2014/main" id="{E3445121-392F-4D9C-ABC9-706C427FA9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174D25-6DE4-4EEF-A0B6-039529F3543B}"/>
              </a:ext>
            </a:extLst>
          </p:cNvPr>
          <p:cNvSpPr>
            <a:spLocks noGrp="1"/>
          </p:cNvSpPr>
          <p:nvPr>
            <p:ph type="sldNum" sz="quarter" idx="12"/>
          </p:nvPr>
        </p:nvSpPr>
        <p:spPr/>
        <p:txBody>
          <a:bodyPr/>
          <a:lstStyle/>
          <a:p>
            <a:fld id="{694F3B2D-F8DB-4B2E-832D-AE163D115F98}" type="slidenum">
              <a:rPr lang="en-US" smtClean="0"/>
              <a:t>‹#›</a:t>
            </a:fld>
            <a:endParaRPr lang="en-US"/>
          </a:p>
        </p:txBody>
      </p:sp>
      <p:pic>
        <p:nvPicPr>
          <p:cNvPr id="5" name="Picture 4">
            <a:extLst>
              <a:ext uri="{FF2B5EF4-FFF2-40B4-BE49-F238E27FC236}">
                <a16:creationId xmlns:a16="http://schemas.microsoft.com/office/drawing/2014/main" id="{C9E440B1-EE06-4825-8BA7-3CD7B2ADAF05}"/>
              </a:ext>
            </a:extLst>
          </p:cNvPr>
          <p:cNvPicPr>
            <a:picLocks noChangeAspect="1"/>
          </p:cNvPicPr>
          <p:nvPr userDrawn="1"/>
        </p:nvPicPr>
        <p:blipFill>
          <a:blip r:embed="rId2"/>
          <a:stretch>
            <a:fillRect/>
          </a:stretch>
        </p:blipFill>
        <p:spPr>
          <a:xfrm>
            <a:off x="3102604" y="1584800"/>
            <a:ext cx="5986791" cy="3688400"/>
          </a:xfrm>
          <a:prstGeom prst="rect">
            <a:avLst/>
          </a:prstGeom>
        </p:spPr>
      </p:pic>
      <p:grpSp>
        <p:nvGrpSpPr>
          <p:cNvPr id="6" name="Group 5">
            <a:extLst>
              <a:ext uri="{FF2B5EF4-FFF2-40B4-BE49-F238E27FC236}">
                <a16:creationId xmlns:a16="http://schemas.microsoft.com/office/drawing/2014/main" id="{333AC833-1E3A-428B-ADD1-E3CF87E10A8A}"/>
              </a:ext>
            </a:extLst>
          </p:cNvPr>
          <p:cNvGrpSpPr/>
          <p:nvPr userDrawn="1"/>
        </p:nvGrpSpPr>
        <p:grpSpPr>
          <a:xfrm>
            <a:off x="170968" y="5462640"/>
            <a:ext cx="2931636" cy="1258835"/>
            <a:chOff x="166664" y="5474581"/>
            <a:chExt cx="2931636" cy="1258835"/>
          </a:xfrm>
        </p:grpSpPr>
        <p:pic>
          <p:nvPicPr>
            <p:cNvPr id="7" name="Picture 6">
              <a:extLst>
                <a:ext uri="{FF2B5EF4-FFF2-40B4-BE49-F238E27FC236}">
                  <a16:creationId xmlns:a16="http://schemas.microsoft.com/office/drawing/2014/main" id="{185FDC47-F49B-4BCA-A9ED-651142C5C811}"/>
                </a:ext>
              </a:extLst>
            </p:cNvPr>
            <p:cNvPicPr>
              <a:picLocks noChangeAspect="1"/>
            </p:cNvPicPr>
            <p:nvPr/>
          </p:nvPicPr>
          <p:blipFill>
            <a:blip r:embed="rId3"/>
            <a:stretch>
              <a:fillRect/>
            </a:stretch>
          </p:blipFill>
          <p:spPr>
            <a:xfrm>
              <a:off x="252934" y="5474581"/>
              <a:ext cx="1548518" cy="951058"/>
            </a:xfrm>
            <a:prstGeom prst="rect">
              <a:avLst/>
            </a:prstGeom>
          </p:spPr>
        </p:pic>
        <p:sp>
          <p:nvSpPr>
            <p:cNvPr id="8" name="TextBox 7">
              <a:extLst>
                <a:ext uri="{FF2B5EF4-FFF2-40B4-BE49-F238E27FC236}">
                  <a16:creationId xmlns:a16="http://schemas.microsoft.com/office/drawing/2014/main" id="{5EF7E424-F1F8-42DA-A1BE-5EDB241D039A}"/>
                </a:ext>
              </a:extLst>
            </p:cNvPr>
            <p:cNvSpPr txBox="1"/>
            <p:nvPr/>
          </p:nvSpPr>
          <p:spPr>
            <a:xfrm>
              <a:off x="166664" y="6425639"/>
              <a:ext cx="2931636" cy="307777"/>
            </a:xfrm>
            <a:prstGeom prst="rect">
              <a:avLst/>
            </a:prstGeom>
            <a:noFill/>
          </p:spPr>
          <p:txBody>
            <a:bodyPr wrap="none" rtlCol="0">
              <a:spAutoFit/>
            </a:bodyPr>
            <a:lstStyle/>
            <a:p>
              <a:r>
                <a:rPr lang="en-US" sz="1400" b="1"/>
                <a:t>BPHL-SEbioinformatics@flhealth.gov</a:t>
              </a:r>
            </a:p>
          </p:txBody>
        </p:sp>
      </p:grpSp>
    </p:spTree>
    <p:extLst>
      <p:ext uri="{BB962C8B-B14F-4D97-AF65-F5344CB8AC3E}">
        <p14:creationId xmlns:p14="http://schemas.microsoft.com/office/powerpoint/2010/main" val="2945784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1217F-C887-40C0-B46F-7078F2EEF5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CDE729-9252-4CAD-A4A9-5D741CC869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E6ADCB1-5EF5-4146-BD14-D833B6A908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19D8EA-4E2D-4B8F-8793-E9BDF2780396}"/>
              </a:ext>
            </a:extLst>
          </p:cNvPr>
          <p:cNvSpPr>
            <a:spLocks noGrp="1"/>
          </p:cNvSpPr>
          <p:nvPr>
            <p:ph type="dt" sz="half" idx="10"/>
          </p:nvPr>
        </p:nvSpPr>
        <p:spPr/>
        <p:txBody>
          <a:bodyPr/>
          <a:lstStyle/>
          <a:p>
            <a:fld id="{E3432A0F-147B-4731-AEA3-C5F7696BDBAF}" type="datetime1">
              <a:rPr lang="en-US" smtClean="0"/>
              <a:t>2/2/2026</a:t>
            </a:fld>
            <a:endParaRPr lang="en-US"/>
          </a:p>
        </p:txBody>
      </p:sp>
      <p:sp>
        <p:nvSpPr>
          <p:cNvPr id="6" name="Footer Placeholder 5">
            <a:extLst>
              <a:ext uri="{FF2B5EF4-FFF2-40B4-BE49-F238E27FC236}">
                <a16:creationId xmlns:a16="http://schemas.microsoft.com/office/drawing/2014/main" id="{36B88FA1-9D2E-449B-BC03-BCB1A7588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1F2B26-013F-424E-996F-65474B956EA9}"/>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13493530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529F5-9586-4CDF-8271-25A818BBBB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D15768-1D9B-4F02-9441-DE0D7409B6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13D3FD-BF1B-40FF-AEFB-4DB5067D5E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5FFEC6-4E23-487A-A63E-99E4507148E1}"/>
              </a:ext>
            </a:extLst>
          </p:cNvPr>
          <p:cNvSpPr>
            <a:spLocks noGrp="1"/>
          </p:cNvSpPr>
          <p:nvPr>
            <p:ph type="dt" sz="half" idx="10"/>
          </p:nvPr>
        </p:nvSpPr>
        <p:spPr/>
        <p:txBody>
          <a:bodyPr/>
          <a:lstStyle/>
          <a:p>
            <a:fld id="{9C52DD97-BF45-492F-BE4E-AAC85EDF447B}" type="datetime1">
              <a:rPr lang="en-US" smtClean="0"/>
              <a:t>2/2/2026</a:t>
            </a:fld>
            <a:endParaRPr lang="en-US"/>
          </a:p>
        </p:txBody>
      </p:sp>
      <p:sp>
        <p:nvSpPr>
          <p:cNvPr id="6" name="Footer Placeholder 5">
            <a:extLst>
              <a:ext uri="{FF2B5EF4-FFF2-40B4-BE49-F238E27FC236}">
                <a16:creationId xmlns:a16="http://schemas.microsoft.com/office/drawing/2014/main" id="{372CB68C-F90A-4150-AD9C-CCD5CA3776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92AF83-8C3E-4DFB-96AF-5FF0B731CC61}"/>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3416116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CFBFA-D793-4E48-9EDF-92C7FF8F8C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AC7664-E670-49B8-A6C8-0115A79CAF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601C24-270A-4DBC-9A02-646EDEDF8E6E}"/>
              </a:ext>
            </a:extLst>
          </p:cNvPr>
          <p:cNvSpPr>
            <a:spLocks noGrp="1"/>
          </p:cNvSpPr>
          <p:nvPr>
            <p:ph type="dt" sz="half" idx="10"/>
          </p:nvPr>
        </p:nvSpPr>
        <p:spPr/>
        <p:txBody>
          <a:bodyPr/>
          <a:lstStyle/>
          <a:p>
            <a:fld id="{7B906477-AFD1-4359-A44C-97AF817348CA}" type="datetime1">
              <a:rPr lang="en-US" smtClean="0"/>
              <a:t>2/2/2026</a:t>
            </a:fld>
            <a:endParaRPr lang="en-US"/>
          </a:p>
        </p:txBody>
      </p:sp>
      <p:sp>
        <p:nvSpPr>
          <p:cNvPr id="5" name="Footer Placeholder 4">
            <a:extLst>
              <a:ext uri="{FF2B5EF4-FFF2-40B4-BE49-F238E27FC236}">
                <a16:creationId xmlns:a16="http://schemas.microsoft.com/office/drawing/2014/main" id="{AAB10C97-CD09-464B-9B73-78C73EDCA4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B445F2-81E6-49F4-A9B9-6733D45498EA}"/>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12720562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FCB8EE-6193-447B-ABC4-4E45AB170F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9F232B-A95F-47D2-A489-F0E922D331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1E3DE-D944-46C6-9CCD-1074547F3AFE}"/>
              </a:ext>
            </a:extLst>
          </p:cNvPr>
          <p:cNvSpPr>
            <a:spLocks noGrp="1"/>
          </p:cNvSpPr>
          <p:nvPr>
            <p:ph type="dt" sz="half" idx="10"/>
          </p:nvPr>
        </p:nvSpPr>
        <p:spPr/>
        <p:txBody>
          <a:bodyPr/>
          <a:lstStyle/>
          <a:p>
            <a:fld id="{A2AD3817-FAAC-4C0E-87CA-2800D79D06D4}" type="datetime1">
              <a:rPr lang="en-US" smtClean="0"/>
              <a:t>2/2/2026</a:t>
            </a:fld>
            <a:endParaRPr lang="en-US"/>
          </a:p>
        </p:txBody>
      </p:sp>
      <p:sp>
        <p:nvSpPr>
          <p:cNvPr id="5" name="Footer Placeholder 4">
            <a:extLst>
              <a:ext uri="{FF2B5EF4-FFF2-40B4-BE49-F238E27FC236}">
                <a16:creationId xmlns:a16="http://schemas.microsoft.com/office/drawing/2014/main" id="{BFB43164-C248-4027-9DDF-8229AA227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9457F0-0FFE-47D3-8E17-14AE6E9B19F3}"/>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4260956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2EAEA0-92DF-7E32-9496-332811E371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272421-1949-91BD-983C-C1B12EF50B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CE1109-D0A0-0274-4E11-9D8D6B2DC0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4EDAD9-DD5C-432D-83F1-5FA5AC7D8680}" type="datetimeFigureOut">
              <a:rPr lang="en-US" smtClean="0"/>
              <a:t>2/2/2026</a:t>
            </a:fld>
            <a:endParaRPr lang="en-US"/>
          </a:p>
        </p:txBody>
      </p:sp>
      <p:sp>
        <p:nvSpPr>
          <p:cNvPr id="5" name="Footer Placeholder 4">
            <a:extLst>
              <a:ext uri="{FF2B5EF4-FFF2-40B4-BE49-F238E27FC236}">
                <a16:creationId xmlns:a16="http://schemas.microsoft.com/office/drawing/2014/main" id="{76CB6948-5A7A-FD52-EC17-94BAD53776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055B0A-145D-A673-0590-F7C9B26931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F29213-E51D-42FE-9199-697B4FD72285}" type="slidenum">
              <a:rPr lang="en-US" smtClean="0"/>
              <a:t>‹#›</a:t>
            </a:fld>
            <a:endParaRPr lang="en-US"/>
          </a:p>
        </p:txBody>
      </p:sp>
    </p:spTree>
    <p:extLst>
      <p:ext uri="{BB962C8B-B14F-4D97-AF65-F5344CB8AC3E}">
        <p14:creationId xmlns:p14="http://schemas.microsoft.com/office/powerpoint/2010/main" val="3692625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438DEC-E871-42A3-B836-02B95A1F8C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66C083-26AA-4C8B-BC69-43670F3938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A36F40-3029-4C2D-8378-569D611C9E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F749F4-242D-4E96-8213-C27E0408D8CD}" type="datetime1">
              <a:rPr lang="en-US" smtClean="0"/>
              <a:t>2/2/2026</a:t>
            </a:fld>
            <a:endParaRPr lang="en-US"/>
          </a:p>
        </p:txBody>
      </p:sp>
      <p:sp>
        <p:nvSpPr>
          <p:cNvPr id="5" name="Footer Placeholder 4">
            <a:extLst>
              <a:ext uri="{FF2B5EF4-FFF2-40B4-BE49-F238E27FC236}">
                <a16:creationId xmlns:a16="http://schemas.microsoft.com/office/drawing/2014/main" id="{E6F45ACC-10A2-476D-B4A4-E4DD44B61A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D6FAFA9-F242-4C73-ACF6-71A2466F5D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4F3B2D-F8DB-4B2E-832D-AE163D115F98}" type="slidenum">
              <a:rPr lang="en-US" smtClean="0"/>
              <a:t>‹#›</a:t>
            </a:fld>
            <a:endParaRPr lang="en-US"/>
          </a:p>
        </p:txBody>
      </p:sp>
    </p:spTree>
    <p:extLst>
      <p:ext uri="{BB962C8B-B14F-4D97-AF65-F5344CB8AC3E}">
        <p14:creationId xmlns:p14="http://schemas.microsoft.com/office/powerpoint/2010/main" val="193224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8_C00624B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38.svg"/></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BDB591C5-4D04-8661-E1C8-E8F39BCEB3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6FDD7-7ECF-8E5A-59EC-2E13C69D0394}"/>
              </a:ext>
            </a:extLst>
          </p:cNvPr>
          <p:cNvSpPr>
            <a:spLocks noGrp="1"/>
          </p:cNvSpPr>
          <p:nvPr>
            <p:ph type="ctrTitle"/>
          </p:nvPr>
        </p:nvSpPr>
        <p:spPr/>
        <p:txBody>
          <a:bodyPr/>
          <a:lstStyle/>
          <a:p>
            <a:r>
              <a:rPr lang="en-US" dirty="0" err="1">
                <a:latin typeface="Alpino Black" pitchFamily="50" charset="0"/>
              </a:rPr>
              <a:t>PHoeNIx</a:t>
            </a:r>
            <a:r>
              <a:rPr lang="en-US" dirty="0">
                <a:latin typeface="Alpino Black" pitchFamily="50" charset="0"/>
              </a:rPr>
              <a:t> </a:t>
            </a:r>
            <a:r>
              <a:rPr lang="en-US" sz="2000" dirty="0">
                <a:latin typeface="Alpino Black" pitchFamily="50" charset="0"/>
              </a:rPr>
              <a:t>VER. 2.2</a:t>
            </a:r>
          </a:p>
        </p:txBody>
      </p:sp>
      <p:sp>
        <p:nvSpPr>
          <p:cNvPr id="3" name="Subtitle 2">
            <a:extLst>
              <a:ext uri="{FF2B5EF4-FFF2-40B4-BE49-F238E27FC236}">
                <a16:creationId xmlns:a16="http://schemas.microsoft.com/office/drawing/2014/main" id="{76B217AE-1AB5-CE84-C97E-76C28DC419D1}"/>
              </a:ext>
            </a:extLst>
          </p:cNvPr>
          <p:cNvSpPr>
            <a:spLocks noGrp="1"/>
          </p:cNvSpPr>
          <p:nvPr>
            <p:ph type="subTitle" idx="1"/>
          </p:nvPr>
        </p:nvSpPr>
        <p:spPr>
          <a:xfrm>
            <a:off x="3638131" y="3602038"/>
            <a:ext cx="4915739" cy="937736"/>
          </a:xfrm>
        </p:spPr>
        <p:txBody>
          <a:bodyPr/>
          <a:lstStyle/>
          <a:p>
            <a:pPr>
              <a:lnSpc>
                <a:spcPct val="100000"/>
              </a:lnSpc>
            </a:pPr>
            <a:r>
              <a:rPr lang="en-US" b="1" spc="100" dirty="0">
                <a:latin typeface="Alpino Medium" pitchFamily="50" charset="0"/>
                <a:ea typeface="Source Sans Pro SemiBold" panose="020B0603030403020204" pitchFamily="34" charset="0"/>
              </a:rPr>
              <a:t>Advanced Molecular Detection </a:t>
            </a:r>
            <a:br>
              <a:rPr lang="en-US" b="1" spc="100" dirty="0">
                <a:latin typeface="Alpino Medium" pitchFamily="50" charset="0"/>
                <a:ea typeface="Source Sans Pro SemiBold" panose="020B0603030403020204" pitchFamily="34" charset="0"/>
              </a:rPr>
            </a:br>
            <a:r>
              <a:rPr lang="en-US" b="1" spc="100" dirty="0">
                <a:latin typeface="Alpino Medium" pitchFamily="50" charset="0"/>
                <a:ea typeface="Source Sans Pro SemiBold" panose="020B0603030403020204" pitchFamily="34" charset="0"/>
              </a:rPr>
              <a:t>Southeast Region Bioinformatics</a:t>
            </a:r>
          </a:p>
          <a:p>
            <a:endParaRPr lang="en-US" b="1" dirty="0">
              <a:latin typeface="Alpino Medium" pitchFamily="50" charset="0"/>
            </a:endParaRPr>
          </a:p>
        </p:txBody>
      </p:sp>
      <p:sp>
        <p:nvSpPr>
          <p:cNvPr id="4" name="TextBox 3">
            <a:extLst>
              <a:ext uri="{FF2B5EF4-FFF2-40B4-BE49-F238E27FC236}">
                <a16:creationId xmlns:a16="http://schemas.microsoft.com/office/drawing/2014/main" id="{5A83629B-F11C-9C60-39CF-06184F7363A1}"/>
              </a:ext>
            </a:extLst>
          </p:cNvPr>
          <p:cNvSpPr txBox="1"/>
          <p:nvPr/>
        </p:nvSpPr>
        <p:spPr>
          <a:xfrm>
            <a:off x="10309254" y="310171"/>
            <a:ext cx="1641056" cy="461665"/>
          </a:xfrm>
          <a:prstGeom prst="rect">
            <a:avLst/>
          </a:prstGeom>
          <a:noFill/>
          <a:ln w="19050">
            <a:solidFill>
              <a:schemeClr val="tx1"/>
            </a:solidFill>
          </a:ln>
        </p:spPr>
        <p:txBody>
          <a:bodyPr wrap="square" lIns="91440" tIns="45720" rIns="91440" bIns="45720" rtlCol="0" anchor="t">
            <a:spAutoFit/>
          </a:bodyPr>
          <a:lstStyle/>
          <a:p>
            <a:r>
              <a:rPr lang="en-US" sz="2400" dirty="0">
                <a:latin typeface="Alpino Medium" pitchFamily="50" charset="0"/>
              </a:rPr>
              <a:t>Feb 02, 2026</a:t>
            </a:r>
          </a:p>
        </p:txBody>
      </p:sp>
    </p:spTree>
    <p:extLst>
      <p:ext uri="{BB962C8B-B14F-4D97-AF65-F5344CB8AC3E}">
        <p14:creationId xmlns:p14="http://schemas.microsoft.com/office/powerpoint/2010/main" val="2129858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581E29B8-EE7F-CBDA-2E1A-DCF1A5C656F4}"/>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93DB3A1-CA8D-62B2-9C1B-CE02B75A3AED}"/>
              </a:ext>
            </a:extLst>
          </p:cNvPr>
          <p:cNvSpPr/>
          <p:nvPr/>
        </p:nvSpPr>
        <p:spPr>
          <a:xfrm>
            <a:off x="1620005" y="1306142"/>
            <a:ext cx="8951990" cy="424571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lpino Medium" pitchFamily="50" charset="0"/>
              </a:rPr>
              <a:t>This resource was made possible through funding provided under the Epidemiology and Laboratory Capacity for Prevention and Control of Emerging Infectious Diseases (ELC) Cooperative Agreement (CK24-0002), Project D: Advanced Molecular Detection to the Florida Department of Health. The conclusions, findings, and opinions expressed by authors do not necessarily reflect the official position of the U.S. Department of Health and Human Services, the Public Health Service, or the Centers for Disease Control and Prevention.</a:t>
            </a:r>
          </a:p>
          <a:p>
            <a:pPr algn="ctr"/>
            <a:endParaRPr lang="en-US" dirty="0">
              <a:solidFill>
                <a:schemeClr val="tx1"/>
              </a:solidFill>
              <a:latin typeface="Alpino Medium" pitchFamily="50" charset="0"/>
            </a:endParaRPr>
          </a:p>
        </p:txBody>
      </p:sp>
    </p:spTree>
    <p:extLst>
      <p:ext uri="{BB962C8B-B14F-4D97-AF65-F5344CB8AC3E}">
        <p14:creationId xmlns:p14="http://schemas.microsoft.com/office/powerpoint/2010/main" val="1281422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40453F1D-967A-D4E5-A648-A79381AF0726}"/>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E52094A-F325-51A9-3F3D-81B4F63B5B96}"/>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4" name="Title 1">
            <a:extLst>
              <a:ext uri="{FF2B5EF4-FFF2-40B4-BE49-F238E27FC236}">
                <a16:creationId xmlns:a16="http://schemas.microsoft.com/office/drawing/2014/main" id="{FA0B5490-7D15-975A-8DE0-C6ABC476DC42}"/>
              </a:ext>
            </a:extLst>
          </p:cNvPr>
          <p:cNvSpPr>
            <a:spLocks noGrp="1"/>
          </p:cNvSpPr>
          <p:nvPr>
            <p:ph type="title"/>
          </p:nvPr>
        </p:nvSpPr>
        <p:spPr>
          <a:xfrm>
            <a:off x="838199" y="469859"/>
            <a:ext cx="2662301" cy="649980"/>
          </a:xfrm>
        </p:spPr>
        <p:txBody>
          <a:bodyPr>
            <a:normAutofit fontScale="90000"/>
          </a:bodyPr>
          <a:lstStyle/>
          <a:p>
            <a:r>
              <a:rPr lang="en-US" spc="300" dirty="0">
                <a:latin typeface="Alpino Black" pitchFamily="50" charset="0"/>
              </a:rPr>
              <a:t>Overview</a:t>
            </a:r>
          </a:p>
        </p:txBody>
      </p:sp>
      <p:sp>
        <p:nvSpPr>
          <p:cNvPr id="6" name="Content Placeholder 4">
            <a:extLst>
              <a:ext uri="{FF2B5EF4-FFF2-40B4-BE49-F238E27FC236}">
                <a16:creationId xmlns:a16="http://schemas.microsoft.com/office/drawing/2014/main" id="{33B246E1-18AF-86F1-B357-E26953E5B61E}"/>
              </a:ext>
            </a:extLst>
          </p:cNvPr>
          <p:cNvSpPr>
            <a:spLocks noGrp="1"/>
          </p:cNvSpPr>
          <p:nvPr>
            <p:ph idx="1"/>
          </p:nvPr>
        </p:nvSpPr>
        <p:spPr>
          <a:xfrm>
            <a:off x="838199" y="1415488"/>
            <a:ext cx="9805083" cy="4700513"/>
          </a:xfrm>
        </p:spPr>
        <p:txBody>
          <a:bodyPr vert="horz" lIns="91440" tIns="45720" rIns="91440" bIns="45720" rtlCol="0" anchor="t">
            <a:noAutofit/>
          </a:bodyPr>
          <a:lstStyle/>
          <a:p>
            <a:pPr marL="0" indent="0">
              <a:buNone/>
            </a:pPr>
            <a:r>
              <a:rPr lang="en-US" sz="2400" b="1" u="sng" dirty="0">
                <a:latin typeface="Alpino Medium" pitchFamily="50" charset="0"/>
              </a:rPr>
              <a:t>Overview</a:t>
            </a:r>
            <a:r>
              <a:rPr lang="en-US" dirty="0"/>
              <a:t> </a:t>
            </a:r>
          </a:p>
          <a:p>
            <a:r>
              <a:rPr lang="en-US" sz="1800" dirty="0">
                <a:latin typeface="Alpino" pitchFamily="50" charset="0"/>
              </a:rPr>
              <a:t>CDC developed </a:t>
            </a:r>
            <a:r>
              <a:rPr lang="en-US" sz="1800" dirty="0" err="1">
                <a:latin typeface="Alpino" pitchFamily="50" charset="0"/>
              </a:rPr>
              <a:t>Nextflow</a:t>
            </a:r>
            <a:r>
              <a:rPr lang="en-US" sz="1800" dirty="0">
                <a:latin typeface="Alpino" pitchFamily="50" charset="0"/>
              </a:rPr>
              <a:t> pipeline for analyzing bacterial genomes with a focus on AMR. </a:t>
            </a:r>
            <a:r>
              <a:rPr lang="en-US" sz="1800" dirty="0" err="1">
                <a:latin typeface="Alpino" pitchFamily="50" charset="0"/>
              </a:rPr>
              <a:t>PHoeNIx</a:t>
            </a:r>
            <a:r>
              <a:rPr lang="en-US" sz="1800" dirty="0">
                <a:latin typeface="Alpino" pitchFamily="50" charset="0"/>
              </a:rPr>
              <a:t> v2.2 makes the pipeline easier to run, lets you update results without re-running everything, improves how </a:t>
            </a:r>
            <a:r>
              <a:rPr lang="en-US" sz="1800" i="1" dirty="0">
                <a:latin typeface="Alpino" pitchFamily="50" charset="0"/>
              </a:rPr>
              <a:t>Shigella</a:t>
            </a:r>
            <a:r>
              <a:rPr lang="en-US" sz="1800" dirty="0">
                <a:latin typeface="Alpino" pitchFamily="50" charset="0"/>
              </a:rPr>
              <a:t> is identified, cleans up summary files, and fixes resume problems.</a:t>
            </a:r>
          </a:p>
          <a:p>
            <a:pPr marL="0" indent="0">
              <a:buNone/>
            </a:pPr>
            <a:r>
              <a:rPr lang="en-US" sz="2400" b="1" u="sng" dirty="0">
                <a:latin typeface="Alpino Medium" pitchFamily="50" charset="0"/>
              </a:rPr>
              <a:t>Usage</a:t>
            </a:r>
          </a:p>
          <a:p>
            <a:r>
              <a:rPr lang="en-US" sz="1800" dirty="0">
                <a:latin typeface="Alpino" pitchFamily="50" charset="0"/>
              </a:rPr>
              <a:t>Used by public health labs and researchers to analyze bacterial genomes, understand outbreaks, track pathogen evolution, and support studies on antimicrobial resistance and treatment response.</a:t>
            </a:r>
            <a:endParaRPr lang="en-US" sz="1800" u="sng" dirty="0">
              <a:latin typeface="Alpino" pitchFamily="50" charset="0"/>
            </a:endParaRPr>
          </a:p>
          <a:p>
            <a:pPr marL="0" indent="0">
              <a:buNone/>
            </a:pPr>
            <a:r>
              <a:rPr lang="en-US" sz="2400" b="1" u="sng" dirty="0">
                <a:latin typeface="Alpino Medium" pitchFamily="50" charset="0"/>
              </a:rPr>
              <a:t>Dependencies</a:t>
            </a:r>
          </a:p>
          <a:p>
            <a:r>
              <a:rPr lang="en-US" sz="1800" dirty="0">
                <a:latin typeface="Alpino" pitchFamily="50" charset="0"/>
              </a:rPr>
              <a:t>FASTQC</a:t>
            </a:r>
          </a:p>
          <a:p>
            <a:r>
              <a:rPr lang="en-US" sz="1800" dirty="0" err="1">
                <a:latin typeface="Alpino" pitchFamily="50" charset="0"/>
              </a:rPr>
              <a:t>MultiQC</a:t>
            </a:r>
            <a:endParaRPr lang="en-US" sz="1800" dirty="0">
              <a:latin typeface="Alpino" pitchFamily="50" charset="0"/>
            </a:endParaRPr>
          </a:p>
          <a:p>
            <a:r>
              <a:rPr lang="en-US" sz="1800" dirty="0">
                <a:latin typeface="Alpino" pitchFamily="50" charset="0"/>
              </a:rPr>
              <a:t>Kraken2</a:t>
            </a:r>
          </a:p>
          <a:p>
            <a:r>
              <a:rPr lang="en-US" sz="1800" dirty="0" err="1">
                <a:latin typeface="Alpino" pitchFamily="50" charset="0"/>
              </a:rPr>
              <a:t>Nextflow</a:t>
            </a:r>
            <a:endParaRPr lang="en-US" sz="1800" dirty="0">
              <a:latin typeface="Alpino" pitchFamily="50" charset="0"/>
            </a:endParaRPr>
          </a:p>
          <a:p>
            <a:r>
              <a:rPr lang="en-US" sz="1800" dirty="0">
                <a:latin typeface="Alpino" pitchFamily="50" charset="0"/>
              </a:rPr>
              <a:t>Singularity </a:t>
            </a:r>
          </a:p>
        </p:txBody>
      </p:sp>
    </p:spTree>
    <p:extLst>
      <p:ext uri="{BB962C8B-B14F-4D97-AF65-F5344CB8AC3E}">
        <p14:creationId xmlns:p14="http://schemas.microsoft.com/office/powerpoint/2010/main" val="1760483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6">
                                            <p:txEl>
                                              <p:pRg st="7" end="7"/>
                                            </p:txEl>
                                          </p:spTgt>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5D3095EA-445D-745B-F2B9-490735FE72A9}"/>
            </a:ext>
          </a:extLst>
        </p:cNvPr>
        <p:cNvGrpSpPr/>
        <p:nvPr/>
      </p:nvGrpSpPr>
      <p:grpSpPr>
        <a:xfrm>
          <a:off x="0" y="0"/>
          <a:ext cx="0" cy="0"/>
          <a:chOff x="0" y="0"/>
          <a:chExt cx="0" cy="0"/>
        </a:xfrm>
      </p:grpSpPr>
      <p:grpSp>
        <p:nvGrpSpPr>
          <p:cNvPr id="147" name="Graphic 144">
            <a:extLst>
              <a:ext uri="{FF2B5EF4-FFF2-40B4-BE49-F238E27FC236}">
                <a16:creationId xmlns:a16="http://schemas.microsoft.com/office/drawing/2014/main" id="{5645A43C-C14C-BFF9-C4D9-535204228157}"/>
              </a:ext>
            </a:extLst>
          </p:cNvPr>
          <p:cNvGrpSpPr/>
          <p:nvPr/>
        </p:nvGrpSpPr>
        <p:grpSpPr>
          <a:xfrm>
            <a:off x="3190875" y="4857750"/>
            <a:ext cx="2467070" cy="874014"/>
            <a:chOff x="3190875" y="4857750"/>
            <a:chExt cx="2467070" cy="874014"/>
          </a:xfrm>
        </p:grpSpPr>
        <p:sp>
          <p:nvSpPr>
            <p:cNvPr id="148" name="Freeform: Shape 147">
              <a:extLst>
                <a:ext uri="{FF2B5EF4-FFF2-40B4-BE49-F238E27FC236}">
                  <a16:creationId xmlns:a16="http://schemas.microsoft.com/office/drawing/2014/main" id="{32822F4E-5AE1-8BD8-5FF8-A709323E9489}"/>
                </a:ext>
              </a:extLst>
            </p:cNvPr>
            <p:cNvSpPr/>
            <p:nvPr/>
          </p:nvSpPr>
          <p:spPr>
            <a:xfrm>
              <a:off x="3228975" y="4857750"/>
              <a:ext cx="2428970" cy="816864"/>
            </a:xfrm>
            <a:custGeom>
              <a:avLst/>
              <a:gdLst>
                <a:gd name="connsiteX0" fmla="*/ 2428970 w 2428970"/>
                <a:gd name="connsiteY0" fmla="*/ 0 h 816864"/>
                <a:gd name="connsiteX1" fmla="*/ 95250 w 2428970"/>
                <a:gd name="connsiteY1" fmla="*/ 0 h 816864"/>
                <a:gd name="connsiteX2" fmla="*/ 0 w 2428970"/>
                <a:gd name="connsiteY2" fmla="*/ 95250 h 816864"/>
                <a:gd name="connsiteX3" fmla="*/ 0 w 2428970"/>
                <a:gd name="connsiteY3" fmla="*/ 816864 h 816864"/>
              </a:gdLst>
              <a:ahLst/>
              <a:cxnLst>
                <a:cxn ang="0">
                  <a:pos x="connsiteX0" y="connsiteY0"/>
                </a:cxn>
                <a:cxn ang="0">
                  <a:pos x="connsiteX1" y="connsiteY1"/>
                </a:cxn>
                <a:cxn ang="0">
                  <a:pos x="connsiteX2" y="connsiteY2"/>
                </a:cxn>
                <a:cxn ang="0">
                  <a:pos x="connsiteX3" y="connsiteY3"/>
                </a:cxn>
              </a:cxnLst>
              <a:rect l="l" t="t" r="r" b="b"/>
              <a:pathLst>
                <a:path w="2428970" h="816864">
                  <a:moveTo>
                    <a:pt x="2428970" y="0"/>
                  </a:moveTo>
                  <a:lnTo>
                    <a:pt x="95250" y="0"/>
                  </a:lnTo>
                  <a:cubicBezTo>
                    <a:pt x="31750" y="0"/>
                    <a:pt x="0" y="31747"/>
                    <a:pt x="0" y="95250"/>
                  </a:cubicBezTo>
                  <a:lnTo>
                    <a:pt x="0" y="816864"/>
                  </a:lnTo>
                </a:path>
              </a:pathLst>
            </a:custGeom>
            <a:noFill/>
            <a:ln w="19050" cap="flat">
              <a:solidFill>
                <a:srgbClr val="000000"/>
              </a:solidFill>
              <a:custDash>
                <a:ds d="600000" sp="600000"/>
              </a:custDash>
              <a:miter/>
            </a:ln>
          </p:spPr>
          <p:txBody>
            <a:bodyPr rtlCol="0" anchor="ctr"/>
            <a:lstStyle/>
            <a:p>
              <a:endParaRPr lang="en-US"/>
            </a:p>
          </p:txBody>
        </p:sp>
        <p:sp>
          <p:nvSpPr>
            <p:cNvPr id="149" name="Freeform: Shape 148">
              <a:extLst>
                <a:ext uri="{FF2B5EF4-FFF2-40B4-BE49-F238E27FC236}">
                  <a16:creationId xmlns:a16="http://schemas.microsoft.com/office/drawing/2014/main" id="{6F16AD25-64D8-E78D-33A5-4596629858FC}"/>
                </a:ext>
              </a:extLst>
            </p:cNvPr>
            <p:cNvSpPr/>
            <p:nvPr/>
          </p:nvSpPr>
          <p:spPr>
            <a:xfrm>
              <a:off x="3190875" y="5655564"/>
              <a:ext cx="76200" cy="76200"/>
            </a:xfrm>
            <a:custGeom>
              <a:avLst/>
              <a:gdLst>
                <a:gd name="connsiteX0" fmla="*/ 38100 w 76200"/>
                <a:gd name="connsiteY0" fmla="*/ 76200 h 76200"/>
                <a:gd name="connsiteX1" fmla="*/ 0 w 76200"/>
                <a:gd name="connsiteY1" fmla="*/ 0 h 76200"/>
                <a:gd name="connsiteX2" fmla="*/ 38100 w 76200"/>
                <a:gd name="connsiteY2" fmla="*/ 19050 h 76200"/>
                <a:gd name="connsiteX3" fmla="*/ 76200 w 76200"/>
                <a:gd name="connsiteY3" fmla="*/ 0 h 76200"/>
              </a:gdLst>
              <a:ahLst/>
              <a:cxnLst>
                <a:cxn ang="0">
                  <a:pos x="connsiteX0" y="connsiteY0"/>
                </a:cxn>
                <a:cxn ang="0">
                  <a:pos x="connsiteX1" y="connsiteY1"/>
                </a:cxn>
                <a:cxn ang="0">
                  <a:pos x="connsiteX2" y="connsiteY2"/>
                </a:cxn>
                <a:cxn ang="0">
                  <a:pos x="connsiteX3" y="connsiteY3"/>
                </a:cxn>
              </a:cxnLst>
              <a:rect l="l" t="t" r="r" b="b"/>
              <a:pathLst>
                <a:path w="76200" h="76200">
                  <a:moveTo>
                    <a:pt x="38100" y="76200"/>
                  </a:moveTo>
                  <a:lnTo>
                    <a:pt x="0" y="0"/>
                  </a:lnTo>
                  <a:lnTo>
                    <a:pt x="38100" y="19050"/>
                  </a:lnTo>
                  <a:lnTo>
                    <a:pt x="76200" y="0"/>
                  </a:lnTo>
                  <a:close/>
                </a:path>
              </a:pathLst>
            </a:custGeom>
            <a:solidFill>
              <a:srgbClr val="000000"/>
            </a:solidFill>
            <a:ln w="19050" cap="flat">
              <a:solidFill>
                <a:srgbClr val="000000"/>
              </a:solidFill>
              <a:prstDash val="solid"/>
              <a:miter/>
            </a:ln>
          </p:spPr>
          <p:txBody>
            <a:bodyPr rtlCol="0" anchor="ctr"/>
            <a:lstStyle/>
            <a:p>
              <a:endParaRPr lang="en-US"/>
            </a:p>
          </p:txBody>
        </p:sp>
      </p:grpSp>
      <p:grpSp>
        <p:nvGrpSpPr>
          <p:cNvPr id="150" name="Graphic 144">
            <a:extLst>
              <a:ext uri="{FF2B5EF4-FFF2-40B4-BE49-F238E27FC236}">
                <a16:creationId xmlns:a16="http://schemas.microsoft.com/office/drawing/2014/main" id="{65774A09-F1C7-2E6D-CE13-203AF71B1EDA}"/>
              </a:ext>
            </a:extLst>
          </p:cNvPr>
          <p:cNvGrpSpPr/>
          <p:nvPr/>
        </p:nvGrpSpPr>
        <p:grpSpPr>
          <a:xfrm>
            <a:off x="4271009" y="4857750"/>
            <a:ext cx="1386935" cy="874014"/>
            <a:chOff x="4271009" y="4857750"/>
            <a:chExt cx="1386935" cy="874014"/>
          </a:xfrm>
        </p:grpSpPr>
        <p:sp>
          <p:nvSpPr>
            <p:cNvPr id="151" name="Freeform: Shape 150">
              <a:extLst>
                <a:ext uri="{FF2B5EF4-FFF2-40B4-BE49-F238E27FC236}">
                  <a16:creationId xmlns:a16="http://schemas.microsoft.com/office/drawing/2014/main" id="{FE8B8082-C373-066E-D847-557AF83DFB38}"/>
                </a:ext>
              </a:extLst>
            </p:cNvPr>
            <p:cNvSpPr/>
            <p:nvPr/>
          </p:nvSpPr>
          <p:spPr>
            <a:xfrm>
              <a:off x="4309109" y="4857750"/>
              <a:ext cx="1348835" cy="816864"/>
            </a:xfrm>
            <a:custGeom>
              <a:avLst/>
              <a:gdLst>
                <a:gd name="connsiteX0" fmla="*/ 1348835 w 1348835"/>
                <a:gd name="connsiteY0" fmla="*/ 0 h 816864"/>
                <a:gd name="connsiteX1" fmla="*/ 0 w 1348835"/>
                <a:gd name="connsiteY1" fmla="*/ 0 h 816864"/>
                <a:gd name="connsiteX2" fmla="*/ 0 w 1348835"/>
                <a:gd name="connsiteY2" fmla="*/ 816864 h 816864"/>
              </a:gdLst>
              <a:ahLst/>
              <a:cxnLst>
                <a:cxn ang="0">
                  <a:pos x="connsiteX0" y="connsiteY0"/>
                </a:cxn>
                <a:cxn ang="0">
                  <a:pos x="connsiteX1" y="connsiteY1"/>
                </a:cxn>
                <a:cxn ang="0">
                  <a:pos x="connsiteX2" y="connsiteY2"/>
                </a:cxn>
              </a:cxnLst>
              <a:rect l="l" t="t" r="r" b="b"/>
              <a:pathLst>
                <a:path w="1348835" h="816864">
                  <a:moveTo>
                    <a:pt x="1348835" y="0"/>
                  </a:moveTo>
                  <a:lnTo>
                    <a:pt x="0" y="0"/>
                  </a:lnTo>
                  <a:lnTo>
                    <a:pt x="0" y="816864"/>
                  </a:lnTo>
                </a:path>
              </a:pathLst>
            </a:custGeom>
            <a:noFill/>
            <a:ln w="19050" cap="flat">
              <a:solidFill>
                <a:srgbClr val="000000"/>
              </a:solidFill>
              <a:custDash>
                <a:ds d="600000" sp="600000"/>
              </a:custDash>
              <a:miter/>
            </a:ln>
          </p:spPr>
          <p:txBody>
            <a:bodyPr rtlCol="0" anchor="ctr"/>
            <a:lstStyle/>
            <a:p>
              <a:endParaRPr lang="en-US"/>
            </a:p>
          </p:txBody>
        </p:sp>
        <p:sp>
          <p:nvSpPr>
            <p:cNvPr id="152" name="Freeform: Shape 151">
              <a:extLst>
                <a:ext uri="{FF2B5EF4-FFF2-40B4-BE49-F238E27FC236}">
                  <a16:creationId xmlns:a16="http://schemas.microsoft.com/office/drawing/2014/main" id="{39388029-6231-6B7A-8A55-E5536F4EE0B4}"/>
                </a:ext>
              </a:extLst>
            </p:cNvPr>
            <p:cNvSpPr/>
            <p:nvPr/>
          </p:nvSpPr>
          <p:spPr>
            <a:xfrm>
              <a:off x="4271009" y="5655564"/>
              <a:ext cx="76200" cy="76200"/>
            </a:xfrm>
            <a:custGeom>
              <a:avLst/>
              <a:gdLst>
                <a:gd name="connsiteX0" fmla="*/ 38100 w 76200"/>
                <a:gd name="connsiteY0" fmla="*/ 76200 h 76200"/>
                <a:gd name="connsiteX1" fmla="*/ 0 w 76200"/>
                <a:gd name="connsiteY1" fmla="*/ 0 h 76200"/>
                <a:gd name="connsiteX2" fmla="*/ 38100 w 76200"/>
                <a:gd name="connsiteY2" fmla="*/ 19050 h 76200"/>
                <a:gd name="connsiteX3" fmla="*/ 76200 w 76200"/>
                <a:gd name="connsiteY3" fmla="*/ 0 h 76200"/>
              </a:gdLst>
              <a:ahLst/>
              <a:cxnLst>
                <a:cxn ang="0">
                  <a:pos x="connsiteX0" y="connsiteY0"/>
                </a:cxn>
                <a:cxn ang="0">
                  <a:pos x="connsiteX1" y="connsiteY1"/>
                </a:cxn>
                <a:cxn ang="0">
                  <a:pos x="connsiteX2" y="connsiteY2"/>
                </a:cxn>
                <a:cxn ang="0">
                  <a:pos x="connsiteX3" y="connsiteY3"/>
                </a:cxn>
              </a:cxnLst>
              <a:rect l="l" t="t" r="r" b="b"/>
              <a:pathLst>
                <a:path w="76200" h="76200">
                  <a:moveTo>
                    <a:pt x="38100" y="76200"/>
                  </a:moveTo>
                  <a:lnTo>
                    <a:pt x="0" y="0"/>
                  </a:lnTo>
                  <a:lnTo>
                    <a:pt x="38100" y="19050"/>
                  </a:lnTo>
                  <a:lnTo>
                    <a:pt x="76200" y="0"/>
                  </a:lnTo>
                  <a:close/>
                </a:path>
              </a:pathLst>
            </a:custGeom>
            <a:solidFill>
              <a:srgbClr val="000000"/>
            </a:solidFill>
            <a:ln w="19050" cap="flat">
              <a:solidFill>
                <a:srgbClr val="000000"/>
              </a:solidFill>
              <a:prstDash val="solid"/>
              <a:miter/>
            </a:ln>
          </p:spPr>
          <p:txBody>
            <a:bodyPr rtlCol="0" anchor="ctr"/>
            <a:lstStyle/>
            <a:p>
              <a:endParaRPr lang="en-US"/>
            </a:p>
          </p:txBody>
        </p:sp>
      </p:grpSp>
      <p:grpSp>
        <p:nvGrpSpPr>
          <p:cNvPr id="153" name="Graphic 144">
            <a:extLst>
              <a:ext uri="{FF2B5EF4-FFF2-40B4-BE49-F238E27FC236}">
                <a16:creationId xmlns:a16="http://schemas.microsoft.com/office/drawing/2014/main" id="{5D4B1BF3-58B7-2722-B4EB-6160F68E7143}"/>
              </a:ext>
            </a:extLst>
          </p:cNvPr>
          <p:cNvGrpSpPr/>
          <p:nvPr/>
        </p:nvGrpSpPr>
        <p:grpSpPr>
          <a:xfrm>
            <a:off x="5581650" y="5095589"/>
            <a:ext cx="338137" cy="655224"/>
            <a:chOff x="5581650" y="5095589"/>
            <a:chExt cx="338137" cy="655224"/>
          </a:xfrm>
        </p:grpSpPr>
        <p:sp>
          <p:nvSpPr>
            <p:cNvPr id="154" name="Freeform: Shape 153">
              <a:extLst>
                <a:ext uri="{FF2B5EF4-FFF2-40B4-BE49-F238E27FC236}">
                  <a16:creationId xmlns:a16="http://schemas.microsoft.com/office/drawing/2014/main" id="{AF27E537-FC07-E4B4-BAB2-1BB558B8F5E7}"/>
                </a:ext>
              </a:extLst>
            </p:cNvPr>
            <p:cNvSpPr/>
            <p:nvPr/>
          </p:nvSpPr>
          <p:spPr>
            <a:xfrm>
              <a:off x="5619750" y="5095589"/>
              <a:ext cx="300037" cy="598074"/>
            </a:xfrm>
            <a:custGeom>
              <a:avLst/>
              <a:gdLst>
                <a:gd name="connsiteX0" fmla="*/ 300038 w 300037"/>
                <a:gd name="connsiteY0" fmla="*/ 0 h 598074"/>
                <a:gd name="connsiteX1" fmla="*/ 300038 w 300037"/>
                <a:gd name="connsiteY1" fmla="*/ 338423 h 598074"/>
                <a:gd name="connsiteX2" fmla="*/ 0 w 300037"/>
                <a:gd name="connsiteY2" fmla="*/ 338423 h 598074"/>
                <a:gd name="connsiteX3" fmla="*/ 0 w 300037"/>
                <a:gd name="connsiteY3" fmla="*/ 598075 h 598074"/>
              </a:gdLst>
              <a:ahLst/>
              <a:cxnLst>
                <a:cxn ang="0">
                  <a:pos x="connsiteX0" y="connsiteY0"/>
                </a:cxn>
                <a:cxn ang="0">
                  <a:pos x="connsiteX1" y="connsiteY1"/>
                </a:cxn>
                <a:cxn ang="0">
                  <a:pos x="connsiteX2" y="connsiteY2"/>
                </a:cxn>
                <a:cxn ang="0">
                  <a:pos x="connsiteX3" y="connsiteY3"/>
                </a:cxn>
              </a:cxnLst>
              <a:rect l="l" t="t" r="r" b="b"/>
              <a:pathLst>
                <a:path w="300037" h="598074">
                  <a:moveTo>
                    <a:pt x="300038" y="0"/>
                  </a:moveTo>
                  <a:lnTo>
                    <a:pt x="300038" y="338423"/>
                  </a:lnTo>
                  <a:lnTo>
                    <a:pt x="0" y="338423"/>
                  </a:lnTo>
                  <a:lnTo>
                    <a:pt x="0" y="598075"/>
                  </a:lnTo>
                </a:path>
              </a:pathLst>
            </a:custGeom>
            <a:noFill/>
            <a:ln w="19050" cap="flat">
              <a:solidFill>
                <a:srgbClr val="000000"/>
              </a:solidFill>
              <a:custDash>
                <a:ds d="600000" sp="600000"/>
              </a:custDash>
              <a:miter/>
            </a:ln>
          </p:spPr>
          <p:txBody>
            <a:bodyPr rtlCol="0" anchor="ctr"/>
            <a:lstStyle/>
            <a:p>
              <a:endParaRPr lang="en-US"/>
            </a:p>
          </p:txBody>
        </p:sp>
        <p:sp>
          <p:nvSpPr>
            <p:cNvPr id="155" name="Freeform: Shape 154">
              <a:extLst>
                <a:ext uri="{FF2B5EF4-FFF2-40B4-BE49-F238E27FC236}">
                  <a16:creationId xmlns:a16="http://schemas.microsoft.com/office/drawing/2014/main" id="{6FBF868B-7503-79A8-AAFC-4A98073A4C98}"/>
                </a:ext>
              </a:extLst>
            </p:cNvPr>
            <p:cNvSpPr/>
            <p:nvPr/>
          </p:nvSpPr>
          <p:spPr>
            <a:xfrm>
              <a:off x="5581650" y="5674614"/>
              <a:ext cx="76200" cy="76200"/>
            </a:xfrm>
            <a:custGeom>
              <a:avLst/>
              <a:gdLst>
                <a:gd name="connsiteX0" fmla="*/ 38100 w 76200"/>
                <a:gd name="connsiteY0" fmla="*/ 76200 h 76200"/>
                <a:gd name="connsiteX1" fmla="*/ 0 w 76200"/>
                <a:gd name="connsiteY1" fmla="*/ 0 h 76200"/>
                <a:gd name="connsiteX2" fmla="*/ 38100 w 76200"/>
                <a:gd name="connsiteY2" fmla="*/ 19050 h 76200"/>
                <a:gd name="connsiteX3" fmla="*/ 76200 w 76200"/>
                <a:gd name="connsiteY3" fmla="*/ 0 h 76200"/>
              </a:gdLst>
              <a:ahLst/>
              <a:cxnLst>
                <a:cxn ang="0">
                  <a:pos x="connsiteX0" y="connsiteY0"/>
                </a:cxn>
                <a:cxn ang="0">
                  <a:pos x="connsiteX1" y="connsiteY1"/>
                </a:cxn>
                <a:cxn ang="0">
                  <a:pos x="connsiteX2" y="connsiteY2"/>
                </a:cxn>
                <a:cxn ang="0">
                  <a:pos x="connsiteX3" y="connsiteY3"/>
                </a:cxn>
              </a:cxnLst>
              <a:rect l="l" t="t" r="r" b="b"/>
              <a:pathLst>
                <a:path w="76200" h="76200">
                  <a:moveTo>
                    <a:pt x="38100" y="76200"/>
                  </a:moveTo>
                  <a:lnTo>
                    <a:pt x="0" y="0"/>
                  </a:lnTo>
                  <a:lnTo>
                    <a:pt x="38100" y="19050"/>
                  </a:lnTo>
                  <a:lnTo>
                    <a:pt x="76200" y="0"/>
                  </a:lnTo>
                  <a:close/>
                </a:path>
              </a:pathLst>
            </a:custGeom>
            <a:solidFill>
              <a:srgbClr val="000000"/>
            </a:solidFill>
            <a:ln w="19050" cap="flat">
              <a:solidFill>
                <a:srgbClr val="000000"/>
              </a:solidFill>
              <a:prstDash val="solid"/>
              <a:miter/>
            </a:ln>
          </p:spPr>
          <p:txBody>
            <a:bodyPr rtlCol="0" anchor="ctr"/>
            <a:lstStyle/>
            <a:p>
              <a:endParaRPr lang="en-US"/>
            </a:p>
          </p:txBody>
        </p:sp>
      </p:grpSp>
      <p:grpSp>
        <p:nvGrpSpPr>
          <p:cNvPr id="156" name="Graphic 144">
            <a:extLst>
              <a:ext uri="{FF2B5EF4-FFF2-40B4-BE49-F238E27FC236}">
                <a16:creationId xmlns:a16="http://schemas.microsoft.com/office/drawing/2014/main" id="{C50A27D7-26E0-B253-4BA4-C8581C9CA5A1}"/>
              </a:ext>
            </a:extLst>
          </p:cNvPr>
          <p:cNvGrpSpPr/>
          <p:nvPr/>
        </p:nvGrpSpPr>
        <p:grpSpPr>
          <a:xfrm>
            <a:off x="5919787" y="5095589"/>
            <a:ext cx="566737" cy="655224"/>
            <a:chOff x="5919787" y="5095589"/>
            <a:chExt cx="566737" cy="655224"/>
          </a:xfrm>
        </p:grpSpPr>
        <p:sp>
          <p:nvSpPr>
            <p:cNvPr id="157" name="Freeform: Shape 156">
              <a:extLst>
                <a:ext uri="{FF2B5EF4-FFF2-40B4-BE49-F238E27FC236}">
                  <a16:creationId xmlns:a16="http://schemas.microsoft.com/office/drawing/2014/main" id="{6ED7FF5D-FF3B-E221-BE2E-9C1F953D9A04}"/>
                </a:ext>
              </a:extLst>
            </p:cNvPr>
            <p:cNvSpPr/>
            <p:nvPr/>
          </p:nvSpPr>
          <p:spPr>
            <a:xfrm>
              <a:off x="5919787" y="5095589"/>
              <a:ext cx="528637" cy="598074"/>
            </a:xfrm>
            <a:custGeom>
              <a:avLst/>
              <a:gdLst>
                <a:gd name="connsiteX0" fmla="*/ 0 w 528637"/>
                <a:gd name="connsiteY0" fmla="*/ 0 h 598074"/>
                <a:gd name="connsiteX1" fmla="*/ 0 w 528637"/>
                <a:gd name="connsiteY1" fmla="*/ 338423 h 598074"/>
                <a:gd name="connsiteX2" fmla="*/ 528638 w 528637"/>
                <a:gd name="connsiteY2" fmla="*/ 338423 h 598074"/>
                <a:gd name="connsiteX3" fmla="*/ 528638 w 528637"/>
                <a:gd name="connsiteY3" fmla="*/ 598075 h 598074"/>
              </a:gdLst>
              <a:ahLst/>
              <a:cxnLst>
                <a:cxn ang="0">
                  <a:pos x="connsiteX0" y="connsiteY0"/>
                </a:cxn>
                <a:cxn ang="0">
                  <a:pos x="connsiteX1" y="connsiteY1"/>
                </a:cxn>
                <a:cxn ang="0">
                  <a:pos x="connsiteX2" y="connsiteY2"/>
                </a:cxn>
                <a:cxn ang="0">
                  <a:pos x="connsiteX3" y="connsiteY3"/>
                </a:cxn>
              </a:cxnLst>
              <a:rect l="l" t="t" r="r" b="b"/>
              <a:pathLst>
                <a:path w="528637" h="598074">
                  <a:moveTo>
                    <a:pt x="0" y="0"/>
                  </a:moveTo>
                  <a:lnTo>
                    <a:pt x="0" y="338423"/>
                  </a:lnTo>
                  <a:lnTo>
                    <a:pt x="528638" y="338423"/>
                  </a:lnTo>
                  <a:lnTo>
                    <a:pt x="528638" y="598075"/>
                  </a:lnTo>
                </a:path>
              </a:pathLst>
            </a:custGeom>
            <a:noFill/>
            <a:ln w="19050" cap="flat">
              <a:solidFill>
                <a:srgbClr val="000000"/>
              </a:solidFill>
              <a:custDash>
                <a:ds d="600000" sp="600000"/>
              </a:custDash>
              <a:miter/>
            </a:ln>
          </p:spPr>
          <p:txBody>
            <a:bodyPr rtlCol="0" anchor="ctr"/>
            <a:lstStyle/>
            <a:p>
              <a:endParaRPr lang="en-US"/>
            </a:p>
          </p:txBody>
        </p:sp>
        <p:sp>
          <p:nvSpPr>
            <p:cNvPr id="158" name="Freeform: Shape 157">
              <a:extLst>
                <a:ext uri="{FF2B5EF4-FFF2-40B4-BE49-F238E27FC236}">
                  <a16:creationId xmlns:a16="http://schemas.microsoft.com/office/drawing/2014/main" id="{49A3208C-089A-7B4C-EC1B-841956BBF84B}"/>
                </a:ext>
              </a:extLst>
            </p:cNvPr>
            <p:cNvSpPr/>
            <p:nvPr/>
          </p:nvSpPr>
          <p:spPr>
            <a:xfrm>
              <a:off x="6410325" y="5674614"/>
              <a:ext cx="76200" cy="76200"/>
            </a:xfrm>
            <a:custGeom>
              <a:avLst/>
              <a:gdLst>
                <a:gd name="connsiteX0" fmla="*/ 38100 w 76200"/>
                <a:gd name="connsiteY0" fmla="*/ 76200 h 76200"/>
                <a:gd name="connsiteX1" fmla="*/ 0 w 76200"/>
                <a:gd name="connsiteY1" fmla="*/ 0 h 76200"/>
                <a:gd name="connsiteX2" fmla="*/ 38100 w 76200"/>
                <a:gd name="connsiteY2" fmla="*/ 19050 h 76200"/>
                <a:gd name="connsiteX3" fmla="*/ 76200 w 76200"/>
                <a:gd name="connsiteY3" fmla="*/ 0 h 76200"/>
              </a:gdLst>
              <a:ahLst/>
              <a:cxnLst>
                <a:cxn ang="0">
                  <a:pos x="connsiteX0" y="connsiteY0"/>
                </a:cxn>
                <a:cxn ang="0">
                  <a:pos x="connsiteX1" y="connsiteY1"/>
                </a:cxn>
                <a:cxn ang="0">
                  <a:pos x="connsiteX2" y="connsiteY2"/>
                </a:cxn>
                <a:cxn ang="0">
                  <a:pos x="connsiteX3" y="connsiteY3"/>
                </a:cxn>
              </a:cxnLst>
              <a:rect l="l" t="t" r="r" b="b"/>
              <a:pathLst>
                <a:path w="76200" h="76200">
                  <a:moveTo>
                    <a:pt x="38100" y="76200"/>
                  </a:moveTo>
                  <a:lnTo>
                    <a:pt x="0" y="0"/>
                  </a:lnTo>
                  <a:lnTo>
                    <a:pt x="38100" y="19050"/>
                  </a:lnTo>
                  <a:lnTo>
                    <a:pt x="76200" y="0"/>
                  </a:lnTo>
                  <a:close/>
                </a:path>
              </a:pathLst>
            </a:custGeom>
            <a:solidFill>
              <a:srgbClr val="000000"/>
            </a:solidFill>
            <a:ln w="19050" cap="flat">
              <a:solidFill>
                <a:srgbClr val="000000"/>
              </a:solidFill>
              <a:prstDash val="solid"/>
              <a:miter/>
            </a:ln>
          </p:spPr>
          <p:txBody>
            <a:bodyPr rtlCol="0" anchor="ctr"/>
            <a:lstStyle/>
            <a:p>
              <a:endParaRPr lang="en-US"/>
            </a:p>
          </p:txBody>
        </p:sp>
      </p:grpSp>
      <p:grpSp>
        <p:nvGrpSpPr>
          <p:cNvPr id="159" name="Graphic 144">
            <a:extLst>
              <a:ext uri="{FF2B5EF4-FFF2-40B4-BE49-F238E27FC236}">
                <a16:creationId xmlns:a16="http://schemas.microsoft.com/office/drawing/2014/main" id="{3B5EBEBD-199D-00D8-C899-FB6C4968F955}"/>
              </a:ext>
            </a:extLst>
          </p:cNvPr>
          <p:cNvGrpSpPr/>
          <p:nvPr/>
        </p:nvGrpSpPr>
        <p:grpSpPr>
          <a:xfrm>
            <a:off x="6181153" y="4857750"/>
            <a:ext cx="1430464" cy="874014"/>
            <a:chOff x="6181153" y="4857750"/>
            <a:chExt cx="1430464" cy="874014"/>
          </a:xfrm>
        </p:grpSpPr>
        <p:sp>
          <p:nvSpPr>
            <p:cNvPr id="160" name="Freeform: Shape 159">
              <a:extLst>
                <a:ext uri="{FF2B5EF4-FFF2-40B4-BE49-F238E27FC236}">
                  <a16:creationId xmlns:a16="http://schemas.microsoft.com/office/drawing/2014/main" id="{6F00FC60-C2A8-3146-7CD4-E157E57AC4E0}"/>
                </a:ext>
              </a:extLst>
            </p:cNvPr>
            <p:cNvSpPr/>
            <p:nvPr/>
          </p:nvSpPr>
          <p:spPr>
            <a:xfrm>
              <a:off x="6181153" y="4857750"/>
              <a:ext cx="1392364" cy="816864"/>
            </a:xfrm>
            <a:custGeom>
              <a:avLst/>
              <a:gdLst>
                <a:gd name="connsiteX0" fmla="*/ 0 w 1392364"/>
                <a:gd name="connsiteY0" fmla="*/ 0 h 816864"/>
                <a:gd name="connsiteX1" fmla="*/ 1392174 w 1392364"/>
                <a:gd name="connsiteY1" fmla="*/ 0 h 816864"/>
                <a:gd name="connsiteX2" fmla="*/ 1392364 w 1392364"/>
                <a:gd name="connsiteY2" fmla="*/ 816864 h 816864"/>
              </a:gdLst>
              <a:ahLst/>
              <a:cxnLst>
                <a:cxn ang="0">
                  <a:pos x="connsiteX0" y="connsiteY0"/>
                </a:cxn>
                <a:cxn ang="0">
                  <a:pos x="connsiteX1" y="connsiteY1"/>
                </a:cxn>
                <a:cxn ang="0">
                  <a:pos x="connsiteX2" y="connsiteY2"/>
                </a:cxn>
              </a:cxnLst>
              <a:rect l="l" t="t" r="r" b="b"/>
              <a:pathLst>
                <a:path w="1392364" h="816864">
                  <a:moveTo>
                    <a:pt x="0" y="0"/>
                  </a:moveTo>
                  <a:lnTo>
                    <a:pt x="1392174" y="0"/>
                  </a:lnTo>
                  <a:lnTo>
                    <a:pt x="1392364" y="816864"/>
                  </a:lnTo>
                </a:path>
              </a:pathLst>
            </a:custGeom>
            <a:noFill/>
            <a:ln w="19050" cap="flat">
              <a:solidFill>
                <a:srgbClr val="000000"/>
              </a:solidFill>
              <a:custDash>
                <a:ds d="600000" sp="600000"/>
              </a:custDash>
              <a:miter/>
            </a:ln>
          </p:spPr>
          <p:txBody>
            <a:bodyPr rtlCol="0" anchor="ctr"/>
            <a:lstStyle/>
            <a:p>
              <a:endParaRPr lang="en-US"/>
            </a:p>
          </p:txBody>
        </p:sp>
        <p:sp>
          <p:nvSpPr>
            <p:cNvPr id="161" name="Freeform: Shape 160">
              <a:extLst>
                <a:ext uri="{FF2B5EF4-FFF2-40B4-BE49-F238E27FC236}">
                  <a16:creationId xmlns:a16="http://schemas.microsoft.com/office/drawing/2014/main" id="{E4CF3B53-8B5E-7455-B64E-BFEF2B4DE7BA}"/>
                </a:ext>
              </a:extLst>
            </p:cNvPr>
            <p:cNvSpPr/>
            <p:nvPr/>
          </p:nvSpPr>
          <p:spPr>
            <a:xfrm>
              <a:off x="7535417" y="5655564"/>
              <a:ext cx="76200" cy="76200"/>
            </a:xfrm>
            <a:custGeom>
              <a:avLst/>
              <a:gdLst>
                <a:gd name="connsiteX0" fmla="*/ 38100 w 76200"/>
                <a:gd name="connsiteY0" fmla="*/ 76200 h 76200"/>
                <a:gd name="connsiteX1" fmla="*/ 0 w 76200"/>
                <a:gd name="connsiteY1" fmla="*/ 95 h 76200"/>
                <a:gd name="connsiteX2" fmla="*/ 38100 w 76200"/>
                <a:gd name="connsiteY2" fmla="*/ 19050 h 76200"/>
                <a:gd name="connsiteX3" fmla="*/ 76200 w 76200"/>
                <a:gd name="connsiteY3" fmla="*/ 0 h 76200"/>
              </a:gdLst>
              <a:ahLst/>
              <a:cxnLst>
                <a:cxn ang="0">
                  <a:pos x="connsiteX0" y="connsiteY0"/>
                </a:cxn>
                <a:cxn ang="0">
                  <a:pos x="connsiteX1" y="connsiteY1"/>
                </a:cxn>
                <a:cxn ang="0">
                  <a:pos x="connsiteX2" y="connsiteY2"/>
                </a:cxn>
                <a:cxn ang="0">
                  <a:pos x="connsiteX3" y="connsiteY3"/>
                </a:cxn>
              </a:cxnLst>
              <a:rect l="l" t="t" r="r" b="b"/>
              <a:pathLst>
                <a:path w="76200" h="76200">
                  <a:moveTo>
                    <a:pt x="38100" y="76200"/>
                  </a:moveTo>
                  <a:lnTo>
                    <a:pt x="0" y="95"/>
                  </a:lnTo>
                  <a:lnTo>
                    <a:pt x="38100" y="19050"/>
                  </a:lnTo>
                  <a:lnTo>
                    <a:pt x="76200" y="0"/>
                  </a:lnTo>
                  <a:close/>
                </a:path>
              </a:pathLst>
            </a:custGeom>
            <a:solidFill>
              <a:srgbClr val="000000"/>
            </a:solidFill>
            <a:ln w="19050" cap="flat">
              <a:solidFill>
                <a:srgbClr val="000000"/>
              </a:solidFill>
              <a:prstDash val="solid"/>
              <a:miter/>
            </a:ln>
          </p:spPr>
          <p:txBody>
            <a:bodyPr rtlCol="0" anchor="ctr"/>
            <a:lstStyle/>
            <a:p>
              <a:endParaRPr lang="en-US"/>
            </a:p>
          </p:txBody>
        </p:sp>
      </p:grpSp>
      <p:grpSp>
        <p:nvGrpSpPr>
          <p:cNvPr id="162" name="Graphic 144">
            <a:extLst>
              <a:ext uri="{FF2B5EF4-FFF2-40B4-BE49-F238E27FC236}">
                <a16:creationId xmlns:a16="http://schemas.microsoft.com/office/drawing/2014/main" id="{6A79476D-3A0D-A907-9AC4-804D8CCEBC9B}"/>
              </a:ext>
            </a:extLst>
          </p:cNvPr>
          <p:cNvGrpSpPr/>
          <p:nvPr/>
        </p:nvGrpSpPr>
        <p:grpSpPr>
          <a:xfrm>
            <a:off x="6181153" y="4857750"/>
            <a:ext cx="2653283" cy="893064"/>
            <a:chOff x="6181153" y="4857750"/>
            <a:chExt cx="2653283" cy="893064"/>
          </a:xfrm>
        </p:grpSpPr>
        <p:sp>
          <p:nvSpPr>
            <p:cNvPr id="163" name="Freeform: Shape 162">
              <a:extLst>
                <a:ext uri="{FF2B5EF4-FFF2-40B4-BE49-F238E27FC236}">
                  <a16:creationId xmlns:a16="http://schemas.microsoft.com/office/drawing/2014/main" id="{BF7950BA-23B1-1227-79A2-EF440B146EF4}"/>
                </a:ext>
              </a:extLst>
            </p:cNvPr>
            <p:cNvSpPr/>
            <p:nvPr/>
          </p:nvSpPr>
          <p:spPr>
            <a:xfrm>
              <a:off x="6181153" y="4857750"/>
              <a:ext cx="2615183" cy="835914"/>
            </a:xfrm>
            <a:custGeom>
              <a:avLst/>
              <a:gdLst>
                <a:gd name="connsiteX0" fmla="*/ 0 w 2615183"/>
                <a:gd name="connsiteY0" fmla="*/ 0 h 835914"/>
                <a:gd name="connsiteX1" fmla="*/ 2615184 w 2615183"/>
                <a:gd name="connsiteY1" fmla="*/ 0 h 835914"/>
                <a:gd name="connsiteX2" fmla="*/ 2615184 w 2615183"/>
                <a:gd name="connsiteY2" fmla="*/ 835914 h 835914"/>
              </a:gdLst>
              <a:ahLst/>
              <a:cxnLst>
                <a:cxn ang="0">
                  <a:pos x="connsiteX0" y="connsiteY0"/>
                </a:cxn>
                <a:cxn ang="0">
                  <a:pos x="connsiteX1" y="connsiteY1"/>
                </a:cxn>
                <a:cxn ang="0">
                  <a:pos x="connsiteX2" y="connsiteY2"/>
                </a:cxn>
              </a:cxnLst>
              <a:rect l="l" t="t" r="r" b="b"/>
              <a:pathLst>
                <a:path w="2615183" h="835914">
                  <a:moveTo>
                    <a:pt x="0" y="0"/>
                  </a:moveTo>
                  <a:lnTo>
                    <a:pt x="2615184" y="0"/>
                  </a:lnTo>
                  <a:lnTo>
                    <a:pt x="2615184" y="835914"/>
                  </a:lnTo>
                </a:path>
              </a:pathLst>
            </a:custGeom>
            <a:noFill/>
            <a:ln w="19050" cap="flat">
              <a:solidFill>
                <a:srgbClr val="000000"/>
              </a:solidFill>
              <a:custDash>
                <a:ds d="600000" sp="600000"/>
              </a:custDash>
              <a:miter/>
            </a:ln>
          </p:spPr>
          <p:txBody>
            <a:bodyPr rtlCol="0" anchor="ctr"/>
            <a:lstStyle/>
            <a:p>
              <a:endParaRPr lang="en-US"/>
            </a:p>
          </p:txBody>
        </p:sp>
        <p:sp>
          <p:nvSpPr>
            <p:cNvPr id="164" name="Freeform: Shape 163">
              <a:extLst>
                <a:ext uri="{FF2B5EF4-FFF2-40B4-BE49-F238E27FC236}">
                  <a16:creationId xmlns:a16="http://schemas.microsoft.com/office/drawing/2014/main" id="{F24E9D11-007F-8198-76C5-89937A14F5CB}"/>
                </a:ext>
              </a:extLst>
            </p:cNvPr>
            <p:cNvSpPr/>
            <p:nvPr/>
          </p:nvSpPr>
          <p:spPr>
            <a:xfrm>
              <a:off x="8758237" y="5674614"/>
              <a:ext cx="76200" cy="76200"/>
            </a:xfrm>
            <a:custGeom>
              <a:avLst/>
              <a:gdLst>
                <a:gd name="connsiteX0" fmla="*/ 38100 w 76200"/>
                <a:gd name="connsiteY0" fmla="*/ 76200 h 76200"/>
                <a:gd name="connsiteX1" fmla="*/ 0 w 76200"/>
                <a:gd name="connsiteY1" fmla="*/ 0 h 76200"/>
                <a:gd name="connsiteX2" fmla="*/ 38100 w 76200"/>
                <a:gd name="connsiteY2" fmla="*/ 19050 h 76200"/>
                <a:gd name="connsiteX3" fmla="*/ 76200 w 76200"/>
                <a:gd name="connsiteY3" fmla="*/ 0 h 76200"/>
              </a:gdLst>
              <a:ahLst/>
              <a:cxnLst>
                <a:cxn ang="0">
                  <a:pos x="connsiteX0" y="connsiteY0"/>
                </a:cxn>
                <a:cxn ang="0">
                  <a:pos x="connsiteX1" y="connsiteY1"/>
                </a:cxn>
                <a:cxn ang="0">
                  <a:pos x="connsiteX2" y="connsiteY2"/>
                </a:cxn>
                <a:cxn ang="0">
                  <a:pos x="connsiteX3" y="connsiteY3"/>
                </a:cxn>
              </a:cxnLst>
              <a:rect l="l" t="t" r="r" b="b"/>
              <a:pathLst>
                <a:path w="76200" h="76200">
                  <a:moveTo>
                    <a:pt x="38100" y="76200"/>
                  </a:moveTo>
                  <a:lnTo>
                    <a:pt x="0" y="0"/>
                  </a:lnTo>
                  <a:lnTo>
                    <a:pt x="38100" y="19050"/>
                  </a:lnTo>
                  <a:lnTo>
                    <a:pt x="76200" y="0"/>
                  </a:lnTo>
                  <a:close/>
                </a:path>
              </a:pathLst>
            </a:custGeom>
            <a:solidFill>
              <a:srgbClr val="000000"/>
            </a:solidFill>
            <a:ln w="19050" cap="flat">
              <a:solidFill>
                <a:srgbClr val="000000"/>
              </a:solidFill>
              <a:prstDash val="solid"/>
              <a:miter/>
            </a:ln>
          </p:spPr>
          <p:txBody>
            <a:bodyPr rtlCol="0" anchor="ctr"/>
            <a:lstStyle/>
            <a:p>
              <a:endParaRPr lang="en-US"/>
            </a:p>
          </p:txBody>
        </p:sp>
      </p:grpSp>
      <p:grpSp>
        <p:nvGrpSpPr>
          <p:cNvPr id="165" name="Graphic 144">
            <a:extLst>
              <a:ext uri="{FF2B5EF4-FFF2-40B4-BE49-F238E27FC236}">
                <a16:creationId xmlns:a16="http://schemas.microsoft.com/office/drawing/2014/main" id="{776CD389-8BBF-D2D3-F8E4-78E60F6D4C2A}"/>
              </a:ext>
            </a:extLst>
          </p:cNvPr>
          <p:cNvGrpSpPr/>
          <p:nvPr/>
        </p:nvGrpSpPr>
        <p:grpSpPr>
          <a:xfrm>
            <a:off x="2762250" y="5757862"/>
            <a:ext cx="933450" cy="571500"/>
            <a:chOff x="2762250" y="5757862"/>
            <a:chExt cx="933450" cy="571500"/>
          </a:xfrm>
          <a:noFill/>
        </p:grpSpPr>
        <p:sp>
          <p:nvSpPr>
            <p:cNvPr id="166" name="Freeform: Shape 165">
              <a:extLst>
                <a:ext uri="{FF2B5EF4-FFF2-40B4-BE49-F238E27FC236}">
                  <a16:creationId xmlns:a16="http://schemas.microsoft.com/office/drawing/2014/main" id="{311D5FD7-70F1-AF73-2C6D-52D3553C6A39}"/>
                </a:ext>
              </a:extLst>
            </p:cNvPr>
            <p:cNvSpPr/>
            <p:nvPr/>
          </p:nvSpPr>
          <p:spPr>
            <a:xfrm>
              <a:off x="2772563" y="5757862"/>
              <a:ext cx="922345" cy="571500"/>
            </a:xfrm>
            <a:custGeom>
              <a:avLst/>
              <a:gdLst>
                <a:gd name="connsiteX0" fmla="*/ 351637 w 922345"/>
                <a:gd name="connsiteY0" fmla="*/ 571501 h 571500"/>
                <a:gd name="connsiteX1" fmla="*/ 42074 w 922345"/>
                <a:gd name="connsiteY1" fmla="*/ 571501 h 571500"/>
                <a:gd name="connsiteX2" fmla="*/ 5403 w 922345"/>
                <a:gd name="connsiteY2" fmla="*/ 518161 h 571500"/>
                <a:gd name="connsiteX3" fmla="*/ 183520 w 922345"/>
                <a:gd name="connsiteY3" fmla="*/ 53340 h 571500"/>
                <a:gd name="connsiteX4" fmla="*/ 261149 w 922345"/>
                <a:gd name="connsiteY4" fmla="*/ 1 h 571500"/>
                <a:gd name="connsiteX5" fmla="*/ 880274 w 922345"/>
                <a:gd name="connsiteY5" fmla="*/ 1 h 571500"/>
                <a:gd name="connsiteX6" fmla="*/ 916945 w 922345"/>
                <a:gd name="connsiteY6" fmla="*/ 53340 h 571500"/>
                <a:gd name="connsiteX7" fmla="*/ 738828 w 922345"/>
                <a:gd name="connsiteY7" fmla="*/ 518161 h 571500"/>
                <a:gd name="connsiteX8" fmla="*/ 661199 w 922345"/>
                <a:gd name="connsiteY8" fmla="*/ 571501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2345" h="571500">
                  <a:moveTo>
                    <a:pt x="351637" y="571501"/>
                  </a:moveTo>
                  <a:lnTo>
                    <a:pt x="42074" y="571501"/>
                  </a:lnTo>
                  <a:cubicBezTo>
                    <a:pt x="3974" y="571501"/>
                    <a:pt x="-8250" y="553717"/>
                    <a:pt x="5403" y="518161"/>
                  </a:cubicBezTo>
                  <a:lnTo>
                    <a:pt x="183520" y="53340"/>
                  </a:lnTo>
                  <a:cubicBezTo>
                    <a:pt x="197173" y="17784"/>
                    <a:pt x="223049" y="1"/>
                    <a:pt x="261149" y="1"/>
                  </a:cubicBezTo>
                  <a:lnTo>
                    <a:pt x="880274" y="1"/>
                  </a:lnTo>
                  <a:cubicBezTo>
                    <a:pt x="918374" y="1"/>
                    <a:pt x="930595" y="17784"/>
                    <a:pt x="916945" y="53340"/>
                  </a:cubicBezTo>
                  <a:lnTo>
                    <a:pt x="738828" y="518161"/>
                  </a:lnTo>
                  <a:cubicBezTo>
                    <a:pt x="725176" y="553717"/>
                    <a:pt x="699299" y="571501"/>
                    <a:pt x="661199" y="571501"/>
                  </a:cubicBezTo>
                  <a:close/>
                </a:path>
              </a:pathLst>
            </a:custGeom>
            <a:noFill/>
            <a:ln w="28575" cap="flat">
              <a:solidFill>
                <a:srgbClr val="000000"/>
              </a:solidFill>
              <a:prstDash val="solid"/>
              <a:miter/>
            </a:ln>
          </p:spPr>
          <p:txBody>
            <a:bodyPr rtlCol="0" anchor="ctr"/>
            <a:lstStyle/>
            <a:p>
              <a:endParaRPr lang="en-US"/>
            </a:p>
          </p:txBody>
        </p:sp>
        <p:pic>
          <p:nvPicPr>
            <p:cNvPr id="167" name="Picture 166">
              <a:extLst>
                <a:ext uri="{FF2B5EF4-FFF2-40B4-BE49-F238E27FC236}">
                  <a16:creationId xmlns:a16="http://schemas.microsoft.com/office/drawing/2014/main" id="{0944A47F-957A-A61E-F841-DF8AAD9A4975}"/>
                </a:ext>
              </a:extLst>
            </p:cNvPr>
            <p:cNvPicPr>
              <a:picLocks noChangeAspect="1"/>
            </p:cNvPicPr>
            <p:nvPr/>
          </p:nvPicPr>
          <p:blipFill>
            <a:blip r:embed="rId2"/>
            <a:stretch>
              <a:fillRect/>
            </a:stretch>
          </p:blipFill>
          <p:spPr>
            <a:xfrm>
              <a:off x="2762250" y="5905500"/>
              <a:ext cx="933450" cy="304800"/>
            </a:xfrm>
            <a:custGeom>
              <a:avLst/>
              <a:gdLst>
                <a:gd name="connsiteX0" fmla="*/ 0 w 933450"/>
                <a:gd name="connsiteY0" fmla="*/ 0 h 304800"/>
                <a:gd name="connsiteX1" fmla="*/ 933450 w 933450"/>
                <a:gd name="connsiteY1" fmla="*/ 0 h 304800"/>
                <a:gd name="connsiteX2" fmla="*/ 933450 w 933450"/>
                <a:gd name="connsiteY2" fmla="*/ 304800 h 304800"/>
                <a:gd name="connsiteX3" fmla="*/ 0 w 933450"/>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933450" h="304800">
                  <a:moveTo>
                    <a:pt x="0" y="0"/>
                  </a:moveTo>
                  <a:lnTo>
                    <a:pt x="933450" y="0"/>
                  </a:lnTo>
                  <a:lnTo>
                    <a:pt x="933450" y="304800"/>
                  </a:lnTo>
                  <a:lnTo>
                    <a:pt x="0" y="304800"/>
                  </a:lnTo>
                  <a:close/>
                </a:path>
              </a:pathLst>
            </a:custGeom>
          </p:spPr>
        </p:pic>
      </p:grpSp>
      <p:grpSp>
        <p:nvGrpSpPr>
          <p:cNvPr id="168" name="Graphic 144">
            <a:extLst>
              <a:ext uri="{FF2B5EF4-FFF2-40B4-BE49-F238E27FC236}">
                <a16:creationId xmlns:a16="http://schemas.microsoft.com/office/drawing/2014/main" id="{FB89F93C-B993-D2ED-8A39-5241BE028C1B}"/>
              </a:ext>
            </a:extLst>
          </p:cNvPr>
          <p:cNvGrpSpPr/>
          <p:nvPr/>
        </p:nvGrpSpPr>
        <p:grpSpPr>
          <a:xfrm>
            <a:off x="5874543" y="1285875"/>
            <a:ext cx="76200" cy="473963"/>
            <a:chOff x="5874543" y="1285875"/>
            <a:chExt cx="76200" cy="473963"/>
          </a:xfrm>
        </p:grpSpPr>
        <p:sp>
          <p:nvSpPr>
            <p:cNvPr id="169" name="Freeform: Shape 168">
              <a:extLst>
                <a:ext uri="{FF2B5EF4-FFF2-40B4-BE49-F238E27FC236}">
                  <a16:creationId xmlns:a16="http://schemas.microsoft.com/office/drawing/2014/main" id="{8A83B734-97F9-8CFF-BC0F-4EF16EE2743E}"/>
                </a:ext>
              </a:extLst>
            </p:cNvPr>
            <p:cNvSpPr/>
            <p:nvPr/>
          </p:nvSpPr>
          <p:spPr>
            <a:xfrm>
              <a:off x="5912643" y="1285875"/>
              <a:ext cx="9525" cy="416814"/>
            </a:xfrm>
            <a:custGeom>
              <a:avLst/>
              <a:gdLst>
                <a:gd name="connsiteX0" fmla="*/ 0 w 9525"/>
                <a:gd name="connsiteY0" fmla="*/ 0 h 416814"/>
                <a:gd name="connsiteX1" fmla="*/ 0 w 9525"/>
                <a:gd name="connsiteY1" fmla="*/ 416814 h 416814"/>
              </a:gdLst>
              <a:ahLst/>
              <a:cxnLst>
                <a:cxn ang="0">
                  <a:pos x="connsiteX0" y="connsiteY0"/>
                </a:cxn>
                <a:cxn ang="0">
                  <a:pos x="connsiteX1" y="connsiteY1"/>
                </a:cxn>
              </a:cxnLst>
              <a:rect l="l" t="t" r="r" b="b"/>
              <a:pathLst>
                <a:path w="9525" h="416814">
                  <a:moveTo>
                    <a:pt x="0" y="0"/>
                  </a:moveTo>
                  <a:lnTo>
                    <a:pt x="0" y="416814"/>
                  </a:lnTo>
                </a:path>
              </a:pathLst>
            </a:custGeom>
            <a:noFill/>
            <a:ln w="19050" cap="flat">
              <a:solidFill>
                <a:srgbClr val="000000"/>
              </a:solidFill>
              <a:custDash>
                <a:ds d="600000" sp="600000"/>
              </a:custDash>
              <a:miter/>
            </a:ln>
          </p:spPr>
          <p:txBody>
            <a:bodyPr rtlCol="0" anchor="ctr"/>
            <a:lstStyle/>
            <a:p>
              <a:endParaRPr lang="en-US" dirty="0"/>
            </a:p>
          </p:txBody>
        </p:sp>
        <p:sp>
          <p:nvSpPr>
            <p:cNvPr id="170" name="Freeform: Shape 169">
              <a:extLst>
                <a:ext uri="{FF2B5EF4-FFF2-40B4-BE49-F238E27FC236}">
                  <a16:creationId xmlns:a16="http://schemas.microsoft.com/office/drawing/2014/main" id="{13CCBF8E-D082-1BFA-2E4E-FCB1E8A17EDB}"/>
                </a:ext>
              </a:extLst>
            </p:cNvPr>
            <p:cNvSpPr/>
            <p:nvPr/>
          </p:nvSpPr>
          <p:spPr>
            <a:xfrm>
              <a:off x="5874543" y="1683639"/>
              <a:ext cx="76200" cy="76199"/>
            </a:xfrm>
            <a:custGeom>
              <a:avLst/>
              <a:gdLst>
                <a:gd name="connsiteX0" fmla="*/ 38100 w 76200"/>
                <a:gd name="connsiteY0" fmla="*/ 76200 h 76199"/>
                <a:gd name="connsiteX1" fmla="*/ 0 w 76200"/>
                <a:gd name="connsiteY1" fmla="*/ 0 h 76199"/>
                <a:gd name="connsiteX2" fmla="*/ 38100 w 76200"/>
                <a:gd name="connsiteY2" fmla="*/ 19050 h 76199"/>
                <a:gd name="connsiteX3" fmla="*/ 76200 w 76200"/>
                <a:gd name="connsiteY3" fmla="*/ 0 h 76199"/>
              </a:gdLst>
              <a:ahLst/>
              <a:cxnLst>
                <a:cxn ang="0">
                  <a:pos x="connsiteX0" y="connsiteY0"/>
                </a:cxn>
                <a:cxn ang="0">
                  <a:pos x="connsiteX1" y="connsiteY1"/>
                </a:cxn>
                <a:cxn ang="0">
                  <a:pos x="connsiteX2" y="connsiteY2"/>
                </a:cxn>
                <a:cxn ang="0">
                  <a:pos x="connsiteX3" y="connsiteY3"/>
                </a:cxn>
              </a:cxnLst>
              <a:rect l="l" t="t" r="r" b="b"/>
              <a:pathLst>
                <a:path w="76200" h="76199">
                  <a:moveTo>
                    <a:pt x="38100" y="76200"/>
                  </a:moveTo>
                  <a:lnTo>
                    <a:pt x="0" y="0"/>
                  </a:lnTo>
                  <a:lnTo>
                    <a:pt x="38100" y="19050"/>
                  </a:lnTo>
                  <a:lnTo>
                    <a:pt x="76200" y="0"/>
                  </a:lnTo>
                  <a:close/>
                </a:path>
              </a:pathLst>
            </a:custGeom>
            <a:solidFill>
              <a:srgbClr val="000000"/>
            </a:solidFill>
            <a:ln w="19050" cap="flat">
              <a:solidFill>
                <a:srgbClr val="000000"/>
              </a:solidFill>
              <a:prstDash val="solid"/>
              <a:miter/>
            </a:ln>
          </p:spPr>
          <p:txBody>
            <a:bodyPr rtlCol="0" anchor="ctr"/>
            <a:lstStyle/>
            <a:p>
              <a:endParaRPr lang="en-US"/>
            </a:p>
          </p:txBody>
        </p:sp>
      </p:grpSp>
      <p:grpSp>
        <p:nvGrpSpPr>
          <p:cNvPr id="171" name="Graphic 144">
            <a:extLst>
              <a:ext uri="{FF2B5EF4-FFF2-40B4-BE49-F238E27FC236}">
                <a16:creationId xmlns:a16="http://schemas.microsoft.com/office/drawing/2014/main" id="{2F6B4289-7E1A-E983-6F35-4929464316CE}"/>
              </a:ext>
            </a:extLst>
          </p:cNvPr>
          <p:cNvGrpSpPr/>
          <p:nvPr/>
        </p:nvGrpSpPr>
        <p:grpSpPr>
          <a:xfrm>
            <a:off x="4788693" y="509587"/>
            <a:ext cx="2257425" cy="781050"/>
            <a:chOff x="4788693" y="509587"/>
            <a:chExt cx="2257425" cy="781050"/>
          </a:xfrm>
          <a:noFill/>
        </p:grpSpPr>
        <p:sp>
          <p:nvSpPr>
            <p:cNvPr id="172" name="Freeform: Shape 171">
              <a:extLst>
                <a:ext uri="{FF2B5EF4-FFF2-40B4-BE49-F238E27FC236}">
                  <a16:creationId xmlns:a16="http://schemas.microsoft.com/office/drawing/2014/main" id="{F9E7D479-D97D-4F2B-1EA2-ECDB4996F54E}"/>
                </a:ext>
              </a:extLst>
            </p:cNvPr>
            <p:cNvSpPr/>
            <p:nvPr/>
          </p:nvSpPr>
          <p:spPr>
            <a:xfrm>
              <a:off x="4788693" y="509587"/>
              <a:ext cx="2257425" cy="781050"/>
            </a:xfrm>
            <a:custGeom>
              <a:avLst/>
              <a:gdLst>
                <a:gd name="connsiteX0" fmla="*/ 2257426 w 2257425"/>
                <a:gd name="connsiteY0" fmla="*/ 390526 h 781050"/>
                <a:gd name="connsiteX1" fmla="*/ 1128713 w 2257425"/>
                <a:gd name="connsiteY1" fmla="*/ 781051 h 781050"/>
                <a:gd name="connsiteX2" fmla="*/ 1 w 2257425"/>
                <a:gd name="connsiteY2" fmla="*/ 390526 h 781050"/>
                <a:gd name="connsiteX3" fmla="*/ 1128713 w 2257425"/>
                <a:gd name="connsiteY3" fmla="*/ 1 h 781050"/>
                <a:gd name="connsiteX4" fmla="*/ 2257426 w 2257425"/>
                <a:gd name="connsiteY4" fmla="*/ 390526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425" h="781050">
                  <a:moveTo>
                    <a:pt x="2257426" y="390526"/>
                  </a:moveTo>
                  <a:cubicBezTo>
                    <a:pt x="2257426" y="606207"/>
                    <a:pt x="1752084" y="781051"/>
                    <a:pt x="1128713" y="781051"/>
                  </a:cubicBezTo>
                  <a:cubicBezTo>
                    <a:pt x="505342" y="781051"/>
                    <a:pt x="1" y="606207"/>
                    <a:pt x="1" y="390526"/>
                  </a:cubicBezTo>
                  <a:cubicBezTo>
                    <a:pt x="1" y="174845"/>
                    <a:pt x="505342" y="1"/>
                    <a:pt x="1128713" y="1"/>
                  </a:cubicBezTo>
                  <a:cubicBezTo>
                    <a:pt x="1752084" y="1"/>
                    <a:pt x="2257426" y="174845"/>
                    <a:pt x="2257426" y="390526"/>
                  </a:cubicBezTo>
                  <a:close/>
                </a:path>
              </a:pathLst>
            </a:custGeom>
            <a:noFill/>
            <a:ln w="28575" cap="flat">
              <a:solidFill>
                <a:srgbClr val="000000"/>
              </a:solidFill>
              <a:prstDash val="solid"/>
              <a:miter/>
            </a:ln>
          </p:spPr>
          <p:txBody>
            <a:bodyPr rtlCol="0" anchor="ctr"/>
            <a:lstStyle/>
            <a:p>
              <a:endParaRPr lang="en-US"/>
            </a:p>
          </p:txBody>
        </p:sp>
        <p:pic>
          <p:nvPicPr>
            <p:cNvPr id="173" name="Picture 172">
              <a:extLst>
                <a:ext uri="{FF2B5EF4-FFF2-40B4-BE49-F238E27FC236}">
                  <a16:creationId xmlns:a16="http://schemas.microsoft.com/office/drawing/2014/main" id="{E28E7C5E-BD1D-31CA-DED7-FBF587C56D53}"/>
                </a:ext>
              </a:extLst>
            </p:cNvPr>
            <p:cNvPicPr>
              <a:picLocks noChangeAspect="1"/>
            </p:cNvPicPr>
            <p:nvPr/>
          </p:nvPicPr>
          <p:blipFill>
            <a:blip r:embed="rId3"/>
            <a:stretch>
              <a:fillRect/>
            </a:stretch>
          </p:blipFill>
          <p:spPr>
            <a:xfrm>
              <a:off x="4791075" y="695325"/>
              <a:ext cx="2238375" cy="438150"/>
            </a:xfrm>
            <a:custGeom>
              <a:avLst/>
              <a:gdLst>
                <a:gd name="connsiteX0" fmla="*/ 0 w 2238375"/>
                <a:gd name="connsiteY0" fmla="*/ 0 h 438150"/>
                <a:gd name="connsiteX1" fmla="*/ 2238375 w 2238375"/>
                <a:gd name="connsiteY1" fmla="*/ 0 h 438150"/>
                <a:gd name="connsiteX2" fmla="*/ 2238375 w 2238375"/>
                <a:gd name="connsiteY2" fmla="*/ 438150 h 438150"/>
                <a:gd name="connsiteX3" fmla="*/ 0 w 2238375"/>
                <a:gd name="connsiteY3" fmla="*/ 438150 h 438150"/>
              </a:gdLst>
              <a:ahLst/>
              <a:cxnLst>
                <a:cxn ang="0">
                  <a:pos x="connsiteX0" y="connsiteY0"/>
                </a:cxn>
                <a:cxn ang="0">
                  <a:pos x="connsiteX1" y="connsiteY1"/>
                </a:cxn>
                <a:cxn ang="0">
                  <a:pos x="connsiteX2" y="connsiteY2"/>
                </a:cxn>
                <a:cxn ang="0">
                  <a:pos x="connsiteX3" y="connsiteY3"/>
                </a:cxn>
              </a:cxnLst>
              <a:rect l="l" t="t" r="r" b="b"/>
              <a:pathLst>
                <a:path w="2238375" h="438150">
                  <a:moveTo>
                    <a:pt x="0" y="0"/>
                  </a:moveTo>
                  <a:lnTo>
                    <a:pt x="2238375" y="0"/>
                  </a:lnTo>
                  <a:lnTo>
                    <a:pt x="2238375" y="438150"/>
                  </a:lnTo>
                  <a:lnTo>
                    <a:pt x="0" y="438150"/>
                  </a:lnTo>
                  <a:close/>
                </a:path>
              </a:pathLst>
            </a:custGeom>
          </p:spPr>
        </p:pic>
      </p:grpSp>
      <p:grpSp>
        <p:nvGrpSpPr>
          <p:cNvPr id="174" name="Graphic 144">
            <a:extLst>
              <a:ext uri="{FF2B5EF4-FFF2-40B4-BE49-F238E27FC236}">
                <a16:creationId xmlns:a16="http://schemas.microsoft.com/office/drawing/2014/main" id="{DE244BB3-0847-5C4E-585A-788AFAE71052}"/>
              </a:ext>
            </a:extLst>
          </p:cNvPr>
          <p:cNvGrpSpPr/>
          <p:nvPr/>
        </p:nvGrpSpPr>
        <p:grpSpPr>
          <a:xfrm>
            <a:off x="4905375" y="1781175"/>
            <a:ext cx="2014537" cy="476250"/>
            <a:chOff x="4905375" y="1781175"/>
            <a:chExt cx="2014537" cy="476250"/>
          </a:xfrm>
          <a:noFill/>
        </p:grpSpPr>
        <p:sp>
          <p:nvSpPr>
            <p:cNvPr id="175" name="Freeform: Shape 174">
              <a:extLst>
                <a:ext uri="{FF2B5EF4-FFF2-40B4-BE49-F238E27FC236}">
                  <a16:creationId xmlns:a16="http://schemas.microsoft.com/office/drawing/2014/main" id="{995534C3-C0F6-076F-0E6B-C4025570EF1C}"/>
                </a:ext>
              </a:extLst>
            </p:cNvPr>
            <p:cNvSpPr/>
            <p:nvPr/>
          </p:nvSpPr>
          <p:spPr>
            <a:xfrm>
              <a:off x="4905375" y="1781175"/>
              <a:ext cx="2014537" cy="476250"/>
            </a:xfrm>
            <a:custGeom>
              <a:avLst/>
              <a:gdLst>
                <a:gd name="connsiteX0" fmla="*/ 1947863 w 2014537"/>
                <a:gd name="connsiteY0" fmla="*/ 0 h 476250"/>
                <a:gd name="connsiteX1" fmla="*/ 2014538 w 2014537"/>
                <a:gd name="connsiteY1" fmla="*/ 66675 h 476250"/>
                <a:gd name="connsiteX2" fmla="*/ 2014538 w 2014537"/>
                <a:gd name="connsiteY2" fmla="*/ 409575 h 476250"/>
                <a:gd name="connsiteX3" fmla="*/ 1947863 w 2014537"/>
                <a:gd name="connsiteY3" fmla="*/ 476250 h 476250"/>
                <a:gd name="connsiteX4" fmla="*/ 66675 w 2014537"/>
                <a:gd name="connsiteY4" fmla="*/ 476250 h 476250"/>
                <a:gd name="connsiteX5" fmla="*/ 0 w 2014537"/>
                <a:gd name="connsiteY5" fmla="*/ 409575 h 476250"/>
                <a:gd name="connsiteX6" fmla="*/ 0 w 2014537"/>
                <a:gd name="connsiteY6" fmla="*/ 66675 h 476250"/>
                <a:gd name="connsiteX7" fmla="*/ 66675 w 2014537"/>
                <a:gd name="connsiteY7" fmla="*/ 0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4537" h="476250">
                  <a:moveTo>
                    <a:pt x="1947863" y="0"/>
                  </a:moveTo>
                  <a:cubicBezTo>
                    <a:pt x="1984686" y="0"/>
                    <a:pt x="2014538" y="29851"/>
                    <a:pt x="2014538" y="66675"/>
                  </a:cubicBezTo>
                  <a:lnTo>
                    <a:pt x="2014538" y="409575"/>
                  </a:lnTo>
                  <a:cubicBezTo>
                    <a:pt x="2014538" y="446399"/>
                    <a:pt x="1984686" y="476250"/>
                    <a:pt x="1947863" y="476250"/>
                  </a:cubicBezTo>
                  <a:lnTo>
                    <a:pt x="66675" y="476250"/>
                  </a:lnTo>
                  <a:cubicBezTo>
                    <a:pt x="29851" y="476250"/>
                    <a:pt x="0" y="446399"/>
                    <a:pt x="0" y="409575"/>
                  </a:cubicBezTo>
                  <a:lnTo>
                    <a:pt x="0" y="66675"/>
                  </a:lnTo>
                  <a:cubicBezTo>
                    <a:pt x="0" y="29851"/>
                    <a:pt x="29851" y="0"/>
                    <a:pt x="66675" y="0"/>
                  </a:cubicBezTo>
                  <a:close/>
                </a:path>
              </a:pathLst>
            </a:custGeom>
            <a:noFill/>
            <a:ln w="19050" cap="flat">
              <a:solidFill>
                <a:srgbClr val="000000"/>
              </a:solidFill>
              <a:prstDash val="solid"/>
              <a:miter/>
            </a:ln>
          </p:spPr>
          <p:txBody>
            <a:bodyPr rtlCol="0" anchor="ctr"/>
            <a:lstStyle/>
            <a:p>
              <a:endParaRPr lang="en-US"/>
            </a:p>
          </p:txBody>
        </p:sp>
        <p:pic>
          <p:nvPicPr>
            <p:cNvPr id="176" name="Picture 175">
              <a:extLst>
                <a:ext uri="{FF2B5EF4-FFF2-40B4-BE49-F238E27FC236}">
                  <a16:creationId xmlns:a16="http://schemas.microsoft.com/office/drawing/2014/main" id="{6D500896-A43D-DD65-0EDF-F9EADD7F9BAA}"/>
                </a:ext>
              </a:extLst>
            </p:cNvPr>
            <p:cNvPicPr>
              <a:picLocks noChangeAspect="1"/>
            </p:cNvPicPr>
            <p:nvPr/>
          </p:nvPicPr>
          <p:blipFill>
            <a:blip r:embed="rId4"/>
            <a:stretch>
              <a:fillRect/>
            </a:stretch>
          </p:blipFill>
          <p:spPr>
            <a:xfrm>
              <a:off x="4914900" y="1885950"/>
              <a:ext cx="2000250" cy="304800"/>
            </a:xfrm>
            <a:custGeom>
              <a:avLst/>
              <a:gdLst>
                <a:gd name="connsiteX0" fmla="*/ 0 w 2000250"/>
                <a:gd name="connsiteY0" fmla="*/ 0 h 304800"/>
                <a:gd name="connsiteX1" fmla="*/ 2000250 w 2000250"/>
                <a:gd name="connsiteY1" fmla="*/ 0 h 304800"/>
                <a:gd name="connsiteX2" fmla="*/ 2000250 w 2000250"/>
                <a:gd name="connsiteY2" fmla="*/ 304800 h 304800"/>
                <a:gd name="connsiteX3" fmla="*/ 0 w 2000250"/>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2000250" h="304800">
                  <a:moveTo>
                    <a:pt x="0" y="0"/>
                  </a:moveTo>
                  <a:lnTo>
                    <a:pt x="2000250" y="0"/>
                  </a:lnTo>
                  <a:lnTo>
                    <a:pt x="2000250" y="304800"/>
                  </a:lnTo>
                  <a:lnTo>
                    <a:pt x="0" y="304800"/>
                  </a:lnTo>
                  <a:close/>
                </a:path>
              </a:pathLst>
            </a:custGeom>
          </p:spPr>
        </p:pic>
      </p:grpSp>
      <p:grpSp>
        <p:nvGrpSpPr>
          <p:cNvPr id="177" name="Graphic 144">
            <a:extLst>
              <a:ext uri="{FF2B5EF4-FFF2-40B4-BE49-F238E27FC236}">
                <a16:creationId xmlns:a16="http://schemas.microsoft.com/office/drawing/2014/main" id="{E6F15AF6-B95E-FC24-1761-996F928E2915}"/>
              </a:ext>
            </a:extLst>
          </p:cNvPr>
          <p:cNvGrpSpPr/>
          <p:nvPr/>
        </p:nvGrpSpPr>
        <p:grpSpPr>
          <a:xfrm>
            <a:off x="5881497" y="3228975"/>
            <a:ext cx="76200" cy="435864"/>
            <a:chOff x="5881497" y="3228975"/>
            <a:chExt cx="76200" cy="435864"/>
          </a:xfrm>
        </p:grpSpPr>
        <p:sp>
          <p:nvSpPr>
            <p:cNvPr id="178" name="Freeform: Shape 177">
              <a:extLst>
                <a:ext uri="{FF2B5EF4-FFF2-40B4-BE49-F238E27FC236}">
                  <a16:creationId xmlns:a16="http://schemas.microsoft.com/office/drawing/2014/main" id="{04F14BC1-3269-DF41-0F7A-1DE55E079224}"/>
                </a:ext>
              </a:extLst>
            </p:cNvPr>
            <p:cNvSpPr/>
            <p:nvPr/>
          </p:nvSpPr>
          <p:spPr>
            <a:xfrm>
              <a:off x="5919597" y="3228975"/>
              <a:ext cx="190" cy="378714"/>
            </a:xfrm>
            <a:custGeom>
              <a:avLst/>
              <a:gdLst>
                <a:gd name="connsiteX0" fmla="*/ 190 w 190"/>
                <a:gd name="connsiteY0" fmla="*/ 0 h 378714"/>
                <a:gd name="connsiteX1" fmla="*/ 190 w 190"/>
                <a:gd name="connsiteY1" fmla="*/ 228600 h 378714"/>
                <a:gd name="connsiteX2" fmla="*/ 0 w 190"/>
                <a:gd name="connsiteY2" fmla="*/ 378714 h 378714"/>
              </a:gdLst>
              <a:ahLst/>
              <a:cxnLst>
                <a:cxn ang="0">
                  <a:pos x="connsiteX0" y="connsiteY0"/>
                </a:cxn>
                <a:cxn ang="0">
                  <a:pos x="connsiteX1" y="connsiteY1"/>
                </a:cxn>
                <a:cxn ang="0">
                  <a:pos x="connsiteX2" y="connsiteY2"/>
                </a:cxn>
              </a:cxnLst>
              <a:rect l="l" t="t" r="r" b="b"/>
              <a:pathLst>
                <a:path w="190" h="378714">
                  <a:moveTo>
                    <a:pt x="190" y="0"/>
                  </a:moveTo>
                  <a:lnTo>
                    <a:pt x="190" y="228600"/>
                  </a:lnTo>
                  <a:lnTo>
                    <a:pt x="0" y="378714"/>
                  </a:lnTo>
                </a:path>
              </a:pathLst>
            </a:custGeom>
            <a:noFill/>
            <a:ln w="19050" cap="flat">
              <a:solidFill>
                <a:srgbClr val="000000"/>
              </a:solidFill>
              <a:custDash>
                <a:ds d="600000" sp="600000"/>
              </a:custDash>
              <a:miter/>
            </a:ln>
          </p:spPr>
          <p:txBody>
            <a:bodyPr rtlCol="0" anchor="ctr"/>
            <a:lstStyle/>
            <a:p>
              <a:endParaRPr lang="en-US"/>
            </a:p>
          </p:txBody>
        </p:sp>
        <p:sp>
          <p:nvSpPr>
            <p:cNvPr id="179" name="Freeform: Shape 178">
              <a:extLst>
                <a:ext uri="{FF2B5EF4-FFF2-40B4-BE49-F238E27FC236}">
                  <a16:creationId xmlns:a16="http://schemas.microsoft.com/office/drawing/2014/main" id="{46FC264A-87AC-48BA-2F28-77DD527755F2}"/>
                </a:ext>
              </a:extLst>
            </p:cNvPr>
            <p:cNvSpPr/>
            <p:nvPr/>
          </p:nvSpPr>
          <p:spPr>
            <a:xfrm>
              <a:off x="5881497" y="3588639"/>
              <a:ext cx="76200" cy="76200"/>
            </a:xfrm>
            <a:custGeom>
              <a:avLst/>
              <a:gdLst>
                <a:gd name="connsiteX0" fmla="*/ 38005 w 76200"/>
                <a:gd name="connsiteY0" fmla="*/ 76200 h 76200"/>
                <a:gd name="connsiteX1" fmla="*/ 0 w 76200"/>
                <a:gd name="connsiteY1" fmla="*/ 0 h 76200"/>
                <a:gd name="connsiteX2" fmla="*/ 38100 w 76200"/>
                <a:gd name="connsiteY2" fmla="*/ 19050 h 76200"/>
                <a:gd name="connsiteX3" fmla="*/ 76200 w 76200"/>
                <a:gd name="connsiteY3" fmla="*/ 95 h 76200"/>
              </a:gdLst>
              <a:ahLst/>
              <a:cxnLst>
                <a:cxn ang="0">
                  <a:pos x="connsiteX0" y="connsiteY0"/>
                </a:cxn>
                <a:cxn ang="0">
                  <a:pos x="connsiteX1" y="connsiteY1"/>
                </a:cxn>
                <a:cxn ang="0">
                  <a:pos x="connsiteX2" y="connsiteY2"/>
                </a:cxn>
                <a:cxn ang="0">
                  <a:pos x="connsiteX3" y="connsiteY3"/>
                </a:cxn>
              </a:cxnLst>
              <a:rect l="l" t="t" r="r" b="b"/>
              <a:pathLst>
                <a:path w="76200" h="76200">
                  <a:moveTo>
                    <a:pt x="38005" y="76200"/>
                  </a:moveTo>
                  <a:lnTo>
                    <a:pt x="0" y="0"/>
                  </a:lnTo>
                  <a:lnTo>
                    <a:pt x="38100" y="19050"/>
                  </a:lnTo>
                  <a:lnTo>
                    <a:pt x="76200" y="95"/>
                  </a:lnTo>
                  <a:close/>
                </a:path>
              </a:pathLst>
            </a:custGeom>
            <a:solidFill>
              <a:srgbClr val="000000"/>
            </a:solidFill>
            <a:ln w="19050" cap="flat">
              <a:solidFill>
                <a:srgbClr val="000000"/>
              </a:solidFill>
              <a:prstDash val="solid"/>
              <a:miter/>
            </a:ln>
          </p:spPr>
          <p:txBody>
            <a:bodyPr rtlCol="0" anchor="ctr"/>
            <a:lstStyle/>
            <a:p>
              <a:endParaRPr lang="en-US"/>
            </a:p>
          </p:txBody>
        </p:sp>
      </p:grpSp>
      <p:grpSp>
        <p:nvGrpSpPr>
          <p:cNvPr id="180" name="Graphic 144">
            <a:extLst>
              <a:ext uri="{FF2B5EF4-FFF2-40B4-BE49-F238E27FC236}">
                <a16:creationId xmlns:a16="http://schemas.microsoft.com/office/drawing/2014/main" id="{68B1A2E5-B257-C634-07CB-C57DC0C45292}"/>
              </a:ext>
            </a:extLst>
          </p:cNvPr>
          <p:cNvGrpSpPr/>
          <p:nvPr/>
        </p:nvGrpSpPr>
        <p:grpSpPr>
          <a:xfrm>
            <a:off x="4912233" y="2752725"/>
            <a:ext cx="2014537" cy="476250"/>
            <a:chOff x="4912233" y="2752725"/>
            <a:chExt cx="2014537" cy="476250"/>
          </a:xfrm>
          <a:noFill/>
        </p:grpSpPr>
        <p:sp>
          <p:nvSpPr>
            <p:cNvPr id="181" name="Freeform: Shape 180">
              <a:extLst>
                <a:ext uri="{FF2B5EF4-FFF2-40B4-BE49-F238E27FC236}">
                  <a16:creationId xmlns:a16="http://schemas.microsoft.com/office/drawing/2014/main" id="{3D4CB4A4-8F04-D2A0-D8FC-05014132BF95}"/>
                </a:ext>
              </a:extLst>
            </p:cNvPr>
            <p:cNvSpPr/>
            <p:nvPr/>
          </p:nvSpPr>
          <p:spPr>
            <a:xfrm>
              <a:off x="4912233" y="2752725"/>
              <a:ext cx="2014537" cy="476250"/>
            </a:xfrm>
            <a:custGeom>
              <a:avLst/>
              <a:gdLst>
                <a:gd name="connsiteX0" fmla="*/ 1947863 w 2014537"/>
                <a:gd name="connsiteY0" fmla="*/ 0 h 476250"/>
                <a:gd name="connsiteX1" fmla="*/ 2014538 w 2014537"/>
                <a:gd name="connsiteY1" fmla="*/ 66675 h 476250"/>
                <a:gd name="connsiteX2" fmla="*/ 2014538 w 2014537"/>
                <a:gd name="connsiteY2" fmla="*/ 409575 h 476250"/>
                <a:gd name="connsiteX3" fmla="*/ 1947863 w 2014537"/>
                <a:gd name="connsiteY3" fmla="*/ 476250 h 476250"/>
                <a:gd name="connsiteX4" fmla="*/ 66675 w 2014537"/>
                <a:gd name="connsiteY4" fmla="*/ 476250 h 476250"/>
                <a:gd name="connsiteX5" fmla="*/ 0 w 2014537"/>
                <a:gd name="connsiteY5" fmla="*/ 409575 h 476250"/>
                <a:gd name="connsiteX6" fmla="*/ 0 w 2014537"/>
                <a:gd name="connsiteY6" fmla="*/ 66675 h 476250"/>
                <a:gd name="connsiteX7" fmla="*/ 66675 w 2014537"/>
                <a:gd name="connsiteY7" fmla="*/ 0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4537" h="476250">
                  <a:moveTo>
                    <a:pt x="1947863" y="0"/>
                  </a:moveTo>
                  <a:cubicBezTo>
                    <a:pt x="1984686" y="0"/>
                    <a:pt x="2014538" y="29851"/>
                    <a:pt x="2014538" y="66675"/>
                  </a:cubicBezTo>
                  <a:lnTo>
                    <a:pt x="2014538" y="409575"/>
                  </a:lnTo>
                  <a:cubicBezTo>
                    <a:pt x="2014538" y="446399"/>
                    <a:pt x="1984686" y="476250"/>
                    <a:pt x="1947863" y="476250"/>
                  </a:cubicBezTo>
                  <a:lnTo>
                    <a:pt x="66675" y="476250"/>
                  </a:lnTo>
                  <a:cubicBezTo>
                    <a:pt x="29851" y="476250"/>
                    <a:pt x="0" y="446399"/>
                    <a:pt x="0" y="409575"/>
                  </a:cubicBezTo>
                  <a:lnTo>
                    <a:pt x="0" y="66675"/>
                  </a:lnTo>
                  <a:cubicBezTo>
                    <a:pt x="0" y="29851"/>
                    <a:pt x="29851" y="0"/>
                    <a:pt x="66675" y="0"/>
                  </a:cubicBezTo>
                  <a:close/>
                </a:path>
              </a:pathLst>
            </a:custGeom>
            <a:noFill/>
            <a:ln w="19050" cap="flat">
              <a:solidFill>
                <a:srgbClr val="000000"/>
              </a:solidFill>
              <a:prstDash val="solid"/>
              <a:miter/>
            </a:ln>
          </p:spPr>
          <p:txBody>
            <a:bodyPr rtlCol="0" anchor="ctr"/>
            <a:lstStyle/>
            <a:p>
              <a:endParaRPr lang="en-US"/>
            </a:p>
          </p:txBody>
        </p:sp>
        <p:pic>
          <p:nvPicPr>
            <p:cNvPr id="182" name="Picture 181">
              <a:extLst>
                <a:ext uri="{FF2B5EF4-FFF2-40B4-BE49-F238E27FC236}">
                  <a16:creationId xmlns:a16="http://schemas.microsoft.com/office/drawing/2014/main" id="{232AAA20-2D12-E2D6-23F4-67B3510E3415}"/>
                </a:ext>
              </a:extLst>
            </p:cNvPr>
            <p:cNvPicPr>
              <a:picLocks noChangeAspect="1"/>
            </p:cNvPicPr>
            <p:nvPr/>
          </p:nvPicPr>
          <p:blipFill>
            <a:blip r:embed="rId5"/>
            <a:stretch>
              <a:fillRect/>
            </a:stretch>
          </p:blipFill>
          <p:spPr>
            <a:xfrm>
              <a:off x="4924425" y="2857500"/>
              <a:ext cx="2000250" cy="304800"/>
            </a:xfrm>
            <a:custGeom>
              <a:avLst/>
              <a:gdLst>
                <a:gd name="connsiteX0" fmla="*/ 0 w 2000250"/>
                <a:gd name="connsiteY0" fmla="*/ 0 h 304800"/>
                <a:gd name="connsiteX1" fmla="*/ 2000250 w 2000250"/>
                <a:gd name="connsiteY1" fmla="*/ 0 h 304800"/>
                <a:gd name="connsiteX2" fmla="*/ 2000250 w 2000250"/>
                <a:gd name="connsiteY2" fmla="*/ 304800 h 304800"/>
                <a:gd name="connsiteX3" fmla="*/ 0 w 2000250"/>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2000250" h="304800">
                  <a:moveTo>
                    <a:pt x="0" y="0"/>
                  </a:moveTo>
                  <a:lnTo>
                    <a:pt x="2000250" y="0"/>
                  </a:lnTo>
                  <a:lnTo>
                    <a:pt x="2000250" y="304800"/>
                  </a:lnTo>
                  <a:lnTo>
                    <a:pt x="0" y="304800"/>
                  </a:lnTo>
                  <a:close/>
                </a:path>
              </a:pathLst>
            </a:custGeom>
          </p:spPr>
        </p:pic>
      </p:grpSp>
      <p:grpSp>
        <p:nvGrpSpPr>
          <p:cNvPr id="183" name="Graphic 144">
            <a:extLst>
              <a:ext uri="{FF2B5EF4-FFF2-40B4-BE49-F238E27FC236}">
                <a16:creationId xmlns:a16="http://schemas.microsoft.com/office/drawing/2014/main" id="{4CD91552-155D-E1CE-54FD-5301C95DC6AC}"/>
              </a:ext>
            </a:extLst>
          </p:cNvPr>
          <p:cNvGrpSpPr/>
          <p:nvPr/>
        </p:nvGrpSpPr>
        <p:grpSpPr>
          <a:xfrm>
            <a:off x="5881687" y="4162425"/>
            <a:ext cx="76200" cy="436244"/>
            <a:chOff x="5881687" y="4162425"/>
            <a:chExt cx="76200" cy="436244"/>
          </a:xfrm>
        </p:grpSpPr>
        <p:sp>
          <p:nvSpPr>
            <p:cNvPr id="184" name="Freeform: Shape 183">
              <a:extLst>
                <a:ext uri="{FF2B5EF4-FFF2-40B4-BE49-F238E27FC236}">
                  <a16:creationId xmlns:a16="http://schemas.microsoft.com/office/drawing/2014/main" id="{5EE1DEBF-5DC8-A08B-A204-86293DD921CC}"/>
                </a:ext>
              </a:extLst>
            </p:cNvPr>
            <p:cNvSpPr/>
            <p:nvPr/>
          </p:nvSpPr>
          <p:spPr>
            <a:xfrm>
              <a:off x="5919501" y="4162425"/>
              <a:ext cx="285" cy="379094"/>
            </a:xfrm>
            <a:custGeom>
              <a:avLst/>
              <a:gdLst>
                <a:gd name="connsiteX0" fmla="*/ 0 w 285"/>
                <a:gd name="connsiteY0" fmla="*/ 0 h 379094"/>
                <a:gd name="connsiteX1" fmla="*/ 190 w 285"/>
                <a:gd name="connsiteY1" fmla="*/ 133350 h 379094"/>
                <a:gd name="connsiteX2" fmla="*/ 286 w 285"/>
                <a:gd name="connsiteY2" fmla="*/ 303847 h 379094"/>
                <a:gd name="connsiteX3" fmla="*/ 286 w 285"/>
                <a:gd name="connsiteY3" fmla="*/ 379095 h 379094"/>
              </a:gdLst>
              <a:ahLst/>
              <a:cxnLst>
                <a:cxn ang="0">
                  <a:pos x="connsiteX0" y="connsiteY0"/>
                </a:cxn>
                <a:cxn ang="0">
                  <a:pos x="connsiteX1" y="connsiteY1"/>
                </a:cxn>
                <a:cxn ang="0">
                  <a:pos x="connsiteX2" y="connsiteY2"/>
                </a:cxn>
                <a:cxn ang="0">
                  <a:pos x="connsiteX3" y="connsiteY3"/>
                </a:cxn>
              </a:cxnLst>
              <a:rect l="l" t="t" r="r" b="b"/>
              <a:pathLst>
                <a:path w="285" h="379094">
                  <a:moveTo>
                    <a:pt x="0" y="0"/>
                  </a:moveTo>
                  <a:lnTo>
                    <a:pt x="190" y="133350"/>
                  </a:lnTo>
                  <a:cubicBezTo>
                    <a:pt x="257" y="196853"/>
                    <a:pt x="286" y="253679"/>
                    <a:pt x="286" y="303847"/>
                  </a:cubicBezTo>
                  <a:lnTo>
                    <a:pt x="286" y="379095"/>
                  </a:lnTo>
                </a:path>
              </a:pathLst>
            </a:custGeom>
            <a:noFill/>
            <a:ln w="19050" cap="flat">
              <a:solidFill>
                <a:srgbClr val="000000"/>
              </a:solidFill>
              <a:custDash>
                <a:ds d="600000" sp="600000"/>
              </a:custDash>
              <a:miter/>
            </a:ln>
          </p:spPr>
          <p:txBody>
            <a:bodyPr rtlCol="0" anchor="ctr"/>
            <a:lstStyle/>
            <a:p>
              <a:endParaRPr lang="en-US"/>
            </a:p>
          </p:txBody>
        </p:sp>
        <p:sp>
          <p:nvSpPr>
            <p:cNvPr id="185" name="Freeform: Shape 184">
              <a:extLst>
                <a:ext uri="{FF2B5EF4-FFF2-40B4-BE49-F238E27FC236}">
                  <a16:creationId xmlns:a16="http://schemas.microsoft.com/office/drawing/2014/main" id="{8F2C76C9-F5E9-D033-1DE9-499B97D3D8D5}"/>
                </a:ext>
              </a:extLst>
            </p:cNvPr>
            <p:cNvSpPr/>
            <p:nvPr/>
          </p:nvSpPr>
          <p:spPr>
            <a:xfrm>
              <a:off x="5881687" y="4522469"/>
              <a:ext cx="76200" cy="76200"/>
            </a:xfrm>
            <a:custGeom>
              <a:avLst/>
              <a:gdLst>
                <a:gd name="connsiteX0" fmla="*/ 38100 w 76200"/>
                <a:gd name="connsiteY0" fmla="*/ 76200 h 76200"/>
                <a:gd name="connsiteX1" fmla="*/ 0 w 76200"/>
                <a:gd name="connsiteY1" fmla="*/ 0 h 76200"/>
                <a:gd name="connsiteX2" fmla="*/ 38100 w 76200"/>
                <a:gd name="connsiteY2" fmla="*/ 19050 h 76200"/>
                <a:gd name="connsiteX3" fmla="*/ 76200 w 76200"/>
                <a:gd name="connsiteY3" fmla="*/ 0 h 76200"/>
              </a:gdLst>
              <a:ahLst/>
              <a:cxnLst>
                <a:cxn ang="0">
                  <a:pos x="connsiteX0" y="connsiteY0"/>
                </a:cxn>
                <a:cxn ang="0">
                  <a:pos x="connsiteX1" y="connsiteY1"/>
                </a:cxn>
                <a:cxn ang="0">
                  <a:pos x="connsiteX2" y="connsiteY2"/>
                </a:cxn>
                <a:cxn ang="0">
                  <a:pos x="connsiteX3" y="connsiteY3"/>
                </a:cxn>
              </a:cxnLst>
              <a:rect l="l" t="t" r="r" b="b"/>
              <a:pathLst>
                <a:path w="76200" h="76200">
                  <a:moveTo>
                    <a:pt x="38100" y="76200"/>
                  </a:moveTo>
                  <a:lnTo>
                    <a:pt x="0" y="0"/>
                  </a:lnTo>
                  <a:lnTo>
                    <a:pt x="38100" y="19050"/>
                  </a:lnTo>
                  <a:lnTo>
                    <a:pt x="76200" y="0"/>
                  </a:lnTo>
                  <a:close/>
                </a:path>
              </a:pathLst>
            </a:custGeom>
            <a:solidFill>
              <a:srgbClr val="000000"/>
            </a:solidFill>
            <a:ln w="19050" cap="flat">
              <a:solidFill>
                <a:srgbClr val="000000"/>
              </a:solidFill>
              <a:prstDash val="solid"/>
              <a:miter/>
            </a:ln>
          </p:spPr>
          <p:txBody>
            <a:bodyPr rtlCol="0" anchor="ctr"/>
            <a:lstStyle/>
            <a:p>
              <a:endParaRPr lang="en-US"/>
            </a:p>
          </p:txBody>
        </p:sp>
      </p:grpSp>
      <p:grpSp>
        <p:nvGrpSpPr>
          <p:cNvPr id="186" name="Graphic 144">
            <a:extLst>
              <a:ext uri="{FF2B5EF4-FFF2-40B4-BE49-F238E27FC236}">
                <a16:creationId xmlns:a16="http://schemas.microsoft.com/office/drawing/2014/main" id="{309AAFA7-7B2F-3AB4-5882-E77F754CC101}"/>
              </a:ext>
            </a:extLst>
          </p:cNvPr>
          <p:cNvGrpSpPr/>
          <p:nvPr/>
        </p:nvGrpSpPr>
        <p:grpSpPr>
          <a:xfrm>
            <a:off x="4912233" y="3686175"/>
            <a:ext cx="2014537" cy="476250"/>
            <a:chOff x="4912233" y="3686175"/>
            <a:chExt cx="2014537" cy="476250"/>
          </a:xfrm>
          <a:noFill/>
        </p:grpSpPr>
        <p:sp>
          <p:nvSpPr>
            <p:cNvPr id="187" name="Freeform: Shape 186">
              <a:extLst>
                <a:ext uri="{FF2B5EF4-FFF2-40B4-BE49-F238E27FC236}">
                  <a16:creationId xmlns:a16="http://schemas.microsoft.com/office/drawing/2014/main" id="{DBC91880-EDB0-710E-C023-455590E59BFA}"/>
                </a:ext>
              </a:extLst>
            </p:cNvPr>
            <p:cNvSpPr/>
            <p:nvPr/>
          </p:nvSpPr>
          <p:spPr>
            <a:xfrm>
              <a:off x="4912233" y="3686175"/>
              <a:ext cx="2014537" cy="476250"/>
            </a:xfrm>
            <a:custGeom>
              <a:avLst/>
              <a:gdLst>
                <a:gd name="connsiteX0" fmla="*/ 1947863 w 2014537"/>
                <a:gd name="connsiteY0" fmla="*/ 0 h 476250"/>
                <a:gd name="connsiteX1" fmla="*/ 2014538 w 2014537"/>
                <a:gd name="connsiteY1" fmla="*/ 66675 h 476250"/>
                <a:gd name="connsiteX2" fmla="*/ 2014538 w 2014537"/>
                <a:gd name="connsiteY2" fmla="*/ 409575 h 476250"/>
                <a:gd name="connsiteX3" fmla="*/ 1947863 w 2014537"/>
                <a:gd name="connsiteY3" fmla="*/ 476250 h 476250"/>
                <a:gd name="connsiteX4" fmla="*/ 66675 w 2014537"/>
                <a:gd name="connsiteY4" fmla="*/ 476250 h 476250"/>
                <a:gd name="connsiteX5" fmla="*/ 0 w 2014537"/>
                <a:gd name="connsiteY5" fmla="*/ 409575 h 476250"/>
                <a:gd name="connsiteX6" fmla="*/ 0 w 2014537"/>
                <a:gd name="connsiteY6" fmla="*/ 66675 h 476250"/>
                <a:gd name="connsiteX7" fmla="*/ 66675 w 2014537"/>
                <a:gd name="connsiteY7" fmla="*/ 0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4537" h="476250">
                  <a:moveTo>
                    <a:pt x="1947863" y="0"/>
                  </a:moveTo>
                  <a:cubicBezTo>
                    <a:pt x="1984686" y="0"/>
                    <a:pt x="2014538" y="29851"/>
                    <a:pt x="2014538" y="66675"/>
                  </a:cubicBezTo>
                  <a:lnTo>
                    <a:pt x="2014538" y="409575"/>
                  </a:lnTo>
                  <a:cubicBezTo>
                    <a:pt x="2014538" y="446399"/>
                    <a:pt x="1984686" y="476250"/>
                    <a:pt x="1947863" y="476250"/>
                  </a:cubicBezTo>
                  <a:lnTo>
                    <a:pt x="66675" y="476250"/>
                  </a:lnTo>
                  <a:cubicBezTo>
                    <a:pt x="29851" y="476250"/>
                    <a:pt x="0" y="446399"/>
                    <a:pt x="0" y="409575"/>
                  </a:cubicBezTo>
                  <a:lnTo>
                    <a:pt x="0" y="66675"/>
                  </a:lnTo>
                  <a:cubicBezTo>
                    <a:pt x="0" y="29851"/>
                    <a:pt x="29851" y="0"/>
                    <a:pt x="66675" y="0"/>
                  </a:cubicBezTo>
                  <a:close/>
                </a:path>
              </a:pathLst>
            </a:custGeom>
            <a:noFill/>
            <a:ln w="19050" cap="flat">
              <a:solidFill>
                <a:srgbClr val="000000"/>
              </a:solidFill>
              <a:prstDash val="solid"/>
              <a:miter/>
            </a:ln>
          </p:spPr>
          <p:txBody>
            <a:bodyPr rtlCol="0" anchor="ctr"/>
            <a:lstStyle/>
            <a:p>
              <a:endParaRPr lang="en-US"/>
            </a:p>
          </p:txBody>
        </p:sp>
        <p:pic>
          <p:nvPicPr>
            <p:cNvPr id="188" name="Picture 187">
              <a:extLst>
                <a:ext uri="{FF2B5EF4-FFF2-40B4-BE49-F238E27FC236}">
                  <a16:creationId xmlns:a16="http://schemas.microsoft.com/office/drawing/2014/main" id="{C0DC6B92-1228-2971-DA69-DB48C2F08933}"/>
                </a:ext>
              </a:extLst>
            </p:cNvPr>
            <p:cNvPicPr>
              <a:picLocks noChangeAspect="1"/>
            </p:cNvPicPr>
            <p:nvPr/>
          </p:nvPicPr>
          <p:blipFill>
            <a:blip r:embed="rId6"/>
            <a:stretch>
              <a:fillRect/>
            </a:stretch>
          </p:blipFill>
          <p:spPr>
            <a:xfrm>
              <a:off x="4924425" y="3862387"/>
              <a:ext cx="2000250" cy="161925"/>
            </a:xfrm>
            <a:custGeom>
              <a:avLst/>
              <a:gdLst>
                <a:gd name="connsiteX0" fmla="*/ 0 w 2000250"/>
                <a:gd name="connsiteY0" fmla="*/ 0 h 161925"/>
                <a:gd name="connsiteX1" fmla="*/ 2000250 w 2000250"/>
                <a:gd name="connsiteY1" fmla="*/ 0 h 161925"/>
                <a:gd name="connsiteX2" fmla="*/ 2000250 w 2000250"/>
                <a:gd name="connsiteY2" fmla="*/ 161925 h 161925"/>
                <a:gd name="connsiteX3" fmla="*/ 0 w 2000250"/>
                <a:gd name="connsiteY3" fmla="*/ 161925 h 161925"/>
              </a:gdLst>
              <a:ahLst/>
              <a:cxnLst>
                <a:cxn ang="0">
                  <a:pos x="connsiteX0" y="connsiteY0"/>
                </a:cxn>
                <a:cxn ang="0">
                  <a:pos x="connsiteX1" y="connsiteY1"/>
                </a:cxn>
                <a:cxn ang="0">
                  <a:pos x="connsiteX2" y="connsiteY2"/>
                </a:cxn>
                <a:cxn ang="0">
                  <a:pos x="connsiteX3" y="connsiteY3"/>
                </a:cxn>
              </a:cxnLst>
              <a:rect l="l" t="t" r="r" b="b"/>
              <a:pathLst>
                <a:path w="2000250" h="161925">
                  <a:moveTo>
                    <a:pt x="0" y="0"/>
                  </a:moveTo>
                  <a:lnTo>
                    <a:pt x="2000250" y="0"/>
                  </a:lnTo>
                  <a:lnTo>
                    <a:pt x="2000250" y="161925"/>
                  </a:lnTo>
                  <a:lnTo>
                    <a:pt x="0" y="161925"/>
                  </a:lnTo>
                  <a:close/>
                </a:path>
              </a:pathLst>
            </a:custGeom>
          </p:spPr>
        </p:pic>
      </p:grpSp>
      <p:grpSp>
        <p:nvGrpSpPr>
          <p:cNvPr id="189" name="Graphic 144">
            <a:extLst>
              <a:ext uri="{FF2B5EF4-FFF2-40B4-BE49-F238E27FC236}">
                <a16:creationId xmlns:a16="http://schemas.microsoft.com/office/drawing/2014/main" id="{AED49570-8351-4A8B-E24B-8A067097F207}"/>
              </a:ext>
            </a:extLst>
          </p:cNvPr>
          <p:cNvGrpSpPr/>
          <p:nvPr/>
        </p:nvGrpSpPr>
        <p:grpSpPr>
          <a:xfrm>
            <a:off x="5879401" y="2257425"/>
            <a:ext cx="76104" cy="473963"/>
            <a:chOff x="5879401" y="2257425"/>
            <a:chExt cx="76104" cy="473963"/>
          </a:xfrm>
        </p:grpSpPr>
        <p:sp>
          <p:nvSpPr>
            <p:cNvPr id="190" name="Freeform: Shape 189">
              <a:extLst>
                <a:ext uri="{FF2B5EF4-FFF2-40B4-BE49-F238E27FC236}">
                  <a16:creationId xmlns:a16="http://schemas.microsoft.com/office/drawing/2014/main" id="{F59F7DEF-E24E-3D52-4702-041F2644645F}"/>
                </a:ext>
              </a:extLst>
            </p:cNvPr>
            <p:cNvSpPr/>
            <p:nvPr/>
          </p:nvSpPr>
          <p:spPr>
            <a:xfrm>
              <a:off x="5912643" y="2257425"/>
              <a:ext cx="5238" cy="416909"/>
            </a:xfrm>
            <a:custGeom>
              <a:avLst/>
              <a:gdLst>
                <a:gd name="connsiteX0" fmla="*/ 0 w 5238"/>
                <a:gd name="connsiteY0" fmla="*/ 0 h 416909"/>
                <a:gd name="connsiteX1" fmla="*/ 286 w 5238"/>
                <a:gd name="connsiteY1" fmla="*/ 95250 h 416909"/>
                <a:gd name="connsiteX2" fmla="*/ 2477 w 5238"/>
                <a:gd name="connsiteY2" fmla="*/ 285750 h 416909"/>
                <a:gd name="connsiteX3" fmla="*/ 5239 w 5238"/>
                <a:gd name="connsiteY3" fmla="*/ 416909 h 416909"/>
              </a:gdLst>
              <a:ahLst/>
              <a:cxnLst>
                <a:cxn ang="0">
                  <a:pos x="connsiteX0" y="connsiteY0"/>
                </a:cxn>
                <a:cxn ang="0">
                  <a:pos x="connsiteX1" y="connsiteY1"/>
                </a:cxn>
                <a:cxn ang="0">
                  <a:pos x="connsiteX2" y="connsiteY2"/>
                </a:cxn>
                <a:cxn ang="0">
                  <a:pos x="connsiteX3" y="connsiteY3"/>
                </a:cxn>
              </a:cxnLst>
              <a:rect l="l" t="t" r="r" b="b"/>
              <a:pathLst>
                <a:path w="5238" h="416909">
                  <a:moveTo>
                    <a:pt x="0" y="0"/>
                  </a:moveTo>
                  <a:lnTo>
                    <a:pt x="286" y="95250"/>
                  </a:lnTo>
                  <a:cubicBezTo>
                    <a:pt x="410" y="158753"/>
                    <a:pt x="1143" y="222247"/>
                    <a:pt x="2477" y="285750"/>
                  </a:cubicBezTo>
                  <a:lnTo>
                    <a:pt x="5239" y="416909"/>
                  </a:lnTo>
                </a:path>
              </a:pathLst>
            </a:custGeom>
            <a:noFill/>
            <a:ln w="19050" cap="flat">
              <a:solidFill>
                <a:srgbClr val="000000"/>
              </a:solidFill>
              <a:custDash>
                <a:ds d="600000" sp="600000"/>
              </a:custDash>
              <a:miter/>
            </a:ln>
          </p:spPr>
          <p:txBody>
            <a:bodyPr rtlCol="0" anchor="ctr"/>
            <a:lstStyle/>
            <a:p>
              <a:endParaRPr lang="en-US"/>
            </a:p>
          </p:txBody>
        </p:sp>
        <p:sp>
          <p:nvSpPr>
            <p:cNvPr id="191" name="Freeform: Shape 190">
              <a:extLst>
                <a:ext uri="{FF2B5EF4-FFF2-40B4-BE49-F238E27FC236}">
                  <a16:creationId xmlns:a16="http://schemas.microsoft.com/office/drawing/2014/main" id="{214D601D-CFB2-5251-CCB5-96CCE31F3636}"/>
                </a:ext>
              </a:extLst>
            </p:cNvPr>
            <p:cNvSpPr/>
            <p:nvPr/>
          </p:nvSpPr>
          <p:spPr>
            <a:xfrm>
              <a:off x="5879401" y="2654426"/>
              <a:ext cx="76104" cy="76962"/>
            </a:xfrm>
            <a:custGeom>
              <a:avLst/>
              <a:gdLst>
                <a:gd name="connsiteX0" fmla="*/ 39624 w 76104"/>
                <a:gd name="connsiteY0" fmla="*/ 76962 h 76962"/>
                <a:gd name="connsiteX1" fmla="*/ 0 w 76104"/>
                <a:gd name="connsiteY1" fmla="*/ 1619 h 76962"/>
                <a:gd name="connsiteX2" fmla="*/ 38481 w 76104"/>
                <a:gd name="connsiteY2" fmla="*/ 19907 h 76962"/>
                <a:gd name="connsiteX3" fmla="*/ 76105 w 76104"/>
                <a:gd name="connsiteY3" fmla="*/ 0 h 76962"/>
              </a:gdLst>
              <a:ahLst/>
              <a:cxnLst>
                <a:cxn ang="0">
                  <a:pos x="connsiteX0" y="connsiteY0"/>
                </a:cxn>
                <a:cxn ang="0">
                  <a:pos x="connsiteX1" y="connsiteY1"/>
                </a:cxn>
                <a:cxn ang="0">
                  <a:pos x="connsiteX2" y="connsiteY2"/>
                </a:cxn>
                <a:cxn ang="0">
                  <a:pos x="connsiteX3" y="connsiteY3"/>
                </a:cxn>
              </a:cxnLst>
              <a:rect l="l" t="t" r="r" b="b"/>
              <a:pathLst>
                <a:path w="76104" h="76962">
                  <a:moveTo>
                    <a:pt x="39624" y="76962"/>
                  </a:moveTo>
                  <a:lnTo>
                    <a:pt x="0" y="1619"/>
                  </a:lnTo>
                  <a:lnTo>
                    <a:pt x="38481" y="19907"/>
                  </a:lnTo>
                  <a:lnTo>
                    <a:pt x="76105" y="0"/>
                  </a:lnTo>
                  <a:close/>
                </a:path>
              </a:pathLst>
            </a:custGeom>
            <a:solidFill>
              <a:srgbClr val="000000"/>
            </a:solidFill>
            <a:ln w="19050" cap="flat">
              <a:solidFill>
                <a:srgbClr val="000000"/>
              </a:solidFill>
              <a:prstDash val="solid"/>
              <a:miter/>
            </a:ln>
          </p:spPr>
          <p:txBody>
            <a:bodyPr rtlCol="0" anchor="ctr"/>
            <a:lstStyle/>
            <a:p>
              <a:endParaRPr lang="en-US"/>
            </a:p>
          </p:txBody>
        </p:sp>
      </p:grpSp>
      <p:grpSp>
        <p:nvGrpSpPr>
          <p:cNvPr id="192" name="Graphic 144">
            <a:extLst>
              <a:ext uri="{FF2B5EF4-FFF2-40B4-BE49-F238E27FC236}">
                <a16:creationId xmlns:a16="http://schemas.microsoft.com/office/drawing/2014/main" id="{126C042B-A781-BDC7-5150-74C8B874D854}"/>
              </a:ext>
            </a:extLst>
          </p:cNvPr>
          <p:cNvGrpSpPr/>
          <p:nvPr/>
        </p:nvGrpSpPr>
        <p:grpSpPr>
          <a:xfrm>
            <a:off x="3800475" y="5757862"/>
            <a:ext cx="1019175" cy="571500"/>
            <a:chOff x="3800475" y="5757862"/>
            <a:chExt cx="1019175" cy="571500"/>
          </a:xfrm>
          <a:noFill/>
        </p:grpSpPr>
        <p:sp>
          <p:nvSpPr>
            <p:cNvPr id="193" name="Freeform: Shape 192">
              <a:extLst>
                <a:ext uri="{FF2B5EF4-FFF2-40B4-BE49-F238E27FC236}">
                  <a16:creationId xmlns:a16="http://schemas.microsoft.com/office/drawing/2014/main" id="{8C74FDF5-9B89-AD75-2AB5-9DBE84189E2E}"/>
                </a:ext>
              </a:extLst>
            </p:cNvPr>
            <p:cNvSpPr/>
            <p:nvPr/>
          </p:nvSpPr>
          <p:spPr>
            <a:xfrm>
              <a:off x="3811598" y="5757862"/>
              <a:ext cx="1004070" cy="571500"/>
            </a:xfrm>
            <a:custGeom>
              <a:avLst/>
              <a:gdLst>
                <a:gd name="connsiteX0" fmla="*/ 382926 w 1004070"/>
                <a:gd name="connsiteY0" fmla="*/ 571501 h 571500"/>
                <a:gd name="connsiteX1" fmla="*/ 41264 w 1004070"/>
                <a:gd name="connsiteY1" fmla="*/ 571501 h 571500"/>
                <a:gd name="connsiteX2" fmla="*/ 6117 w 1004070"/>
                <a:gd name="connsiteY2" fmla="*/ 518732 h 571500"/>
                <a:gd name="connsiteX3" fmla="*/ 200332 w 1004070"/>
                <a:gd name="connsiteY3" fmla="*/ 52769 h 571500"/>
                <a:gd name="connsiteX4" fmla="*/ 279484 w 1004070"/>
                <a:gd name="connsiteY4" fmla="*/ 1 h 571500"/>
                <a:gd name="connsiteX5" fmla="*/ 962808 w 1004070"/>
                <a:gd name="connsiteY5" fmla="*/ 1 h 571500"/>
                <a:gd name="connsiteX6" fmla="*/ 997955 w 1004070"/>
                <a:gd name="connsiteY6" fmla="*/ 52769 h 571500"/>
                <a:gd name="connsiteX7" fmla="*/ 803740 w 1004070"/>
                <a:gd name="connsiteY7" fmla="*/ 518732 h 571500"/>
                <a:gd name="connsiteX8" fmla="*/ 724588 w 1004070"/>
                <a:gd name="connsiteY8" fmla="*/ 571501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4070" h="571500">
                  <a:moveTo>
                    <a:pt x="382926" y="571501"/>
                  </a:moveTo>
                  <a:lnTo>
                    <a:pt x="41264" y="571501"/>
                  </a:lnTo>
                  <a:cubicBezTo>
                    <a:pt x="3164" y="571501"/>
                    <a:pt x="-8552" y="553908"/>
                    <a:pt x="6117" y="518732"/>
                  </a:cubicBezTo>
                  <a:lnTo>
                    <a:pt x="200332" y="52769"/>
                  </a:lnTo>
                  <a:cubicBezTo>
                    <a:pt x="215000" y="17593"/>
                    <a:pt x="241384" y="1"/>
                    <a:pt x="279484" y="1"/>
                  </a:cubicBezTo>
                  <a:lnTo>
                    <a:pt x="962808" y="1"/>
                  </a:lnTo>
                  <a:cubicBezTo>
                    <a:pt x="1000908" y="1"/>
                    <a:pt x="1012624" y="17593"/>
                    <a:pt x="997955" y="52769"/>
                  </a:cubicBezTo>
                  <a:lnTo>
                    <a:pt x="803740" y="518732"/>
                  </a:lnTo>
                  <a:cubicBezTo>
                    <a:pt x="789072" y="553908"/>
                    <a:pt x="762688" y="571501"/>
                    <a:pt x="724588" y="571501"/>
                  </a:cubicBezTo>
                  <a:close/>
                </a:path>
              </a:pathLst>
            </a:custGeom>
            <a:noFill/>
            <a:ln w="28575" cap="flat">
              <a:solidFill>
                <a:srgbClr val="000000"/>
              </a:solidFill>
              <a:prstDash val="solid"/>
              <a:miter/>
            </a:ln>
          </p:spPr>
          <p:txBody>
            <a:bodyPr rtlCol="0" anchor="ctr"/>
            <a:lstStyle/>
            <a:p>
              <a:endParaRPr lang="en-US"/>
            </a:p>
          </p:txBody>
        </p:sp>
        <p:pic>
          <p:nvPicPr>
            <p:cNvPr id="194" name="Picture 193">
              <a:extLst>
                <a:ext uri="{FF2B5EF4-FFF2-40B4-BE49-F238E27FC236}">
                  <a16:creationId xmlns:a16="http://schemas.microsoft.com/office/drawing/2014/main" id="{6D190F2F-9343-2CA0-7B0E-86250289513F}"/>
                </a:ext>
              </a:extLst>
            </p:cNvPr>
            <p:cNvPicPr>
              <a:picLocks noChangeAspect="1"/>
            </p:cNvPicPr>
            <p:nvPr/>
          </p:nvPicPr>
          <p:blipFill>
            <a:blip r:embed="rId7"/>
            <a:stretch>
              <a:fillRect/>
            </a:stretch>
          </p:blipFill>
          <p:spPr>
            <a:xfrm>
              <a:off x="3800475" y="5838825"/>
              <a:ext cx="1019175" cy="438150"/>
            </a:xfrm>
            <a:custGeom>
              <a:avLst/>
              <a:gdLst>
                <a:gd name="connsiteX0" fmla="*/ 0 w 1019175"/>
                <a:gd name="connsiteY0" fmla="*/ 0 h 438150"/>
                <a:gd name="connsiteX1" fmla="*/ 1019175 w 1019175"/>
                <a:gd name="connsiteY1" fmla="*/ 0 h 438150"/>
                <a:gd name="connsiteX2" fmla="*/ 1019175 w 1019175"/>
                <a:gd name="connsiteY2" fmla="*/ 438150 h 438150"/>
                <a:gd name="connsiteX3" fmla="*/ 0 w 1019175"/>
                <a:gd name="connsiteY3" fmla="*/ 438150 h 438150"/>
              </a:gdLst>
              <a:ahLst/>
              <a:cxnLst>
                <a:cxn ang="0">
                  <a:pos x="connsiteX0" y="connsiteY0"/>
                </a:cxn>
                <a:cxn ang="0">
                  <a:pos x="connsiteX1" y="connsiteY1"/>
                </a:cxn>
                <a:cxn ang="0">
                  <a:pos x="connsiteX2" y="connsiteY2"/>
                </a:cxn>
                <a:cxn ang="0">
                  <a:pos x="connsiteX3" y="connsiteY3"/>
                </a:cxn>
              </a:cxnLst>
              <a:rect l="l" t="t" r="r" b="b"/>
              <a:pathLst>
                <a:path w="1019175" h="438150">
                  <a:moveTo>
                    <a:pt x="0" y="0"/>
                  </a:moveTo>
                  <a:lnTo>
                    <a:pt x="1019175" y="0"/>
                  </a:lnTo>
                  <a:lnTo>
                    <a:pt x="1019175" y="438150"/>
                  </a:lnTo>
                  <a:lnTo>
                    <a:pt x="0" y="438150"/>
                  </a:lnTo>
                  <a:close/>
                </a:path>
              </a:pathLst>
            </a:custGeom>
          </p:spPr>
        </p:pic>
      </p:grpSp>
      <p:grpSp>
        <p:nvGrpSpPr>
          <p:cNvPr id="195" name="Graphic 144">
            <a:extLst>
              <a:ext uri="{FF2B5EF4-FFF2-40B4-BE49-F238E27FC236}">
                <a16:creationId xmlns:a16="http://schemas.microsoft.com/office/drawing/2014/main" id="{B828B3A2-2511-562E-4E4C-B2B496ACF913}"/>
              </a:ext>
            </a:extLst>
          </p:cNvPr>
          <p:cNvGrpSpPr/>
          <p:nvPr/>
        </p:nvGrpSpPr>
        <p:grpSpPr>
          <a:xfrm>
            <a:off x="4914900" y="5776912"/>
            <a:ext cx="933450" cy="571500"/>
            <a:chOff x="4914900" y="5776912"/>
            <a:chExt cx="933450" cy="571500"/>
          </a:xfrm>
          <a:noFill/>
        </p:grpSpPr>
        <p:sp>
          <p:nvSpPr>
            <p:cNvPr id="196" name="Freeform: Shape 195">
              <a:extLst>
                <a:ext uri="{FF2B5EF4-FFF2-40B4-BE49-F238E27FC236}">
                  <a16:creationId xmlns:a16="http://schemas.microsoft.com/office/drawing/2014/main" id="{B03B88C8-9F2D-7DFF-40C3-B3A8208C5C0D}"/>
                </a:ext>
              </a:extLst>
            </p:cNvPr>
            <p:cNvSpPr/>
            <p:nvPr/>
          </p:nvSpPr>
          <p:spPr>
            <a:xfrm>
              <a:off x="4925215" y="5776912"/>
              <a:ext cx="922344" cy="571500"/>
            </a:xfrm>
            <a:custGeom>
              <a:avLst/>
              <a:gdLst>
                <a:gd name="connsiteX0" fmla="*/ 351635 w 922344"/>
                <a:gd name="connsiteY0" fmla="*/ 571501 h 571500"/>
                <a:gd name="connsiteX1" fmla="*/ 42073 w 922344"/>
                <a:gd name="connsiteY1" fmla="*/ 571501 h 571500"/>
                <a:gd name="connsiteX2" fmla="*/ 5401 w 922344"/>
                <a:gd name="connsiteY2" fmla="*/ 518161 h 571500"/>
                <a:gd name="connsiteX3" fmla="*/ 183519 w 922344"/>
                <a:gd name="connsiteY3" fmla="*/ 53340 h 571500"/>
                <a:gd name="connsiteX4" fmla="*/ 261148 w 922344"/>
                <a:gd name="connsiteY4" fmla="*/ 1 h 571500"/>
                <a:gd name="connsiteX5" fmla="*/ 880273 w 922344"/>
                <a:gd name="connsiteY5" fmla="*/ 1 h 571500"/>
                <a:gd name="connsiteX6" fmla="*/ 916944 w 922344"/>
                <a:gd name="connsiteY6" fmla="*/ 53340 h 571500"/>
                <a:gd name="connsiteX7" fmla="*/ 738827 w 922344"/>
                <a:gd name="connsiteY7" fmla="*/ 518161 h 571500"/>
                <a:gd name="connsiteX8" fmla="*/ 661198 w 922344"/>
                <a:gd name="connsiteY8" fmla="*/ 571501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2344" h="571500">
                  <a:moveTo>
                    <a:pt x="351635" y="571501"/>
                  </a:moveTo>
                  <a:lnTo>
                    <a:pt x="42073" y="571501"/>
                  </a:lnTo>
                  <a:cubicBezTo>
                    <a:pt x="3973" y="571501"/>
                    <a:pt x="-8248" y="553717"/>
                    <a:pt x="5401" y="518161"/>
                  </a:cubicBezTo>
                  <a:lnTo>
                    <a:pt x="183519" y="53340"/>
                  </a:lnTo>
                  <a:cubicBezTo>
                    <a:pt x="197168" y="17784"/>
                    <a:pt x="223048" y="1"/>
                    <a:pt x="261148" y="1"/>
                  </a:cubicBezTo>
                  <a:lnTo>
                    <a:pt x="880273" y="1"/>
                  </a:lnTo>
                  <a:cubicBezTo>
                    <a:pt x="918373" y="1"/>
                    <a:pt x="930593" y="17784"/>
                    <a:pt x="916944" y="53340"/>
                  </a:cubicBezTo>
                  <a:lnTo>
                    <a:pt x="738827" y="518161"/>
                  </a:lnTo>
                  <a:cubicBezTo>
                    <a:pt x="725177" y="553717"/>
                    <a:pt x="699298" y="571501"/>
                    <a:pt x="661198" y="571501"/>
                  </a:cubicBezTo>
                  <a:close/>
                </a:path>
              </a:pathLst>
            </a:custGeom>
            <a:noFill/>
            <a:ln w="28575" cap="flat">
              <a:solidFill>
                <a:srgbClr val="000000"/>
              </a:solidFill>
              <a:prstDash val="solid"/>
              <a:miter/>
            </a:ln>
          </p:spPr>
          <p:txBody>
            <a:bodyPr rtlCol="0" anchor="ctr"/>
            <a:lstStyle/>
            <a:p>
              <a:endParaRPr lang="en-US"/>
            </a:p>
          </p:txBody>
        </p:sp>
        <p:pic>
          <p:nvPicPr>
            <p:cNvPr id="197" name="Picture 196">
              <a:extLst>
                <a:ext uri="{FF2B5EF4-FFF2-40B4-BE49-F238E27FC236}">
                  <a16:creationId xmlns:a16="http://schemas.microsoft.com/office/drawing/2014/main" id="{24B0C742-2CD0-CD13-5E0A-73F25F75DDE9}"/>
                </a:ext>
              </a:extLst>
            </p:cNvPr>
            <p:cNvPicPr>
              <a:picLocks noChangeAspect="1"/>
            </p:cNvPicPr>
            <p:nvPr/>
          </p:nvPicPr>
          <p:blipFill>
            <a:blip r:embed="rId8"/>
            <a:stretch>
              <a:fillRect/>
            </a:stretch>
          </p:blipFill>
          <p:spPr>
            <a:xfrm>
              <a:off x="4914900" y="5995987"/>
              <a:ext cx="933450" cy="161925"/>
            </a:xfrm>
            <a:custGeom>
              <a:avLst/>
              <a:gdLst>
                <a:gd name="connsiteX0" fmla="*/ 0 w 933450"/>
                <a:gd name="connsiteY0" fmla="*/ 0 h 161925"/>
                <a:gd name="connsiteX1" fmla="*/ 933450 w 933450"/>
                <a:gd name="connsiteY1" fmla="*/ 0 h 161925"/>
                <a:gd name="connsiteX2" fmla="*/ 933450 w 933450"/>
                <a:gd name="connsiteY2" fmla="*/ 161925 h 161925"/>
                <a:gd name="connsiteX3" fmla="*/ 0 w 933450"/>
                <a:gd name="connsiteY3" fmla="*/ 161925 h 161925"/>
              </a:gdLst>
              <a:ahLst/>
              <a:cxnLst>
                <a:cxn ang="0">
                  <a:pos x="connsiteX0" y="connsiteY0"/>
                </a:cxn>
                <a:cxn ang="0">
                  <a:pos x="connsiteX1" y="connsiteY1"/>
                </a:cxn>
                <a:cxn ang="0">
                  <a:pos x="connsiteX2" y="connsiteY2"/>
                </a:cxn>
                <a:cxn ang="0">
                  <a:pos x="connsiteX3" y="connsiteY3"/>
                </a:cxn>
              </a:cxnLst>
              <a:rect l="l" t="t" r="r" b="b"/>
              <a:pathLst>
                <a:path w="933450" h="161925">
                  <a:moveTo>
                    <a:pt x="0" y="0"/>
                  </a:moveTo>
                  <a:lnTo>
                    <a:pt x="933450" y="0"/>
                  </a:lnTo>
                  <a:lnTo>
                    <a:pt x="933450" y="161925"/>
                  </a:lnTo>
                  <a:lnTo>
                    <a:pt x="0" y="161925"/>
                  </a:lnTo>
                  <a:close/>
                </a:path>
              </a:pathLst>
            </a:custGeom>
          </p:spPr>
        </p:pic>
      </p:grpSp>
      <p:grpSp>
        <p:nvGrpSpPr>
          <p:cNvPr id="198" name="Graphic 144">
            <a:extLst>
              <a:ext uri="{FF2B5EF4-FFF2-40B4-BE49-F238E27FC236}">
                <a16:creationId xmlns:a16="http://schemas.microsoft.com/office/drawing/2014/main" id="{B4E678A9-C027-6C1D-1033-9EE6926620D3}"/>
              </a:ext>
            </a:extLst>
          </p:cNvPr>
          <p:cNvGrpSpPr/>
          <p:nvPr/>
        </p:nvGrpSpPr>
        <p:grpSpPr>
          <a:xfrm>
            <a:off x="5924550" y="5776912"/>
            <a:ext cx="1047750" cy="571500"/>
            <a:chOff x="5924550" y="5776912"/>
            <a:chExt cx="1047750" cy="571500"/>
          </a:xfrm>
          <a:noFill/>
        </p:grpSpPr>
        <p:sp>
          <p:nvSpPr>
            <p:cNvPr id="199" name="Freeform: Shape 198">
              <a:extLst>
                <a:ext uri="{FF2B5EF4-FFF2-40B4-BE49-F238E27FC236}">
                  <a16:creationId xmlns:a16="http://schemas.microsoft.com/office/drawing/2014/main" id="{3A290688-5ADA-CE7F-061A-E7E87E98F48A}"/>
                </a:ext>
              </a:extLst>
            </p:cNvPr>
            <p:cNvSpPr/>
            <p:nvPr/>
          </p:nvSpPr>
          <p:spPr>
            <a:xfrm>
              <a:off x="5935969" y="5776912"/>
              <a:ext cx="1034435" cy="571500"/>
            </a:xfrm>
            <a:custGeom>
              <a:avLst/>
              <a:gdLst>
                <a:gd name="connsiteX0" fmla="*/ 394536 w 1034435"/>
                <a:gd name="connsiteY0" fmla="*/ 571501 h 571500"/>
                <a:gd name="connsiteX1" fmla="*/ 40968 w 1034435"/>
                <a:gd name="connsiteY1" fmla="*/ 571501 h 571500"/>
                <a:gd name="connsiteX2" fmla="*/ 6392 w 1034435"/>
                <a:gd name="connsiteY2" fmla="*/ 519018 h 571500"/>
                <a:gd name="connsiteX3" fmla="*/ 206608 w 1034435"/>
                <a:gd name="connsiteY3" fmla="*/ 52483 h 571500"/>
                <a:gd name="connsiteX4" fmla="*/ 286332 w 1034435"/>
                <a:gd name="connsiteY4" fmla="*/ 1 h 571500"/>
                <a:gd name="connsiteX5" fmla="*/ 993468 w 1034435"/>
                <a:gd name="connsiteY5" fmla="*/ 1 h 571500"/>
                <a:gd name="connsiteX6" fmla="*/ 1028044 w 1034435"/>
                <a:gd name="connsiteY6" fmla="*/ 52483 h 571500"/>
                <a:gd name="connsiteX7" fmla="*/ 827828 w 1034435"/>
                <a:gd name="connsiteY7" fmla="*/ 519018 h 571500"/>
                <a:gd name="connsiteX8" fmla="*/ 748104 w 1034435"/>
                <a:gd name="connsiteY8" fmla="*/ 571501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4435" h="571500">
                  <a:moveTo>
                    <a:pt x="394536" y="571501"/>
                  </a:moveTo>
                  <a:lnTo>
                    <a:pt x="40968" y="571501"/>
                  </a:lnTo>
                  <a:cubicBezTo>
                    <a:pt x="2868" y="571501"/>
                    <a:pt x="-8657" y="554003"/>
                    <a:pt x="6392" y="519018"/>
                  </a:cubicBezTo>
                  <a:lnTo>
                    <a:pt x="206608" y="52483"/>
                  </a:lnTo>
                  <a:cubicBezTo>
                    <a:pt x="221657" y="17498"/>
                    <a:pt x="248232" y="1"/>
                    <a:pt x="286332" y="1"/>
                  </a:cubicBezTo>
                  <a:lnTo>
                    <a:pt x="993468" y="1"/>
                  </a:lnTo>
                  <a:cubicBezTo>
                    <a:pt x="1031568" y="1"/>
                    <a:pt x="1043093" y="17498"/>
                    <a:pt x="1028044" y="52483"/>
                  </a:cubicBezTo>
                  <a:lnTo>
                    <a:pt x="827828" y="519018"/>
                  </a:lnTo>
                  <a:cubicBezTo>
                    <a:pt x="812779" y="554003"/>
                    <a:pt x="786204" y="571501"/>
                    <a:pt x="748104" y="571501"/>
                  </a:cubicBezTo>
                  <a:close/>
                </a:path>
              </a:pathLst>
            </a:custGeom>
            <a:noFill/>
            <a:ln w="28575" cap="flat">
              <a:solidFill>
                <a:srgbClr val="000000"/>
              </a:solidFill>
              <a:prstDash val="solid"/>
              <a:miter/>
            </a:ln>
          </p:spPr>
          <p:txBody>
            <a:bodyPr rtlCol="0" anchor="ctr"/>
            <a:lstStyle/>
            <a:p>
              <a:endParaRPr lang="en-US"/>
            </a:p>
          </p:txBody>
        </p:sp>
        <p:pic>
          <p:nvPicPr>
            <p:cNvPr id="200" name="Picture 199">
              <a:extLst>
                <a:ext uri="{FF2B5EF4-FFF2-40B4-BE49-F238E27FC236}">
                  <a16:creationId xmlns:a16="http://schemas.microsoft.com/office/drawing/2014/main" id="{82C555C1-54E6-6240-468C-E7A22E358388}"/>
                </a:ext>
              </a:extLst>
            </p:cNvPr>
            <p:cNvPicPr>
              <a:picLocks noChangeAspect="1"/>
            </p:cNvPicPr>
            <p:nvPr/>
          </p:nvPicPr>
          <p:blipFill>
            <a:blip r:embed="rId9"/>
            <a:stretch>
              <a:fillRect/>
            </a:stretch>
          </p:blipFill>
          <p:spPr>
            <a:xfrm>
              <a:off x="5924550" y="5995987"/>
              <a:ext cx="1047750" cy="161925"/>
            </a:xfrm>
            <a:custGeom>
              <a:avLst/>
              <a:gdLst>
                <a:gd name="connsiteX0" fmla="*/ 0 w 1047750"/>
                <a:gd name="connsiteY0" fmla="*/ 0 h 161925"/>
                <a:gd name="connsiteX1" fmla="*/ 1047750 w 1047750"/>
                <a:gd name="connsiteY1" fmla="*/ 0 h 161925"/>
                <a:gd name="connsiteX2" fmla="*/ 1047750 w 1047750"/>
                <a:gd name="connsiteY2" fmla="*/ 161925 h 161925"/>
                <a:gd name="connsiteX3" fmla="*/ 0 w 1047750"/>
                <a:gd name="connsiteY3" fmla="*/ 161925 h 161925"/>
              </a:gdLst>
              <a:ahLst/>
              <a:cxnLst>
                <a:cxn ang="0">
                  <a:pos x="connsiteX0" y="connsiteY0"/>
                </a:cxn>
                <a:cxn ang="0">
                  <a:pos x="connsiteX1" y="connsiteY1"/>
                </a:cxn>
                <a:cxn ang="0">
                  <a:pos x="connsiteX2" y="connsiteY2"/>
                </a:cxn>
                <a:cxn ang="0">
                  <a:pos x="connsiteX3" y="connsiteY3"/>
                </a:cxn>
              </a:cxnLst>
              <a:rect l="l" t="t" r="r" b="b"/>
              <a:pathLst>
                <a:path w="1047750" h="161925">
                  <a:moveTo>
                    <a:pt x="0" y="0"/>
                  </a:moveTo>
                  <a:lnTo>
                    <a:pt x="1047750" y="0"/>
                  </a:lnTo>
                  <a:lnTo>
                    <a:pt x="1047750" y="161925"/>
                  </a:lnTo>
                  <a:lnTo>
                    <a:pt x="0" y="161925"/>
                  </a:lnTo>
                  <a:close/>
                </a:path>
              </a:pathLst>
            </a:custGeom>
          </p:spPr>
        </p:pic>
      </p:grpSp>
      <p:grpSp>
        <p:nvGrpSpPr>
          <p:cNvPr id="201" name="Graphic 144">
            <a:extLst>
              <a:ext uri="{FF2B5EF4-FFF2-40B4-BE49-F238E27FC236}">
                <a16:creationId xmlns:a16="http://schemas.microsoft.com/office/drawing/2014/main" id="{4CB2896C-B9FA-D025-8B37-AFD2BAC97A03}"/>
              </a:ext>
            </a:extLst>
          </p:cNvPr>
          <p:cNvGrpSpPr/>
          <p:nvPr/>
        </p:nvGrpSpPr>
        <p:grpSpPr>
          <a:xfrm>
            <a:off x="7048500" y="5757862"/>
            <a:ext cx="1047750" cy="571500"/>
            <a:chOff x="7048500" y="5757862"/>
            <a:chExt cx="1047750" cy="571500"/>
          </a:xfrm>
          <a:noFill/>
        </p:grpSpPr>
        <p:sp>
          <p:nvSpPr>
            <p:cNvPr id="202" name="Freeform: Shape 201">
              <a:extLst>
                <a:ext uri="{FF2B5EF4-FFF2-40B4-BE49-F238E27FC236}">
                  <a16:creationId xmlns:a16="http://schemas.microsoft.com/office/drawing/2014/main" id="{70363C82-9EAD-7CD8-42C8-B025880820A2}"/>
                </a:ext>
              </a:extLst>
            </p:cNvPr>
            <p:cNvSpPr/>
            <p:nvPr/>
          </p:nvSpPr>
          <p:spPr>
            <a:xfrm>
              <a:off x="7062253" y="5757862"/>
              <a:ext cx="1032149" cy="571500"/>
            </a:xfrm>
            <a:custGeom>
              <a:avLst/>
              <a:gdLst>
                <a:gd name="connsiteX0" fmla="*/ 393631 w 1032149"/>
                <a:gd name="connsiteY0" fmla="*/ 571501 h 571500"/>
                <a:gd name="connsiteX1" fmla="*/ 41016 w 1032149"/>
                <a:gd name="connsiteY1" fmla="*/ 571501 h 571500"/>
                <a:gd name="connsiteX2" fmla="*/ 6345 w 1032149"/>
                <a:gd name="connsiteY2" fmla="*/ 518922 h 571500"/>
                <a:gd name="connsiteX3" fmla="*/ 206179 w 1032149"/>
                <a:gd name="connsiteY3" fmla="*/ 52579 h 571500"/>
                <a:gd name="connsiteX4" fmla="*/ 285809 w 1032149"/>
                <a:gd name="connsiteY4" fmla="*/ 1 h 571500"/>
                <a:gd name="connsiteX5" fmla="*/ 991135 w 1032149"/>
                <a:gd name="connsiteY5" fmla="*/ 1 h 571500"/>
                <a:gd name="connsiteX6" fmla="*/ 1025806 w 1032149"/>
                <a:gd name="connsiteY6" fmla="*/ 52579 h 571500"/>
                <a:gd name="connsiteX7" fmla="*/ 825971 w 1032149"/>
                <a:gd name="connsiteY7" fmla="*/ 518922 h 571500"/>
                <a:gd name="connsiteX8" fmla="*/ 746342 w 1032149"/>
                <a:gd name="connsiteY8" fmla="*/ 571501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2149" h="571500">
                  <a:moveTo>
                    <a:pt x="393631" y="571501"/>
                  </a:moveTo>
                  <a:lnTo>
                    <a:pt x="41016" y="571501"/>
                  </a:lnTo>
                  <a:cubicBezTo>
                    <a:pt x="2916" y="571501"/>
                    <a:pt x="-8638" y="553974"/>
                    <a:pt x="6345" y="518922"/>
                  </a:cubicBezTo>
                  <a:lnTo>
                    <a:pt x="206179" y="52579"/>
                  </a:lnTo>
                  <a:cubicBezTo>
                    <a:pt x="221162" y="17527"/>
                    <a:pt x="247709" y="1"/>
                    <a:pt x="285809" y="1"/>
                  </a:cubicBezTo>
                  <a:lnTo>
                    <a:pt x="991135" y="1"/>
                  </a:lnTo>
                  <a:cubicBezTo>
                    <a:pt x="1029235" y="1"/>
                    <a:pt x="1040789" y="17527"/>
                    <a:pt x="1025806" y="52579"/>
                  </a:cubicBezTo>
                  <a:lnTo>
                    <a:pt x="825971" y="518922"/>
                  </a:lnTo>
                  <a:cubicBezTo>
                    <a:pt x="810988" y="553974"/>
                    <a:pt x="784442" y="571501"/>
                    <a:pt x="746342" y="571501"/>
                  </a:cubicBezTo>
                  <a:close/>
                </a:path>
              </a:pathLst>
            </a:custGeom>
            <a:noFill/>
            <a:ln w="28575" cap="flat">
              <a:solidFill>
                <a:srgbClr val="000000"/>
              </a:solidFill>
              <a:prstDash val="solid"/>
              <a:miter/>
            </a:ln>
          </p:spPr>
          <p:txBody>
            <a:bodyPr rtlCol="0" anchor="ctr"/>
            <a:lstStyle/>
            <a:p>
              <a:endParaRPr lang="en-US"/>
            </a:p>
          </p:txBody>
        </p:sp>
        <p:pic>
          <p:nvPicPr>
            <p:cNvPr id="203" name="Picture 202">
              <a:extLst>
                <a:ext uri="{FF2B5EF4-FFF2-40B4-BE49-F238E27FC236}">
                  <a16:creationId xmlns:a16="http://schemas.microsoft.com/office/drawing/2014/main" id="{A9A3EA57-D2AD-9E7D-92AE-4C515A5AFFD6}"/>
                </a:ext>
              </a:extLst>
            </p:cNvPr>
            <p:cNvPicPr>
              <a:picLocks noChangeAspect="1"/>
            </p:cNvPicPr>
            <p:nvPr/>
          </p:nvPicPr>
          <p:blipFill>
            <a:blip r:embed="rId10"/>
            <a:stretch>
              <a:fillRect/>
            </a:stretch>
          </p:blipFill>
          <p:spPr>
            <a:xfrm>
              <a:off x="7048500" y="5976937"/>
              <a:ext cx="1047750" cy="161925"/>
            </a:xfrm>
            <a:custGeom>
              <a:avLst/>
              <a:gdLst>
                <a:gd name="connsiteX0" fmla="*/ 0 w 1047750"/>
                <a:gd name="connsiteY0" fmla="*/ 0 h 161925"/>
                <a:gd name="connsiteX1" fmla="*/ 1047750 w 1047750"/>
                <a:gd name="connsiteY1" fmla="*/ 0 h 161925"/>
                <a:gd name="connsiteX2" fmla="*/ 1047750 w 1047750"/>
                <a:gd name="connsiteY2" fmla="*/ 161925 h 161925"/>
                <a:gd name="connsiteX3" fmla="*/ 0 w 1047750"/>
                <a:gd name="connsiteY3" fmla="*/ 161925 h 161925"/>
              </a:gdLst>
              <a:ahLst/>
              <a:cxnLst>
                <a:cxn ang="0">
                  <a:pos x="connsiteX0" y="connsiteY0"/>
                </a:cxn>
                <a:cxn ang="0">
                  <a:pos x="connsiteX1" y="connsiteY1"/>
                </a:cxn>
                <a:cxn ang="0">
                  <a:pos x="connsiteX2" y="connsiteY2"/>
                </a:cxn>
                <a:cxn ang="0">
                  <a:pos x="connsiteX3" y="connsiteY3"/>
                </a:cxn>
              </a:cxnLst>
              <a:rect l="l" t="t" r="r" b="b"/>
              <a:pathLst>
                <a:path w="1047750" h="161925">
                  <a:moveTo>
                    <a:pt x="0" y="0"/>
                  </a:moveTo>
                  <a:lnTo>
                    <a:pt x="1047750" y="0"/>
                  </a:lnTo>
                  <a:lnTo>
                    <a:pt x="1047750" y="161925"/>
                  </a:lnTo>
                  <a:lnTo>
                    <a:pt x="0" y="161925"/>
                  </a:lnTo>
                  <a:close/>
                </a:path>
              </a:pathLst>
            </a:custGeom>
          </p:spPr>
        </p:pic>
      </p:grpSp>
      <p:grpSp>
        <p:nvGrpSpPr>
          <p:cNvPr id="204" name="Graphic 144">
            <a:extLst>
              <a:ext uri="{FF2B5EF4-FFF2-40B4-BE49-F238E27FC236}">
                <a16:creationId xmlns:a16="http://schemas.microsoft.com/office/drawing/2014/main" id="{EC6D57A9-EE3A-4D9F-D743-C656B0852FFC}"/>
              </a:ext>
            </a:extLst>
          </p:cNvPr>
          <p:cNvGrpSpPr/>
          <p:nvPr/>
        </p:nvGrpSpPr>
        <p:grpSpPr>
          <a:xfrm>
            <a:off x="8172450" y="5776912"/>
            <a:ext cx="1247775" cy="571500"/>
            <a:chOff x="8172450" y="5776912"/>
            <a:chExt cx="1247775" cy="571500"/>
          </a:xfrm>
          <a:noFill/>
        </p:grpSpPr>
        <p:sp>
          <p:nvSpPr>
            <p:cNvPr id="205" name="Freeform: Shape 204">
              <a:extLst>
                <a:ext uri="{FF2B5EF4-FFF2-40B4-BE49-F238E27FC236}">
                  <a16:creationId xmlns:a16="http://schemas.microsoft.com/office/drawing/2014/main" id="{B9591558-B985-DF43-504D-B40180EB36F2}"/>
                </a:ext>
              </a:extLst>
            </p:cNvPr>
            <p:cNvSpPr/>
            <p:nvPr/>
          </p:nvSpPr>
          <p:spPr>
            <a:xfrm>
              <a:off x="8185558" y="5776912"/>
              <a:ext cx="1231082" cy="571500"/>
            </a:xfrm>
            <a:custGeom>
              <a:avLst/>
              <a:gdLst>
                <a:gd name="connsiteX0" fmla="*/ 469904 w 1231082"/>
                <a:gd name="connsiteY0" fmla="*/ 571501 h 571500"/>
                <a:gd name="connsiteX1" fmla="*/ 39279 w 1231082"/>
                <a:gd name="connsiteY1" fmla="*/ 571501 h 571500"/>
                <a:gd name="connsiteX2" fmla="*/ 8132 w 1231082"/>
                <a:gd name="connsiteY2" fmla="*/ 520542 h 571500"/>
                <a:gd name="connsiteX3" fmla="*/ 247495 w 1231082"/>
                <a:gd name="connsiteY3" fmla="*/ 50959 h 571500"/>
                <a:gd name="connsiteX4" fmla="*/ 330649 w 1231082"/>
                <a:gd name="connsiteY4" fmla="*/ 1 h 571500"/>
                <a:gd name="connsiteX5" fmla="*/ 1191804 w 1231082"/>
                <a:gd name="connsiteY5" fmla="*/ 1 h 571500"/>
                <a:gd name="connsiteX6" fmla="*/ 1222951 w 1231082"/>
                <a:gd name="connsiteY6" fmla="*/ 50959 h 571500"/>
                <a:gd name="connsiteX7" fmla="*/ 983588 w 1231082"/>
                <a:gd name="connsiteY7" fmla="*/ 520542 h 571500"/>
                <a:gd name="connsiteX8" fmla="*/ 900434 w 1231082"/>
                <a:gd name="connsiteY8" fmla="*/ 571501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1082" h="571500">
                  <a:moveTo>
                    <a:pt x="469904" y="571501"/>
                  </a:moveTo>
                  <a:lnTo>
                    <a:pt x="39279" y="571501"/>
                  </a:lnTo>
                  <a:cubicBezTo>
                    <a:pt x="1179" y="571501"/>
                    <a:pt x="-9203" y="554517"/>
                    <a:pt x="8132" y="520542"/>
                  </a:cubicBezTo>
                  <a:lnTo>
                    <a:pt x="247495" y="50959"/>
                  </a:lnTo>
                  <a:cubicBezTo>
                    <a:pt x="264831" y="16984"/>
                    <a:pt x="292549" y="1"/>
                    <a:pt x="330649" y="1"/>
                  </a:cubicBezTo>
                  <a:lnTo>
                    <a:pt x="1191804" y="1"/>
                  </a:lnTo>
                  <a:cubicBezTo>
                    <a:pt x="1229904" y="1"/>
                    <a:pt x="1240287" y="16984"/>
                    <a:pt x="1222951" y="50959"/>
                  </a:cubicBezTo>
                  <a:lnTo>
                    <a:pt x="983588" y="520542"/>
                  </a:lnTo>
                  <a:cubicBezTo>
                    <a:pt x="966252" y="554517"/>
                    <a:pt x="938534" y="571501"/>
                    <a:pt x="900434" y="571501"/>
                  </a:cubicBezTo>
                  <a:close/>
                </a:path>
              </a:pathLst>
            </a:custGeom>
            <a:noFill/>
            <a:ln w="28575" cap="flat">
              <a:solidFill>
                <a:srgbClr val="000000"/>
              </a:solidFill>
              <a:prstDash val="solid"/>
              <a:miter/>
            </a:ln>
          </p:spPr>
          <p:txBody>
            <a:bodyPr rtlCol="0" anchor="ctr"/>
            <a:lstStyle/>
            <a:p>
              <a:endParaRPr lang="en-US"/>
            </a:p>
          </p:txBody>
        </p:sp>
        <p:pic>
          <p:nvPicPr>
            <p:cNvPr id="206" name="Picture 205">
              <a:extLst>
                <a:ext uri="{FF2B5EF4-FFF2-40B4-BE49-F238E27FC236}">
                  <a16:creationId xmlns:a16="http://schemas.microsoft.com/office/drawing/2014/main" id="{321AEC4B-5546-6D64-48CC-2A26BCC1BA5B}"/>
                </a:ext>
              </a:extLst>
            </p:cNvPr>
            <p:cNvPicPr>
              <a:picLocks noChangeAspect="1"/>
            </p:cNvPicPr>
            <p:nvPr/>
          </p:nvPicPr>
          <p:blipFill>
            <a:blip r:embed="rId11"/>
            <a:stretch>
              <a:fillRect/>
            </a:stretch>
          </p:blipFill>
          <p:spPr>
            <a:xfrm>
              <a:off x="8172450" y="5924550"/>
              <a:ext cx="1247775" cy="304800"/>
            </a:xfrm>
            <a:custGeom>
              <a:avLst/>
              <a:gdLst>
                <a:gd name="connsiteX0" fmla="*/ 0 w 1247775"/>
                <a:gd name="connsiteY0" fmla="*/ 0 h 304800"/>
                <a:gd name="connsiteX1" fmla="*/ 1247775 w 1247775"/>
                <a:gd name="connsiteY1" fmla="*/ 0 h 304800"/>
                <a:gd name="connsiteX2" fmla="*/ 1247775 w 1247775"/>
                <a:gd name="connsiteY2" fmla="*/ 304800 h 304800"/>
                <a:gd name="connsiteX3" fmla="*/ 0 w 1247775"/>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1247775" h="304800">
                  <a:moveTo>
                    <a:pt x="0" y="0"/>
                  </a:moveTo>
                  <a:lnTo>
                    <a:pt x="1247775" y="0"/>
                  </a:lnTo>
                  <a:lnTo>
                    <a:pt x="1247775" y="304800"/>
                  </a:lnTo>
                  <a:lnTo>
                    <a:pt x="0" y="304800"/>
                  </a:lnTo>
                  <a:close/>
                </a:path>
              </a:pathLst>
            </a:custGeom>
          </p:spPr>
        </p:pic>
      </p:grpSp>
      <p:grpSp>
        <p:nvGrpSpPr>
          <p:cNvPr id="207" name="Graphic 144">
            <a:extLst>
              <a:ext uri="{FF2B5EF4-FFF2-40B4-BE49-F238E27FC236}">
                <a16:creationId xmlns:a16="http://schemas.microsoft.com/office/drawing/2014/main" id="{AF352C70-7F5C-67BC-2677-744D46AF121F}"/>
              </a:ext>
            </a:extLst>
          </p:cNvPr>
          <p:cNvGrpSpPr/>
          <p:nvPr/>
        </p:nvGrpSpPr>
        <p:grpSpPr>
          <a:xfrm>
            <a:off x="5662707" y="4624387"/>
            <a:ext cx="523208" cy="714375"/>
            <a:chOff x="5662707" y="4624387"/>
            <a:chExt cx="523208" cy="714375"/>
          </a:xfrm>
        </p:grpSpPr>
        <p:grpSp>
          <p:nvGrpSpPr>
            <p:cNvPr id="208" name="Graphic 144">
              <a:extLst>
                <a:ext uri="{FF2B5EF4-FFF2-40B4-BE49-F238E27FC236}">
                  <a16:creationId xmlns:a16="http://schemas.microsoft.com/office/drawing/2014/main" id="{8BAB4F83-751A-EA46-AA2A-E65A7625E992}"/>
                </a:ext>
              </a:extLst>
            </p:cNvPr>
            <p:cNvGrpSpPr/>
            <p:nvPr/>
          </p:nvGrpSpPr>
          <p:grpSpPr>
            <a:xfrm>
              <a:off x="5662707" y="4624387"/>
              <a:ext cx="523208" cy="476250"/>
              <a:chOff x="5662707" y="4624387"/>
              <a:chExt cx="523208" cy="476250"/>
            </a:xfrm>
          </p:grpSpPr>
          <p:sp>
            <p:nvSpPr>
              <p:cNvPr id="209" name="Freeform: Shape 208">
                <a:extLst>
                  <a:ext uri="{FF2B5EF4-FFF2-40B4-BE49-F238E27FC236}">
                    <a16:creationId xmlns:a16="http://schemas.microsoft.com/office/drawing/2014/main" id="{B1F61B5C-D652-CC05-A024-503BE1F93679}"/>
                  </a:ext>
                </a:extLst>
              </p:cNvPr>
              <p:cNvSpPr/>
              <p:nvPr/>
            </p:nvSpPr>
            <p:spPr>
              <a:xfrm>
                <a:off x="5662707" y="4624387"/>
                <a:ext cx="523208" cy="476250"/>
              </a:xfrm>
              <a:custGeom>
                <a:avLst/>
                <a:gdLst>
                  <a:gd name="connsiteX0" fmla="*/ 1 w 523208"/>
                  <a:gd name="connsiteY0" fmla="*/ 1 h 476250"/>
                  <a:gd name="connsiteX1" fmla="*/ 523209 w 523208"/>
                  <a:gd name="connsiteY1" fmla="*/ 1 h 476250"/>
                  <a:gd name="connsiteX2" fmla="*/ 523209 w 523208"/>
                  <a:gd name="connsiteY2" fmla="*/ 476251 h 476250"/>
                  <a:gd name="connsiteX3" fmla="*/ 1 w 523208"/>
                  <a:gd name="connsiteY3" fmla="*/ 476251 h 476250"/>
                </a:gdLst>
                <a:ahLst/>
                <a:cxnLst>
                  <a:cxn ang="0">
                    <a:pos x="connsiteX0" y="connsiteY0"/>
                  </a:cxn>
                  <a:cxn ang="0">
                    <a:pos x="connsiteX1" y="connsiteY1"/>
                  </a:cxn>
                  <a:cxn ang="0">
                    <a:pos x="connsiteX2" y="connsiteY2"/>
                  </a:cxn>
                  <a:cxn ang="0">
                    <a:pos x="connsiteX3" y="connsiteY3"/>
                  </a:cxn>
                </a:cxnLst>
                <a:rect l="l" t="t" r="r" b="b"/>
                <a:pathLst>
                  <a:path w="523208" h="476250">
                    <a:moveTo>
                      <a:pt x="1" y="1"/>
                    </a:moveTo>
                    <a:lnTo>
                      <a:pt x="523209" y="1"/>
                    </a:lnTo>
                    <a:lnTo>
                      <a:pt x="523209" y="476251"/>
                    </a:lnTo>
                    <a:lnTo>
                      <a:pt x="1" y="476251"/>
                    </a:lnTo>
                    <a:close/>
                  </a:path>
                </a:pathLst>
              </a:custGeom>
              <a:no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74F2E02B-D35F-B8E5-96AA-4B8C656F62FB}"/>
                  </a:ext>
                </a:extLst>
              </p:cNvPr>
              <p:cNvSpPr/>
              <p:nvPr/>
            </p:nvSpPr>
            <p:spPr>
              <a:xfrm>
                <a:off x="5662707" y="4624673"/>
                <a:ext cx="523208" cy="475678"/>
              </a:xfrm>
              <a:custGeom>
                <a:avLst/>
                <a:gdLst>
                  <a:gd name="connsiteX0" fmla="*/ 23813 w 523208"/>
                  <a:gd name="connsiteY0" fmla="*/ 451867 h 475678"/>
                  <a:gd name="connsiteX1" fmla="*/ 23813 w 523208"/>
                  <a:gd name="connsiteY1" fmla="*/ 142685 h 475678"/>
                  <a:gd name="connsiteX2" fmla="*/ 499396 w 523208"/>
                  <a:gd name="connsiteY2" fmla="*/ 142685 h 475678"/>
                  <a:gd name="connsiteX3" fmla="*/ 499396 w 523208"/>
                  <a:gd name="connsiteY3" fmla="*/ 451867 h 475678"/>
                  <a:gd name="connsiteX4" fmla="*/ 173451 w 523208"/>
                  <a:gd name="connsiteY4" fmla="*/ 23813 h 475678"/>
                  <a:gd name="connsiteX5" fmla="*/ 217551 w 523208"/>
                  <a:gd name="connsiteY5" fmla="*/ 67914 h 475678"/>
                  <a:gd name="connsiteX6" fmla="*/ 225934 w 523208"/>
                  <a:gd name="connsiteY6" fmla="*/ 71343 h 475678"/>
                  <a:gd name="connsiteX7" fmla="*/ 499396 w 523208"/>
                  <a:gd name="connsiteY7" fmla="*/ 71343 h 475678"/>
                  <a:gd name="connsiteX8" fmla="*/ 499396 w 523208"/>
                  <a:gd name="connsiteY8" fmla="*/ 118968 h 475678"/>
                  <a:gd name="connsiteX9" fmla="*/ 23813 w 523208"/>
                  <a:gd name="connsiteY9" fmla="*/ 118968 h 475678"/>
                  <a:gd name="connsiteX10" fmla="*/ 23813 w 523208"/>
                  <a:gd name="connsiteY10" fmla="*/ 23813 h 475678"/>
                  <a:gd name="connsiteX11" fmla="*/ 523209 w 523208"/>
                  <a:gd name="connsiteY11" fmla="*/ 59532 h 475678"/>
                  <a:gd name="connsiteX12" fmla="*/ 511302 w 523208"/>
                  <a:gd name="connsiteY12" fmla="*/ 47626 h 475678"/>
                  <a:gd name="connsiteX13" fmla="*/ 230886 w 523208"/>
                  <a:gd name="connsiteY13" fmla="*/ 47626 h 475678"/>
                  <a:gd name="connsiteX14" fmla="*/ 186786 w 523208"/>
                  <a:gd name="connsiteY14" fmla="*/ 3525 h 475678"/>
                  <a:gd name="connsiteX15" fmla="*/ 178404 w 523208"/>
                  <a:gd name="connsiteY15" fmla="*/ 1 h 475678"/>
                  <a:gd name="connsiteX16" fmla="*/ 11907 w 523208"/>
                  <a:gd name="connsiteY16" fmla="*/ 1 h 475678"/>
                  <a:gd name="connsiteX17" fmla="*/ 3525 w 523208"/>
                  <a:gd name="connsiteY17" fmla="*/ 3525 h 475678"/>
                  <a:gd name="connsiteX18" fmla="*/ 1 w 523208"/>
                  <a:gd name="connsiteY18" fmla="*/ 11907 h 475678"/>
                  <a:gd name="connsiteX19" fmla="*/ 1 w 523208"/>
                  <a:gd name="connsiteY19" fmla="*/ 130779 h 475678"/>
                  <a:gd name="connsiteX20" fmla="*/ 1 w 523208"/>
                  <a:gd name="connsiteY20" fmla="*/ 463773 h 475678"/>
                  <a:gd name="connsiteX21" fmla="*/ 3525 w 523208"/>
                  <a:gd name="connsiteY21" fmla="*/ 472155 h 475678"/>
                  <a:gd name="connsiteX22" fmla="*/ 11907 w 523208"/>
                  <a:gd name="connsiteY22" fmla="*/ 475679 h 475678"/>
                  <a:gd name="connsiteX23" fmla="*/ 511302 w 523208"/>
                  <a:gd name="connsiteY23" fmla="*/ 475679 h 475678"/>
                  <a:gd name="connsiteX24" fmla="*/ 523209 w 523208"/>
                  <a:gd name="connsiteY24" fmla="*/ 463773 h 475678"/>
                  <a:gd name="connsiteX25" fmla="*/ 523209 w 523208"/>
                  <a:gd name="connsiteY25" fmla="*/ 130779 h 475678"/>
                  <a:gd name="connsiteX26" fmla="*/ 523209 w 523208"/>
                  <a:gd name="connsiteY26" fmla="*/ 130684 h 475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23208" h="475678">
                    <a:moveTo>
                      <a:pt x="23813" y="451867"/>
                    </a:moveTo>
                    <a:lnTo>
                      <a:pt x="23813" y="142685"/>
                    </a:lnTo>
                    <a:lnTo>
                      <a:pt x="499396" y="142685"/>
                    </a:lnTo>
                    <a:lnTo>
                      <a:pt x="499396" y="451867"/>
                    </a:lnTo>
                    <a:close/>
                    <a:moveTo>
                      <a:pt x="173451" y="23813"/>
                    </a:moveTo>
                    <a:lnTo>
                      <a:pt x="217551" y="67914"/>
                    </a:lnTo>
                    <a:cubicBezTo>
                      <a:pt x="219742" y="70105"/>
                      <a:pt x="222790" y="71343"/>
                      <a:pt x="225934" y="71343"/>
                    </a:cubicBezTo>
                    <a:lnTo>
                      <a:pt x="499396" y="71343"/>
                    </a:lnTo>
                    <a:lnTo>
                      <a:pt x="499396" y="118968"/>
                    </a:lnTo>
                    <a:lnTo>
                      <a:pt x="23813" y="118968"/>
                    </a:lnTo>
                    <a:lnTo>
                      <a:pt x="23813" y="23813"/>
                    </a:lnTo>
                    <a:close/>
                    <a:moveTo>
                      <a:pt x="523209" y="59532"/>
                    </a:moveTo>
                    <a:cubicBezTo>
                      <a:pt x="523209" y="52959"/>
                      <a:pt x="517875" y="47626"/>
                      <a:pt x="511302" y="47626"/>
                    </a:cubicBezTo>
                    <a:lnTo>
                      <a:pt x="230886" y="47626"/>
                    </a:lnTo>
                    <a:lnTo>
                      <a:pt x="186786" y="3525"/>
                    </a:lnTo>
                    <a:cubicBezTo>
                      <a:pt x="184595" y="1239"/>
                      <a:pt x="181547" y="1"/>
                      <a:pt x="178404" y="1"/>
                    </a:cubicBezTo>
                    <a:lnTo>
                      <a:pt x="11907" y="1"/>
                    </a:lnTo>
                    <a:cubicBezTo>
                      <a:pt x="8763" y="1"/>
                      <a:pt x="5715" y="1239"/>
                      <a:pt x="3525" y="3525"/>
                    </a:cubicBezTo>
                    <a:cubicBezTo>
                      <a:pt x="1239" y="5716"/>
                      <a:pt x="1" y="8764"/>
                      <a:pt x="1" y="11907"/>
                    </a:cubicBezTo>
                    <a:lnTo>
                      <a:pt x="1" y="130779"/>
                    </a:lnTo>
                    <a:lnTo>
                      <a:pt x="1" y="463773"/>
                    </a:lnTo>
                    <a:cubicBezTo>
                      <a:pt x="1" y="466916"/>
                      <a:pt x="1239" y="469964"/>
                      <a:pt x="3525" y="472155"/>
                    </a:cubicBezTo>
                    <a:cubicBezTo>
                      <a:pt x="5715" y="474441"/>
                      <a:pt x="8763" y="475679"/>
                      <a:pt x="11907" y="475679"/>
                    </a:cubicBezTo>
                    <a:lnTo>
                      <a:pt x="511302" y="475679"/>
                    </a:lnTo>
                    <a:cubicBezTo>
                      <a:pt x="517875" y="475679"/>
                      <a:pt x="523209" y="470345"/>
                      <a:pt x="523209" y="463773"/>
                    </a:cubicBezTo>
                    <a:lnTo>
                      <a:pt x="523209" y="130779"/>
                    </a:lnTo>
                    <a:lnTo>
                      <a:pt x="523209" y="130684"/>
                    </a:lnTo>
                    <a:close/>
                  </a:path>
                </a:pathLst>
              </a:custGeom>
              <a:solidFill>
                <a:srgbClr val="000000"/>
              </a:solidFill>
              <a:ln w="9525" cap="flat">
                <a:noFill/>
                <a:prstDash val="solid"/>
                <a:miter/>
              </a:ln>
            </p:spPr>
            <p:txBody>
              <a:bodyPr rtlCol="0" anchor="ctr"/>
              <a:lstStyle/>
              <a:p>
                <a:endParaRPr lang="en-US"/>
              </a:p>
            </p:txBody>
          </p:sp>
        </p:grpSp>
        <p:pic>
          <p:nvPicPr>
            <p:cNvPr id="211" name="Picture 210">
              <a:extLst>
                <a:ext uri="{FF2B5EF4-FFF2-40B4-BE49-F238E27FC236}">
                  <a16:creationId xmlns:a16="http://schemas.microsoft.com/office/drawing/2014/main" id="{300B3577-BF59-1BF3-127F-5CE49403F5B7}"/>
                </a:ext>
              </a:extLst>
            </p:cNvPr>
            <p:cNvPicPr>
              <a:picLocks noChangeAspect="1"/>
            </p:cNvPicPr>
            <p:nvPr/>
          </p:nvPicPr>
          <p:blipFill>
            <a:blip r:embed="rId12"/>
            <a:stretch>
              <a:fillRect/>
            </a:stretch>
          </p:blipFill>
          <p:spPr>
            <a:xfrm>
              <a:off x="5672137" y="5167312"/>
              <a:ext cx="485775" cy="171450"/>
            </a:xfrm>
            <a:custGeom>
              <a:avLst/>
              <a:gdLst>
                <a:gd name="connsiteX0" fmla="*/ 0 w 485775"/>
                <a:gd name="connsiteY0" fmla="*/ 0 h 171450"/>
                <a:gd name="connsiteX1" fmla="*/ 485775 w 485775"/>
                <a:gd name="connsiteY1" fmla="*/ 0 h 171450"/>
                <a:gd name="connsiteX2" fmla="*/ 485775 w 485775"/>
                <a:gd name="connsiteY2" fmla="*/ 171450 h 171450"/>
                <a:gd name="connsiteX3" fmla="*/ 0 w 485775"/>
                <a:gd name="connsiteY3" fmla="*/ 171450 h 171450"/>
              </a:gdLst>
              <a:ahLst/>
              <a:cxnLst>
                <a:cxn ang="0">
                  <a:pos x="connsiteX0" y="connsiteY0"/>
                </a:cxn>
                <a:cxn ang="0">
                  <a:pos x="connsiteX1" y="connsiteY1"/>
                </a:cxn>
                <a:cxn ang="0">
                  <a:pos x="connsiteX2" y="connsiteY2"/>
                </a:cxn>
                <a:cxn ang="0">
                  <a:pos x="connsiteX3" y="connsiteY3"/>
                </a:cxn>
              </a:cxnLst>
              <a:rect l="l" t="t" r="r" b="b"/>
              <a:pathLst>
                <a:path w="485775" h="171450">
                  <a:moveTo>
                    <a:pt x="0" y="0"/>
                  </a:moveTo>
                  <a:lnTo>
                    <a:pt x="485775" y="0"/>
                  </a:lnTo>
                  <a:lnTo>
                    <a:pt x="485775" y="171450"/>
                  </a:lnTo>
                  <a:lnTo>
                    <a:pt x="0" y="171450"/>
                  </a:lnTo>
                  <a:close/>
                </a:path>
              </a:pathLst>
            </a:custGeom>
          </p:spPr>
        </p:pic>
      </p:grpSp>
      <p:pic>
        <p:nvPicPr>
          <p:cNvPr id="212" name="Content Placeholder 4">
            <a:extLst>
              <a:ext uri="{FF2B5EF4-FFF2-40B4-BE49-F238E27FC236}">
                <a16:creationId xmlns:a16="http://schemas.microsoft.com/office/drawing/2014/main" id="{48CC5A63-8BE7-07DF-5E69-CDDE88F0B53D}"/>
              </a:ext>
            </a:extLst>
          </p:cNvPr>
          <p:cNvPicPr>
            <a:picLocks noChangeAspect="1"/>
          </p:cNvPicPr>
          <p:nvPr/>
        </p:nvPicPr>
        <p:blipFill>
          <a:blip r:embed="rId13"/>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Title 1">
            <a:extLst>
              <a:ext uri="{FF2B5EF4-FFF2-40B4-BE49-F238E27FC236}">
                <a16:creationId xmlns:a16="http://schemas.microsoft.com/office/drawing/2014/main" id="{004682DC-4542-CF4A-530F-A8EFBC659297}"/>
              </a:ext>
            </a:extLst>
          </p:cNvPr>
          <p:cNvSpPr>
            <a:spLocks noGrp="1"/>
          </p:cNvSpPr>
          <p:nvPr>
            <p:ph type="title"/>
          </p:nvPr>
        </p:nvSpPr>
        <p:spPr>
          <a:xfrm>
            <a:off x="838199" y="469859"/>
            <a:ext cx="2779119" cy="649980"/>
          </a:xfrm>
        </p:spPr>
        <p:txBody>
          <a:bodyPr>
            <a:normAutofit fontScale="90000"/>
          </a:bodyPr>
          <a:lstStyle/>
          <a:p>
            <a:r>
              <a:rPr lang="en-US" spc="300" dirty="0">
                <a:latin typeface="Alpino Black" pitchFamily="50" charset="0"/>
              </a:rPr>
              <a:t>Workflow</a:t>
            </a:r>
          </a:p>
        </p:txBody>
      </p:sp>
    </p:spTree>
    <p:extLst>
      <p:ext uri="{BB962C8B-B14F-4D97-AF65-F5344CB8AC3E}">
        <p14:creationId xmlns:p14="http://schemas.microsoft.com/office/powerpoint/2010/main" val="280227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8"/>
                                        </p:tgtEl>
                                        <p:attrNameLst>
                                          <p:attrName>style.visibility</p:attrName>
                                        </p:attrNameLst>
                                      </p:cBhvr>
                                      <p:to>
                                        <p:strVal val="visible"/>
                                      </p:to>
                                    </p:set>
                                    <p:animEffect transition="in" filter="wipe(up)">
                                      <p:cBhvr>
                                        <p:cTn id="7" dur="500"/>
                                        <p:tgtEl>
                                          <p:spTgt spid="168"/>
                                        </p:tgtEl>
                                      </p:cBhvr>
                                    </p:animEffect>
                                  </p:childTnLst>
                                </p:cTn>
                              </p:par>
                              <p:par>
                                <p:cTn id="8" presetID="10" presetClass="entr" presetSubtype="0" fill="hold" nodeType="withEffect">
                                  <p:stCondLst>
                                    <p:cond delay="0"/>
                                  </p:stCondLst>
                                  <p:childTnLst>
                                    <p:set>
                                      <p:cBhvr>
                                        <p:cTn id="9" dur="1" fill="hold">
                                          <p:stCondLst>
                                            <p:cond delay="0"/>
                                          </p:stCondLst>
                                        </p:cTn>
                                        <p:tgtEl>
                                          <p:spTgt spid="174"/>
                                        </p:tgtEl>
                                        <p:attrNameLst>
                                          <p:attrName>style.visibility</p:attrName>
                                        </p:attrNameLst>
                                      </p:cBhvr>
                                      <p:to>
                                        <p:strVal val="visible"/>
                                      </p:to>
                                    </p:set>
                                    <p:animEffect transition="in" filter="fade">
                                      <p:cBhvr>
                                        <p:cTn id="10" dur="500"/>
                                        <p:tgtEl>
                                          <p:spTgt spid="17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89"/>
                                        </p:tgtEl>
                                        <p:attrNameLst>
                                          <p:attrName>style.visibility</p:attrName>
                                        </p:attrNameLst>
                                      </p:cBhvr>
                                      <p:to>
                                        <p:strVal val="visible"/>
                                      </p:to>
                                    </p:set>
                                    <p:animEffect transition="in" filter="wipe(up)">
                                      <p:cBhvr>
                                        <p:cTn id="15" dur="500"/>
                                        <p:tgtEl>
                                          <p:spTgt spid="189"/>
                                        </p:tgtEl>
                                      </p:cBhvr>
                                    </p:animEffect>
                                  </p:childTnLst>
                                </p:cTn>
                              </p:par>
                              <p:par>
                                <p:cTn id="16" presetID="10" presetClass="entr" presetSubtype="0" fill="hold" nodeType="withEffect">
                                  <p:stCondLst>
                                    <p:cond delay="0"/>
                                  </p:stCondLst>
                                  <p:childTnLst>
                                    <p:set>
                                      <p:cBhvr>
                                        <p:cTn id="17" dur="1" fill="hold">
                                          <p:stCondLst>
                                            <p:cond delay="0"/>
                                          </p:stCondLst>
                                        </p:cTn>
                                        <p:tgtEl>
                                          <p:spTgt spid="180"/>
                                        </p:tgtEl>
                                        <p:attrNameLst>
                                          <p:attrName>style.visibility</p:attrName>
                                        </p:attrNameLst>
                                      </p:cBhvr>
                                      <p:to>
                                        <p:strVal val="visible"/>
                                      </p:to>
                                    </p:set>
                                    <p:animEffect transition="in" filter="fade">
                                      <p:cBhvr>
                                        <p:cTn id="18" dur="500"/>
                                        <p:tgtEl>
                                          <p:spTgt spid="18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77"/>
                                        </p:tgtEl>
                                        <p:attrNameLst>
                                          <p:attrName>style.visibility</p:attrName>
                                        </p:attrNameLst>
                                      </p:cBhvr>
                                      <p:to>
                                        <p:strVal val="visible"/>
                                      </p:to>
                                    </p:set>
                                    <p:animEffect transition="in" filter="wipe(up)">
                                      <p:cBhvr>
                                        <p:cTn id="23" dur="500"/>
                                        <p:tgtEl>
                                          <p:spTgt spid="177"/>
                                        </p:tgtEl>
                                      </p:cBhvr>
                                    </p:animEffect>
                                  </p:childTnLst>
                                </p:cTn>
                              </p:par>
                              <p:par>
                                <p:cTn id="24" presetID="10" presetClass="entr" presetSubtype="0" fill="hold" nodeType="withEffect">
                                  <p:stCondLst>
                                    <p:cond delay="0"/>
                                  </p:stCondLst>
                                  <p:childTnLst>
                                    <p:set>
                                      <p:cBhvr>
                                        <p:cTn id="25" dur="1" fill="hold">
                                          <p:stCondLst>
                                            <p:cond delay="0"/>
                                          </p:stCondLst>
                                        </p:cTn>
                                        <p:tgtEl>
                                          <p:spTgt spid="186"/>
                                        </p:tgtEl>
                                        <p:attrNameLst>
                                          <p:attrName>style.visibility</p:attrName>
                                        </p:attrNameLst>
                                      </p:cBhvr>
                                      <p:to>
                                        <p:strVal val="visible"/>
                                      </p:to>
                                    </p:set>
                                    <p:animEffect transition="in" filter="fade">
                                      <p:cBhvr>
                                        <p:cTn id="26" dur="500"/>
                                        <p:tgtEl>
                                          <p:spTgt spid="186"/>
                                        </p:tgtEl>
                                      </p:cBhvr>
                                    </p:animEffect>
                                  </p:childTnLst>
                                </p:cTn>
                              </p:par>
                              <p:par>
                                <p:cTn id="27" presetID="22" presetClass="entr" presetSubtype="1" fill="hold" nodeType="withEffect">
                                  <p:stCondLst>
                                    <p:cond delay="0"/>
                                  </p:stCondLst>
                                  <p:childTnLst>
                                    <p:set>
                                      <p:cBhvr>
                                        <p:cTn id="28" dur="1" fill="hold">
                                          <p:stCondLst>
                                            <p:cond delay="0"/>
                                          </p:stCondLst>
                                        </p:cTn>
                                        <p:tgtEl>
                                          <p:spTgt spid="183"/>
                                        </p:tgtEl>
                                        <p:attrNameLst>
                                          <p:attrName>style.visibility</p:attrName>
                                        </p:attrNameLst>
                                      </p:cBhvr>
                                      <p:to>
                                        <p:strVal val="visible"/>
                                      </p:to>
                                    </p:set>
                                    <p:animEffect transition="in" filter="wipe(up)">
                                      <p:cBhvr>
                                        <p:cTn id="29" dur="500"/>
                                        <p:tgtEl>
                                          <p:spTgt spid="183"/>
                                        </p:tgtEl>
                                      </p:cBhvr>
                                    </p:animEffect>
                                  </p:childTnLst>
                                </p:cTn>
                              </p:par>
                              <p:par>
                                <p:cTn id="30" presetID="10" presetClass="entr" presetSubtype="0" fill="hold" nodeType="withEffect">
                                  <p:stCondLst>
                                    <p:cond delay="0"/>
                                  </p:stCondLst>
                                  <p:childTnLst>
                                    <p:set>
                                      <p:cBhvr>
                                        <p:cTn id="31" dur="1" fill="hold">
                                          <p:stCondLst>
                                            <p:cond delay="0"/>
                                          </p:stCondLst>
                                        </p:cTn>
                                        <p:tgtEl>
                                          <p:spTgt spid="207"/>
                                        </p:tgtEl>
                                        <p:attrNameLst>
                                          <p:attrName>style.visibility</p:attrName>
                                        </p:attrNameLst>
                                      </p:cBhvr>
                                      <p:to>
                                        <p:strVal val="visible"/>
                                      </p:to>
                                    </p:set>
                                    <p:animEffect transition="in" filter="fade">
                                      <p:cBhvr>
                                        <p:cTn id="32" dur="500"/>
                                        <p:tgtEl>
                                          <p:spTgt spid="207"/>
                                        </p:tgtEl>
                                      </p:cBhvr>
                                    </p:animEffect>
                                  </p:childTnLst>
                                </p:cTn>
                              </p:par>
                              <p:par>
                                <p:cTn id="33" presetID="22" presetClass="entr" presetSubtype="1" fill="hold" nodeType="withEffect">
                                  <p:stCondLst>
                                    <p:cond delay="0"/>
                                  </p:stCondLst>
                                  <p:childTnLst>
                                    <p:set>
                                      <p:cBhvr>
                                        <p:cTn id="34" dur="1" fill="hold">
                                          <p:stCondLst>
                                            <p:cond delay="0"/>
                                          </p:stCondLst>
                                        </p:cTn>
                                        <p:tgtEl>
                                          <p:spTgt spid="147"/>
                                        </p:tgtEl>
                                        <p:attrNameLst>
                                          <p:attrName>style.visibility</p:attrName>
                                        </p:attrNameLst>
                                      </p:cBhvr>
                                      <p:to>
                                        <p:strVal val="visible"/>
                                      </p:to>
                                    </p:set>
                                    <p:animEffect transition="in" filter="wipe(up)">
                                      <p:cBhvr>
                                        <p:cTn id="35" dur="500"/>
                                        <p:tgtEl>
                                          <p:spTgt spid="147"/>
                                        </p:tgtEl>
                                      </p:cBhvr>
                                    </p:animEffect>
                                  </p:childTnLst>
                                </p:cTn>
                              </p:par>
                              <p:par>
                                <p:cTn id="36" presetID="10" presetClass="entr" presetSubtype="0" fill="hold" nodeType="withEffect">
                                  <p:stCondLst>
                                    <p:cond delay="0"/>
                                  </p:stCondLst>
                                  <p:childTnLst>
                                    <p:set>
                                      <p:cBhvr>
                                        <p:cTn id="37" dur="1" fill="hold">
                                          <p:stCondLst>
                                            <p:cond delay="0"/>
                                          </p:stCondLst>
                                        </p:cTn>
                                        <p:tgtEl>
                                          <p:spTgt spid="165"/>
                                        </p:tgtEl>
                                        <p:attrNameLst>
                                          <p:attrName>style.visibility</p:attrName>
                                        </p:attrNameLst>
                                      </p:cBhvr>
                                      <p:to>
                                        <p:strVal val="visible"/>
                                      </p:to>
                                    </p:set>
                                    <p:animEffect transition="in" filter="fade">
                                      <p:cBhvr>
                                        <p:cTn id="38" dur="500"/>
                                        <p:tgtEl>
                                          <p:spTgt spid="16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150"/>
                                        </p:tgtEl>
                                        <p:attrNameLst>
                                          <p:attrName>style.visibility</p:attrName>
                                        </p:attrNameLst>
                                      </p:cBhvr>
                                      <p:to>
                                        <p:strVal val="visible"/>
                                      </p:to>
                                    </p:set>
                                    <p:animEffect transition="in" filter="wipe(up)">
                                      <p:cBhvr>
                                        <p:cTn id="43" dur="500"/>
                                        <p:tgtEl>
                                          <p:spTgt spid="150"/>
                                        </p:tgtEl>
                                      </p:cBhvr>
                                    </p:animEffect>
                                  </p:childTnLst>
                                </p:cTn>
                              </p:par>
                              <p:par>
                                <p:cTn id="44" presetID="10" presetClass="entr" presetSubtype="0" fill="hold" nodeType="withEffect">
                                  <p:stCondLst>
                                    <p:cond delay="0"/>
                                  </p:stCondLst>
                                  <p:childTnLst>
                                    <p:set>
                                      <p:cBhvr>
                                        <p:cTn id="45" dur="1" fill="hold">
                                          <p:stCondLst>
                                            <p:cond delay="0"/>
                                          </p:stCondLst>
                                        </p:cTn>
                                        <p:tgtEl>
                                          <p:spTgt spid="192"/>
                                        </p:tgtEl>
                                        <p:attrNameLst>
                                          <p:attrName>style.visibility</p:attrName>
                                        </p:attrNameLst>
                                      </p:cBhvr>
                                      <p:to>
                                        <p:strVal val="visible"/>
                                      </p:to>
                                    </p:set>
                                    <p:animEffect transition="in" filter="fade">
                                      <p:cBhvr>
                                        <p:cTn id="46" dur="500"/>
                                        <p:tgtEl>
                                          <p:spTgt spid="19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53"/>
                                        </p:tgtEl>
                                        <p:attrNameLst>
                                          <p:attrName>style.visibility</p:attrName>
                                        </p:attrNameLst>
                                      </p:cBhvr>
                                      <p:to>
                                        <p:strVal val="visible"/>
                                      </p:to>
                                    </p:set>
                                    <p:animEffect transition="in" filter="wipe(up)">
                                      <p:cBhvr>
                                        <p:cTn id="51" dur="500"/>
                                        <p:tgtEl>
                                          <p:spTgt spid="153"/>
                                        </p:tgtEl>
                                      </p:cBhvr>
                                    </p:animEffect>
                                  </p:childTnLst>
                                </p:cTn>
                              </p:par>
                              <p:par>
                                <p:cTn id="52" presetID="10" presetClass="entr" presetSubtype="0" fill="hold" nodeType="withEffect">
                                  <p:stCondLst>
                                    <p:cond delay="0"/>
                                  </p:stCondLst>
                                  <p:childTnLst>
                                    <p:set>
                                      <p:cBhvr>
                                        <p:cTn id="53" dur="1" fill="hold">
                                          <p:stCondLst>
                                            <p:cond delay="0"/>
                                          </p:stCondLst>
                                        </p:cTn>
                                        <p:tgtEl>
                                          <p:spTgt spid="195"/>
                                        </p:tgtEl>
                                        <p:attrNameLst>
                                          <p:attrName>style.visibility</p:attrName>
                                        </p:attrNameLst>
                                      </p:cBhvr>
                                      <p:to>
                                        <p:strVal val="visible"/>
                                      </p:to>
                                    </p:set>
                                    <p:animEffect transition="in" filter="fade">
                                      <p:cBhvr>
                                        <p:cTn id="54" dur="500"/>
                                        <p:tgtEl>
                                          <p:spTgt spid="19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156"/>
                                        </p:tgtEl>
                                        <p:attrNameLst>
                                          <p:attrName>style.visibility</p:attrName>
                                        </p:attrNameLst>
                                      </p:cBhvr>
                                      <p:to>
                                        <p:strVal val="visible"/>
                                      </p:to>
                                    </p:set>
                                    <p:animEffect transition="in" filter="wipe(up)">
                                      <p:cBhvr>
                                        <p:cTn id="59" dur="500"/>
                                        <p:tgtEl>
                                          <p:spTgt spid="156"/>
                                        </p:tgtEl>
                                      </p:cBhvr>
                                    </p:animEffect>
                                  </p:childTnLst>
                                </p:cTn>
                              </p:par>
                              <p:par>
                                <p:cTn id="60" presetID="10" presetClass="entr" presetSubtype="0" fill="hold" nodeType="withEffect">
                                  <p:stCondLst>
                                    <p:cond delay="0"/>
                                  </p:stCondLst>
                                  <p:childTnLst>
                                    <p:set>
                                      <p:cBhvr>
                                        <p:cTn id="61" dur="1" fill="hold">
                                          <p:stCondLst>
                                            <p:cond delay="0"/>
                                          </p:stCondLst>
                                        </p:cTn>
                                        <p:tgtEl>
                                          <p:spTgt spid="198"/>
                                        </p:tgtEl>
                                        <p:attrNameLst>
                                          <p:attrName>style.visibility</p:attrName>
                                        </p:attrNameLst>
                                      </p:cBhvr>
                                      <p:to>
                                        <p:strVal val="visible"/>
                                      </p:to>
                                    </p:set>
                                    <p:animEffect transition="in" filter="fade">
                                      <p:cBhvr>
                                        <p:cTn id="62" dur="500"/>
                                        <p:tgtEl>
                                          <p:spTgt spid="19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159"/>
                                        </p:tgtEl>
                                        <p:attrNameLst>
                                          <p:attrName>style.visibility</p:attrName>
                                        </p:attrNameLst>
                                      </p:cBhvr>
                                      <p:to>
                                        <p:strVal val="visible"/>
                                      </p:to>
                                    </p:set>
                                    <p:animEffect transition="in" filter="wipe(up)">
                                      <p:cBhvr>
                                        <p:cTn id="67" dur="500"/>
                                        <p:tgtEl>
                                          <p:spTgt spid="159"/>
                                        </p:tgtEl>
                                      </p:cBhvr>
                                    </p:animEffect>
                                  </p:childTnLst>
                                </p:cTn>
                              </p:par>
                              <p:par>
                                <p:cTn id="68" presetID="10" presetClass="entr" presetSubtype="0" fill="hold" nodeType="withEffect">
                                  <p:stCondLst>
                                    <p:cond delay="0"/>
                                  </p:stCondLst>
                                  <p:childTnLst>
                                    <p:set>
                                      <p:cBhvr>
                                        <p:cTn id="69" dur="1" fill="hold">
                                          <p:stCondLst>
                                            <p:cond delay="0"/>
                                          </p:stCondLst>
                                        </p:cTn>
                                        <p:tgtEl>
                                          <p:spTgt spid="201"/>
                                        </p:tgtEl>
                                        <p:attrNameLst>
                                          <p:attrName>style.visibility</p:attrName>
                                        </p:attrNameLst>
                                      </p:cBhvr>
                                      <p:to>
                                        <p:strVal val="visible"/>
                                      </p:to>
                                    </p:set>
                                    <p:animEffect transition="in" filter="fade">
                                      <p:cBhvr>
                                        <p:cTn id="70" dur="500"/>
                                        <p:tgtEl>
                                          <p:spTgt spid="20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nodeType="clickEffect">
                                  <p:stCondLst>
                                    <p:cond delay="0"/>
                                  </p:stCondLst>
                                  <p:childTnLst>
                                    <p:set>
                                      <p:cBhvr>
                                        <p:cTn id="74" dur="1" fill="hold">
                                          <p:stCondLst>
                                            <p:cond delay="0"/>
                                          </p:stCondLst>
                                        </p:cTn>
                                        <p:tgtEl>
                                          <p:spTgt spid="162"/>
                                        </p:tgtEl>
                                        <p:attrNameLst>
                                          <p:attrName>style.visibility</p:attrName>
                                        </p:attrNameLst>
                                      </p:cBhvr>
                                      <p:to>
                                        <p:strVal val="visible"/>
                                      </p:to>
                                    </p:set>
                                    <p:animEffect transition="in" filter="wipe(up)">
                                      <p:cBhvr>
                                        <p:cTn id="75" dur="500"/>
                                        <p:tgtEl>
                                          <p:spTgt spid="162"/>
                                        </p:tgtEl>
                                      </p:cBhvr>
                                    </p:animEffect>
                                  </p:childTnLst>
                                </p:cTn>
                              </p:par>
                              <p:par>
                                <p:cTn id="76" presetID="10" presetClass="entr" presetSubtype="0" fill="hold" nodeType="withEffect">
                                  <p:stCondLst>
                                    <p:cond delay="0"/>
                                  </p:stCondLst>
                                  <p:childTnLst>
                                    <p:set>
                                      <p:cBhvr>
                                        <p:cTn id="77" dur="1" fill="hold">
                                          <p:stCondLst>
                                            <p:cond delay="0"/>
                                          </p:stCondLst>
                                        </p:cTn>
                                        <p:tgtEl>
                                          <p:spTgt spid="204"/>
                                        </p:tgtEl>
                                        <p:attrNameLst>
                                          <p:attrName>style.visibility</p:attrName>
                                        </p:attrNameLst>
                                      </p:cBhvr>
                                      <p:to>
                                        <p:strVal val="visible"/>
                                      </p:to>
                                    </p:set>
                                    <p:animEffect transition="in" filter="fade">
                                      <p:cBhvr>
                                        <p:cTn id="78" dur="5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1DE28A1C-284F-E41F-CEA8-FF3C7883850D}"/>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DFD93866-064F-B89D-9B31-41E49A751C19}"/>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BBB47CD3-FCD3-B686-DE3C-7E5A29D5AE18}"/>
              </a:ext>
            </a:extLst>
          </p:cNvPr>
          <p:cNvSpPr>
            <a:spLocks noGrp="1"/>
          </p:cNvSpPr>
          <p:nvPr>
            <p:ph type="title"/>
          </p:nvPr>
        </p:nvSpPr>
        <p:spPr>
          <a:xfrm>
            <a:off x="4507045" y="711550"/>
            <a:ext cx="3177910" cy="649980"/>
          </a:xfrm>
        </p:spPr>
        <p:txBody>
          <a:bodyPr>
            <a:normAutofit fontScale="90000"/>
          </a:bodyPr>
          <a:lstStyle/>
          <a:p>
            <a:r>
              <a:rPr lang="en-US" spc="300" dirty="0">
                <a:latin typeface="Alpino Black" pitchFamily="50" charset="0"/>
              </a:rPr>
              <a:t>Application</a:t>
            </a:r>
          </a:p>
        </p:txBody>
      </p:sp>
      <p:sp>
        <p:nvSpPr>
          <p:cNvPr id="8" name="Rectangle: Rounded Corners 7">
            <a:extLst>
              <a:ext uri="{FF2B5EF4-FFF2-40B4-BE49-F238E27FC236}">
                <a16:creationId xmlns:a16="http://schemas.microsoft.com/office/drawing/2014/main" id="{F9D92ED4-977A-BE95-56A7-2E650FD7D668}"/>
              </a:ext>
            </a:extLst>
          </p:cNvPr>
          <p:cNvSpPr/>
          <p:nvPr/>
        </p:nvSpPr>
        <p:spPr>
          <a:xfrm>
            <a:off x="2638131" y="2696373"/>
            <a:ext cx="6915738" cy="1465255"/>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dirty="0">
                <a:solidFill>
                  <a:schemeClr val="tx1"/>
                </a:solidFill>
                <a:latin typeface="Alpino Medium" pitchFamily="50" charset="0"/>
              </a:rPr>
              <a:t>OBJECTIVE</a:t>
            </a:r>
          </a:p>
          <a:p>
            <a:pPr algn="ctr"/>
            <a:r>
              <a:rPr lang="en-US" dirty="0">
                <a:solidFill>
                  <a:schemeClr val="tx1"/>
                </a:solidFill>
                <a:latin typeface="Alpino" pitchFamily="50" charset="0"/>
              </a:rPr>
              <a:t>Use an </a:t>
            </a:r>
            <a:r>
              <a:rPr lang="en-US" i="1" dirty="0">
                <a:solidFill>
                  <a:schemeClr val="tx1"/>
                </a:solidFill>
                <a:latin typeface="Alpino" pitchFamily="50" charset="0"/>
              </a:rPr>
              <a:t>Shigella</a:t>
            </a:r>
            <a:r>
              <a:rPr lang="en-US" dirty="0">
                <a:solidFill>
                  <a:schemeClr val="tx1"/>
                </a:solidFill>
                <a:latin typeface="Alpino" pitchFamily="50" charset="0"/>
              </a:rPr>
              <a:t> dataset and analyze the dataset using </a:t>
            </a:r>
            <a:r>
              <a:rPr lang="en-US" dirty="0" err="1">
                <a:solidFill>
                  <a:schemeClr val="tx1"/>
                </a:solidFill>
                <a:latin typeface="Alpino" pitchFamily="50" charset="0"/>
              </a:rPr>
              <a:t>PHoeNIx</a:t>
            </a:r>
            <a:r>
              <a:rPr lang="en-US" dirty="0">
                <a:solidFill>
                  <a:schemeClr val="tx1"/>
                </a:solidFill>
                <a:latin typeface="Alpino" pitchFamily="50" charset="0"/>
              </a:rPr>
              <a:t> v2.2 pipeline</a:t>
            </a:r>
          </a:p>
        </p:txBody>
      </p:sp>
    </p:spTree>
    <p:extLst>
      <p:ext uri="{BB962C8B-B14F-4D97-AF65-F5344CB8AC3E}">
        <p14:creationId xmlns:p14="http://schemas.microsoft.com/office/powerpoint/2010/main" val="152338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3476C581-D0E6-1C2E-678E-544A26986960}"/>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1B0E762D-540C-E240-13E9-4E7FD6763012}"/>
              </a:ext>
            </a:extLst>
          </p:cNvPr>
          <p:cNvPicPr>
            <a:picLocks noChangeAspect="1"/>
          </p:cNvPicPr>
          <p:nvPr/>
        </p:nvPicPr>
        <p:blipFill>
          <a:blip r:embed="rId3"/>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8894A9A0-52CC-C9BE-D848-AAD8566FB138}"/>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pic>
        <p:nvPicPr>
          <p:cNvPr id="6" name="Picture 5">
            <a:extLst>
              <a:ext uri="{FF2B5EF4-FFF2-40B4-BE49-F238E27FC236}">
                <a16:creationId xmlns:a16="http://schemas.microsoft.com/office/drawing/2014/main" id="{A44D9A70-82D9-ED09-D57C-924314043D00}"/>
              </a:ext>
            </a:extLst>
          </p:cNvPr>
          <p:cNvPicPr>
            <a:picLocks noChangeAspect="1"/>
          </p:cNvPicPr>
          <p:nvPr/>
        </p:nvPicPr>
        <p:blipFill>
          <a:blip r:embed="rId4"/>
          <a:stretch>
            <a:fillRect/>
          </a:stretch>
        </p:blipFill>
        <p:spPr>
          <a:xfrm>
            <a:off x="739471" y="2419454"/>
            <a:ext cx="2876055" cy="3781949"/>
          </a:xfrm>
          <a:prstGeom prst="rect">
            <a:avLst/>
          </a:prstGeom>
        </p:spPr>
      </p:pic>
      <p:sp>
        <p:nvSpPr>
          <p:cNvPr id="7" name="Content Placeholder 4">
            <a:extLst>
              <a:ext uri="{FF2B5EF4-FFF2-40B4-BE49-F238E27FC236}">
                <a16:creationId xmlns:a16="http://schemas.microsoft.com/office/drawing/2014/main" id="{EB38AD1B-4372-11A5-EF55-92D1A6D84E62}"/>
              </a:ext>
            </a:extLst>
          </p:cNvPr>
          <p:cNvSpPr>
            <a:spLocks noGrp="1"/>
          </p:cNvSpPr>
          <p:nvPr>
            <p:ph idx="1"/>
          </p:nvPr>
        </p:nvSpPr>
        <p:spPr>
          <a:xfrm>
            <a:off x="6809979" y="254497"/>
            <a:ext cx="5068676" cy="3174503"/>
          </a:xfrm>
          <a:prstGeom prst="roundRect">
            <a:avLst/>
          </a:prstGeom>
          <a:solidFill>
            <a:schemeClr val="bg1"/>
          </a:solidFill>
          <a:ln w="28575">
            <a:solidFill>
              <a:schemeClr val="bg1"/>
            </a:solidFill>
          </a:ln>
        </p:spPr>
        <p:txBody>
          <a:bodyPr>
            <a:noAutofit/>
          </a:bodyPr>
          <a:lstStyle/>
          <a:p>
            <a:pPr marL="0" indent="0">
              <a:buNone/>
            </a:pPr>
            <a:r>
              <a:rPr lang="en-US" sz="2000" b="1" i="0" dirty="0">
                <a:solidFill>
                  <a:srgbClr val="FF0000"/>
                </a:solidFill>
                <a:effectLst/>
                <a:latin typeface="Alpino" pitchFamily="50" charset="0"/>
              </a:rPr>
              <a:t>cd</a:t>
            </a:r>
            <a:r>
              <a:rPr lang="en-US" sz="2000" i="0" dirty="0">
                <a:effectLst/>
                <a:latin typeface="Alpino" pitchFamily="50" charset="0"/>
              </a:rPr>
              <a:t> /blue/</a:t>
            </a:r>
            <a:r>
              <a:rPr lang="en-US" sz="2000" i="0" dirty="0" err="1">
                <a:effectLst/>
                <a:latin typeface="Alpino" pitchFamily="50" charset="0"/>
              </a:rPr>
              <a:t>bphl</a:t>
            </a:r>
            <a:r>
              <a:rPr lang="en-US" sz="2000" i="0" dirty="0">
                <a:effectLst/>
                <a:latin typeface="Alpino" pitchFamily="50" charset="0"/>
              </a:rPr>
              <a:t>-&lt;state&gt;/&lt;user&gt;/repos/</a:t>
            </a:r>
            <a:r>
              <a:rPr lang="en-US" sz="2000" i="0" dirty="0" err="1">
                <a:effectLst/>
                <a:latin typeface="Alpino" pitchFamily="50" charset="0"/>
              </a:rPr>
              <a:t>bphl</a:t>
            </a:r>
            <a:r>
              <a:rPr lang="en-US" sz="2000" i="0" dirty="0">
                <a:effectLst/>
                <a:latin typeface="Alpino" pitchFamily="50" charset="0"/>
              </a:rPr>
              <a:t>-molecular/</a:t>
            </a:r>
          </a:p>
          <a:p>
            <a:pPr marL="0" indent="0">
              <a:buNone/>
            </a:pPr>
            <a:r>
              <a:rPr lang="en-US" sz="2000" b="1" i="0" dirty="0">
                <a:solidFill>
                  <a:srgbClr val="FF0000"/>
                </a:solidFill>
                <a:effectLst/>
                <a:latin typeface="Alpino" pitchFamily="50" charset="0"/>
              </a:rPr>
              <a:t>git clone </a:t>
            </a:r>
            <a:r>
              <a:rPr lang="en-US" sz="2000" i="0" dirty="0">
                <a:effectLst/>
                <a:latin typeface="Alpino" pitchFamily="50" charset="0"/>
              </a:rPr>
              <a:t>https://github.com/CDCgov/phoenix</a:t>
            </a:r>
          </a:p>
          <a:p>
            <a:pPr marL="0" indent="0">
              <a:buNone/>
            </a:pPr>
            <a:r>
              <a:rPr lang="en-US" sz="2000" b="1" dirty="0" err="1">
                <a:solidFill>
                  <a:srgbClr val="FF0000"/>
                </a:solidFill>
                <a:latin typeface="Alpino" pitchFamily="50" charset="0"/>
              </a:rPr>
              <a:t>mkdir</a:t>
            </a:r>
            <a:r>
              <a:rPr lang="en-US" sz="2000" dirty="0">
                <a:latin typeface="Alpino" pitchFamily="50" charset="0"/>
              </a:rPr>
              <a:t> analysis/</a:t>
            </a:r>
          </a:p>
          <a:p>
            <a:pPr marL="0" indent="0">
              <a:buFont typeface="Arial" panose="020B0604020202020204" pitchFamily="34" charset="0"/>
              <a:buNone/>
            </a:pPr>
            <a:r>
              <a:rPr lang="en-US" sz="2000" b="1" dirty="0">
                <a:solidFill>
                  <a:srgbClr val="FF0000"/>
                </a:solidFill>
                <a:latin typeface="Alpino" pitchFamily="50" charset="0"/>
              </a:rPr>
              <a:t>cd</a:t>
            </a:r>
            <a:r>
              <a:rPr lang="en-US" sz="2000" dirty="0">
                <a:latin typeface="Alpino" pitchFamily="50" charset="0"/>
              </a:rPr>
              <a:t> analysis/</a:t>
            </a:r>
          </a:p>
          <a:p>
            <a:pPr marL="0" indent="0">
              <a:buNone/>
            </a:pPr>
            <a:r>
              <a:rPr lang="en-US" sz="2000" b="1" dirty="0">
                <a:solidFill>
                  <a:srgbClr val="FF0000"/>
                </a:solidFill>
                <a:latin typeface="Alpino" pitchFamily="50" charset="0"/>
              </a:rPr>
              <a:t>cp</a:t>
            </a:r>
            <a:r>
              <a:rPr lang="en-US" sz="2000" dirty="0">
                <a:latin typeface="Alpino" pitchFamily="50" charset="0"/>
              </a:rPr>
              <a:t> </a:t>
            </a:r>
            <a:r>
              <a:rPr lang="en-US" sz="2000" i="0" dirty="0">
                <a:effectLst/>
                <a:latin typeface="Alpino" pitchFamily="50" charset="0"/>
              </a:rPr>
              <a:t>/blue/</a:t>
            </a:r>
            <a:r>
              <a:rPr lang="en-US" sz="2000" i="0" dirty="0" err="1">
                <a:effectLst/>
                <a:latin typeface="Alpino" pitchFamily="50" charset="0"/>
              </a:rPr>
              <a:t>bphl</a:t>
            </a:r>
            <a:r>
              <a:rPr lang="en-US" sz="2000" i="0" dirty="0">
                <a:effectLst/>
                <a:latin typeface="Alpino" pitchFamily="50" charset="0"/>
              </a:rPr>
              <a:t>-&lt;state&gt;/&lt;user&gt;/repos/</a:t>
            </a:r>
            <a:r>
              <a:rPr lang="en-US" sz="2000" i="0" dirty="0" err="1">
                <a:effectLst/>
                <a:latin typeface="Alpino" pitchFamily="50" charset="0"/>
              </a:rPr>
              <a:t>bphl</a:t>
            </a:r>
            <a:r>
              <a:rPr lang="en-US" sz="2000" i="0" dirty="0">
                <a:effectLst/>
                <a:latin typeface="Alpino" pitchFamily="50" charset="0"/>
              </a:rPr>
              <a:t>-molecular/Phoenix/*</a:t>
            </a:r>
          </a:p>
          <a:p>
            <a:pPr marL="0" indent="0">
              <a:buNone/>
            </a:pPr>
            <a:r>
              <a:rPr lang="en-US" sz="2000" b="1" dirty="0" err="1">
                <a:solidFill>
                  <a:srgbClr val="FF0000"/>
                </a:solidFill>
                <a:latin typeface="Alpino" pitchFamily="50" charset="0"/>
              </a:rPr>
              <a:t>m</a:t>
            </a:r>
            <a:r>
              <a:rPr lang="en-US" sz="2000" b="1" i="0" dirty="0" err="1">
                <a:solidFill>
                  <a:srgbClr val="FF0000"/>
                </a:solidFill>
                <a:effectLst/>
                <a:latin typeface="Alpino" pitchFamily="50" charset="0"/>
              </a:rPr>
              <a:t>kdir</a:t>
            </a:r>
            <a:r>
              <a:rPr lang="en-US" sz="2000" i="0" dirty="0">
                <a:effectLst/>
                <a:latin typeface="Alpino" pitchFamily="50" charset="0"/>
              </a:rPr>
              <a:t> data/</a:t>
            </a:r>
          </a:p>
        </p:txBody>
      </p:sp>
      <p:cxnSp>
        <p:nvCxnSpPr>
          <p:cNvPr id="9" name="Connector: Elbow 8">
            <a:extLst>
              <a:ext uri="{FF2B5EF4-FFF2-40B4-BE49-F238E27FC236}">
                <a16:creationId xmlns:a16="http://schemas.microsoft.com/office/drawing/2014/main" id="{5DA71AFA-5C47-62A8-ABB5-272F8D894AD2}"/>
              </a:ext>
            </a:extLst>
          </p:cNvPr>
          <p:cNvCxnSpPr>
            <a:cxnSpLocks/>
            <a:stCxn id="7" idx="1"/>
            <a:endCxn id="6" idx="0"/>
          </p:cNvCxnSpPr>
          <p:nvPr/>
        </p:nvCxnSpPr>
        <p:spPr>
          <a:xfrm rot="10800000" flipV="1">
            <a:off x="2177499" y="1841748"/>
            <a:ext cx="4632480" cy="577705"/>
          </a:xfrm>
          <a:prstGeom prst="bentConnector2">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pic>
        <p:nvPicPr>
          <p:cNvPr id="13" name="Picture 12">
            <a:extLst>
              <a:ext uri="{FF2B5EF4-FFF2-40B4-BE49-F238E27FC236}">
                <a16:creationId xmlns:a16="http://schemas.microsoft.com/office/drawing/2014/main" id="{E23C3397-2EF0-B451-21CD-EC664C5BB920}"/>
              </a:ext>
            </a:extLst>
          </p:cNvPr>
          <p:cNvPicPr>
            <a:picLocks noChangeAspect="1"/>
          </p:cNvPicPr>
          <p:nvPr/>
        </p:nvPicPr>
        <p:blipFill>
          <a:blip r:embed="rId5"/>
          <a:srcRect t="4885"/>
          <a:stretch/>
        </p:blipFill>
        <p:spPr>
          <a:xfrm>
            <a:off x="4605680" y="3697882"/>
            <a:ext cx="2921318" cy="2481858"/>
          </a:xfrm>
          <a:prstGeom prst="rect">
            <a:avLst/>
          </a:prstGeom>
        </p:spPr>
      </p:pic>
      <p:cxnSp>
        <p:nvCxnSpPr>
          <p:cNvPr id="15" name="Connector: Elbow 14">
            <a:extLst>
              <a:ext uri="{FF2B5EF4-FFF2-40B4-BE49-F238E27FC236}">
                <a16:creationId xmlns:a16="http://schemas.microsoft.com/office/drawing/2014/main" id="{CF1B3B51-C721-C841-98E1-B063CC45E0E5}"/>
              </a:ext>
            </a:extLst>
          </p:cNvPr>
          <p:cNvCxnSpPr>
            <a:cxnSpLocks/>
            <a:stCxn id="7" idx="1"/>
            <a:endCxn id="13" idx="0"/>
          </p:cNvCxnSpPr>
          <p:nvPr/>
        </p:nvCxnSpPr>
        <p:spPr>
          <a:xfrm rot="10800000" flipV="1">
            <a:off x="6066339" y="1841748"/>
            <a:ext cx="743640" cy="1856133"/>
          </a:xfrm>
          <a:prstGeom prst="bentConnector2">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5129B8BF-FE78-2C6E-0448-B42BC54B60A8}"/>
              </a:ext>
            </a:extLst>
          </p:cNvPr>
          <p:cNvCxnSpPr>
            <a:cxnSpLocks/>
            <a:stCxn id="20" idx="3"/>
            <a:endCxn id="13" idx="1"/>
          </p:cNvCxnSpPr>
          <p:nvPr/>
        </p:nvCxnSpPr>
        <p:spPr>
          <a:xfrm>
            <a:off x="3615527" y="2908356"/>
            <a:ext cx="990153" cy="20304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ECE7EF45-0F63-76C7-0F09-8B603E484A07}"/>
              </a:ext>
            </a:extLst>
          </p:cNvPr>
          <p:cNvSpPr/>
          <p:nvPr/>
        </p:nvSpPr>
        <p:spPr>
          <a:xfrm>
            <a:off x="743501" y="2860018"/>
            <a:ext cx="2872026" cy="96676"/>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1628083"/>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E1CB8BE9-98BA-26EF-A7EC-C2F35AFB2C24}"/>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73276DFC-42F9-4909-EA53-3F87F2BBC9BB}"/>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12932E6D-82D5-F69C-58F0-B7E379FF3FF8}"/>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pic>
        <p:nvPicPr>
          <p:cNvPr id="6" name="Picture 5">
            <a:extLst>
              <a:ext uri="{FF2B5EF4-FFF2-40B4-BE49-F238E27FC236}">
                <a16:creationId xmlns:a16="http://schemas.microsoft.com/office/drawing/2014/main" id="{EBE41A26-8A98-D064-6B91-094C80390342}"/>
              </a:ext>
            </a:extLst>
          </p:cNvPr>
          <p:cNvPicPr>
            <a:picLocks noChangeAspect="1"/>
          </p:cNvPicPr>
          <p:nvPr/>
        </p:nvPicPr>
        <p:blipFill>
          <a:blip r:embed="rId3"/>
          <a:srcRect t="4885"/>
          <a:stretch/>
        </p:blipFill>
        <p:spPr>
          <a:xfrm>
            <a:off x="838200" y="2188071"/>
            <a:ext cx="2921318" cy="2481858"/>
          </a:xfrm>
          <a:prstGeom prst="rect">
            <a:avLst/>
          </a:prstGeom>
        </p:spPr>
      </p:pic>
      <p:cxnSp>
        <p:nvCxnSpPr>
          <p:cNvPr id="8" name="Straight Arrow Connector 7">
            <a:extLst>
              <a:ext uri="{FF2B5EF4-FFF2-40B4-BE49-F238E27FC236}">
                <a16:creationId xmlns:a16="http://schemas.microsoft.com/office/drawing/2014/main" id="{73C12229-586F-3AD4-EA4C-D01A7CD8A65F}"/>
              </a:ext>
            </a:extLst>
          </p:cNvPr>
          <p:cNvCxnSpPr>
            <a:cxnSpLocks/>
            <a:stCxn id="6" idx="3"/>
            <a:endCxn id="14" idx="1"/>
          </p:cNvCxnSpPr>
          <p:nvPr/>
        </p:nvCxnSpPr>
        <p:spPr>
          <a:xfrm>
            <a:off x="3759518" y="3429000"/>
            <a:ext cx="71580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B3388CC-F046-965C-C9E8-9D90EE4B34DE}"/>
              </a:ext>
            </a:extLst>
          </p:cNvPr>
          <p:cNvSpPr/>
          <p:nvPr/>
        </p:nvSpPr>
        <p:spPr>
          <a:xfrm>
            <a:off x="838199" y="2412888"/>
            <a:ext cx="2921317" cy="161128"/>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5F5BF3B7-C6B8-6CB3-7DD7-2AA8A83BA255}"/>
              </a:ext>
            </a:extLst>
          </p:cNvPr>
          <p:cNvPicPr>
            <a:picLocks noChangeAspect="1"/>
          </p:cNvPicPr>
          <p:nvPr/>
        </p:nvPicPr>
        <p:blipFill>
          <a:blip r:embed="rId4"/>
          <a:stretch>
            <a:fillRect/>
          </a:stretch>
        </p:blipFill>
        <p:spPr>
          <a:xfrm>
            <a:off x="4475323" y="3058029"/>
            <a:ext cx="7446788" cy="741941"/>
          </a:xfrm>
          <a:prstGeom prst="rect">
            <a:avLst/>
          </a:prstGeom>
        </p:spPr>
      </p:pic>
    </p:spTree>
    <p:extLst>
      <p:ext uri="{BB962C8B-B14F-4D97-AF65-F5344CB8AC3E}">
        <p14:creationId xmlns:p14="http://schemas.microsoft.com/office/powerpoint/2010/main" val="1309207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1.66667E-6 0 L 0.30873 0.2206 " pathEditMode="relative" rAng="0" ptsTypes="AA">
                                      <p:cBhvr>
                                        <p:cTn id="6" dur="1500" spd="-100000" fill="hold"/>
                                        <p:tgtEl>
                                          <p:spTgt spid="6"/>
                                        </p:tgtEl>
                                        <p:attrNameLst>
                                          <p:attrName>ppt_x</p:attrName>
                                          <p:attrName>ppt_y</p:attrName>
                                        </p:attrNameLst>
                                      </p:cBhvr>
                                      <p:rCtr x="15430" y="11019"/>
                                    </p:animMotion>
                                  </p:childTnLst>
                                </p:cTn>
                              </p:par>
                            </p:childTnLst>
                          </p:cTn>
                        </p:par>
                        <p:par>
                          <p:cTn id="7" fill="hold">
                            <p:stCondLst>
                              <p:cond delay="1500"/>
                            </p:stCondLst>
                            <p:childTnLst>
                              <p:par>
                                <p:cTn id="8" presetID="10"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par>
                          <p:cTn id="11" fill="hold">
                            <p:stCondLst>
                              <p:cond delay="2000"/>
                            </p:stCondLst>
                            <p:childTnLst>
                              <p:par>
                                <p:cTn id="12" presetID="1" presetClass="entr" presetSubtype="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par>
                          <p:cTn id="14" fill="hold">
                            <p:stCondLst>
                              <p:cond delay="2000"/>
                            </p:stCondLst>
                            <p:childTnLst>
                              <p:par>
                                <p:cTn id="15" presetID="1" presetClass="entr" presetSubtype="0"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6E8E2A5F-6060-01FF-52A6-12295AC8D88F}"/>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E42D0604-5EE0-EA2D-81C3-B74CE2D1C8AC}"/>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696F7E57-BDC4-5DAC-6C81-8E4778ACBABE}"/>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sp>
        <p:nvSpPr>
          <p:cNvPr id="2" name="Content Placeholder 4">
            <a:extLst>
              <a:ext uri="{FF2B5EF4-FFF2-40B4-BE49-F238E27FC236}">
                <a16:creationId xmlns:a16="http://schemas.microsoft.com/office/drawing/2014/main" id="{7E056023-112E-ADA5-053C-2F347EE5ECF5}"/>
              </a:ext>
            </a:extLst>
          </p:cNvPr>
          <p:cNvSpPr>
            <a:spLocks noGrp="1"/>
          </p:cNvSpPr>
          <p:nvPr>
            <p:ph idx="1"/>
          </p:nvPr>
        </p:nvSpPr>
        <p:spPr>
          <a:xfrm>
            <a:off x="943899" y="1933470"/>
            <a:ext cx="5068676" cy="3230674"/>
          </a:xfrm>
          <a:noFill/>
          <a:ln w="28575">
            <a:solidFill>
              <a:schemeClr val="tx1"/>
            </a:solidFill>
          </a:ln>
        </p:spPr>
        <p:txBody>
          <a:bodyPr>
            <a:noAutofit/>
          </a:bodyPr>
          <a:lstStyle/>
          <a:p>
            <a:pPr marL="0" indent="0">
              <a:buNone/>
            </a:pPr>
            <a:r>
              <a:rPr lang="en-US" sz="2000" b="1" dirty="0">
                <a:solidFill>
                  <a:srgbClr val="FF0000"/>
                </a:solidFill>
                <a:latin typeface="Alpino" pitchFamily="50" charset="0"/>
              </a:rPr>
              <a:t>cd</a:t>
            </a:r>
            <a:r>
              <a:rPr lang="en-US" sz="2000" dirty="0">
                <a:solidFill>
                  <a:srgbClr val="F0F6FC"/>
                </a:solidFill>
                <a:latin typeface="Alpino" pitchFamily="50" charset="0"/>
              </a:rPr>
              <a:t> </a:t>
            </a:r>
            <a:r>
              <a:rPr lang="en-US" sz="2000" i="0" dirty="0">
                <a:effectLst/>
                <a:latin typeface="Alpino" pitchFamily="50" charset="0"/>
              </a:rPr>
              <a:t>/blue/</a:t>
            </a:r>
            <a:r>
              <a:rPr lang="en-US" sz="2000" i="0" dirty="0" err="1">
                <a:effectLst/>
                <a:latin typeface="Alpino" pitchFamily="50" charset="0"/>
              </a:rPr>
              <a:t>bphl</a:t>
            </a:r>
            <a:r>
              <a:rPr lang="en-US" sz="2000" i="0" dirty="0">
                <a:effectLst/>
                <a:latin typeface="Alpino" pitchFamily="50" charset="0"/>
              </a:rPr>
              <a:t>-&lt;state&gt;/&lt;user&gt;/repos/</a:t>
            </a:r>
            <a:r>
              <a:rPr lang="en-US" sz="2000" i="0" dirty="0" err="1">
                <a:effectLst/>
                <a:latin typeface="Alpino" pitchFamily="50" charset="0"/>
              </a:rPr>
              <a:t>bphl</a:t>
            </a:r>
            <a:r>
              <a:rPr lang="en-US" sz="2000" i="0" dirty="0">
                <a:effectLst/>
                <a:latin typeface="Alpino" pitchFamily="50" charset="0"/>
              </a:rPr>
              <a:t>-molecular/Phoenix0609/*</a:t>
            </a:r>
          </a:p>
          <a:p>
            <a:pPr marL="0" indent="0">
              <a:buNone/>
            </a:pPr>
            <a:r>
              <a:rPr lang="en-US" sz="2000" b="1" dirty="0" err="1">
                <a:solidFill>
                  <a:srgbClr val="FF0000"/>
                </a:solidFill>
                <a:latin typeface="Alpino" pitchFamily="50" charset="0"/>
              </a:rPr>
              <a:t>m</a:t>
            </a:r>
            <a:r>
              <a:rPr lang="en-US" sz="2000" b="1" i="0" dirty="0" err="1">
                <a:solidFill>
                  <a:srgbClr val="FF0000"/>
                </a:solidFill>
                <a:effectLst/>
                <a:latin typeface="Alpino" pitchFamily="50" charset="0"/>
              </a:rPr>
              <a:t>kdir</a:t>
            </a:r>
            <a:r>
              <a:rPr lang="en-US" sz="2000" i="0" dirty="0">
                <a:solidFill>
                  <a:srgbClr val="F0F6FC"/>
                </a:solidFill>
                <a:effectLst/>
                <a:latin typeface="Alpino" pitchFamily="50" charset="0"/>
              </a:rPr>
              <a:t> </a:t>
            </a:r>
            <a:r>
              <a:rPr lang="en-US" sz="2000" i="0" dirty="0">
                <a:effectLst/>
                <a:latin typeface="Alpino" pitchFamily="50" charset="0"/>
              </a:rPr>
              <a:t>kraken2_standard_8/</a:t>
            </a:r>
          </a:p>
          <a:p>
            <a:pPr marL="0" indent="0">
              <a:buNone/>
            </a:pPr>
            <a:r>
              <a:rPr lang="da-DK" sz="2000" b="1" i="0" dirty="0">
                <a:solidFill>
                  <a:srgbClr val="FF0000"/>
                </a:solidFill>
                <a:effectLst/>
                <a:latin typeface="Alpino" pitchFamily="50" charset="0"/>
              </a:rPr>
              <a:t>wget</a:t>
            </a:r>
            <a:r>
              <a:rPr lang="da-DK" sz="2000" i="0" dirty="0">
                <a:solidFill>
                  <a:schemeClr val="bg1"/>
                </a:solidFill>
                <a:effectLst/>
                <a:latin typeface="Alpino" pitchFamily="50" charset="0"/>
              </a:rPr>
              <a:t> </a:t>
            </a:r>
            <a:r>
              <a:rPr lang="da-DK" sz="2000" i="0" dirty="0">
                <a:effectLst/>
                <a:latin typeface="Alpino" pitchFamily="50" charset="0"/>
              </a:rPr>
              <a:t>https://genome-idx.s3.amazonaws.com/kraken/k2_standard_08_GB_20251015.tar.gz</a:t>
            </a:r>
          </a:p>
          <a:p>
            <a:pPr marL="0" indent="0">
              <a:buNone/>
            </a:pPr>
            <a:r>
              <a:rPr lang="en-US" sz="2000" b="1" i="0" dirty="0">
                <a:solidFill>
                  <a:srgbClr val="FF0000"/>
                </a:solidFill>
                <a:effectLst/>
                <a:latin typeface="Alpino" pitchFamily="50" charset="0"/>
              </a:rPr>
              <a:t>tar -</a:t>
            </a:r>
            <a:r>
              <a:rPr lang="en-US" sz="2000" b="1" i="0" dirty="0" err="1">
                <a:solidFill>
                  <a:srgbClr val="FF0000"/>
                </a:solidFill>
                <a:effectLst/>
                <a:latin typeface="Alpino" pitchFamily="50" charset="0"/>
              </a:rPr>
              <a:t>xvzf</a:t>
            </a:r>
            <a:r>
              <a:rPr lang="en-US" sz="2000" b="1" i="0" dirty="0">
                <a:solidFill>
                  <a:srgbClr val="FF0000"/>
                </a:solidFill>
                <a:effectLst/>
                <a:latin typeface="Alpino" pitchFamily="50" charset="0"/>
              </a:rPr>
              <a:t> </a:t>
            </a:r>
            <a:r>
              <a:rPr lang="en-US" sz="2000" i="0" dirty="0">
                <a:effectLst/>
                <a:latin typeface="Alpino" pitchFamily="50" charset="0"/>
              </a:rPr>
              <a:t>k2_standard_08gb_20250402.tar.gz</a:t>
            </a:r>
          </a:p>
          <a:p>
            <a:pPr marL="0" indent="0">
              <a:buNone/>
            </a:pPr>
            <a:r>
              <a:rPr lang="en-US" sz="2000" b="1" dirty="0">
                <a:solidFill>
                  <a:srgbClr val="FF0000"/>
                </a:solidFill>
                <a:latin typeface="Alpino" pitchFamily="50" charset="0"/>
              </a:rPr>
              <a:t>Delete</a:t>
            </a:r>
            <a:r>
              <a:rPr lang="en-US" sz="2000" dirty="0">
                <a:solidFill>
                  <a:schemeClr val="bg1"/>
                </a:solidFill>
                <a:latin typeface="Alpino" pitchFamily="50" charset="0"/>
              </a:rPr>
              <a:t> </a:t>
            </a:r>
            <a:r>
              <a:rPr lang="en-US" sz="2000" i="0" dirty="0">
                <a:effectLst/>
                <a:latin typeface="Alpino" pitchFamily="50" charset="0"/>
              </a:rPr>
              <a:t>k2_standard_08gb_20250402.tar.gz after </a:t>
            </a:r>
          </a:p>
          <a:p>
            <a:pPr marL="0" indent="0">
              <a:buNone/>
            </a:pPr>
            <a:r>
              <a:rPr lang="en-US" sz="2000" dirty="0">
                <a:latin typeface="Alpino" pitchFamily="50" charset="0"/>
              </a:rPr>
              <a:t>Check for hash.k2d, opts.k2d, and taxo.k2d files</a:t>
            </a:r>
            <a:endParaRPr lang="en-US" sz="2000" i="0" dirty="0">
              <a:effectLst/>
              <a:latin typeface="Alpino" pitchFamily="50" charset="0"/>
            </a:endParaRPr>
          </a:p>
        </p:txBody>
      </p:sp>
      <p:pic>
        <p:nvPicPr>
          <p:cNvPr id="6" name="Picture 5">
            <a:extLst>
              <a:ext uri="{FF2B5EF4-FFF2-40B4-BE49-F238E27FC236}">
                <a16:creationId xmlns:a16="http://schemas.microsoft.com/office/drawing/2014/main" id="{3B41D3A7-8361-036B-F77D-7C4BB484B368}"/>
              </a:ext>
            </a:extLst>
          </p:cNvPr>
          <p:cNvPicPr>
            <a:picLocks noChangeAspect="1"/>
          </p:cNvPicPr>
          <p:nvPr/>
        </p:nvPicPr>
        <p:blipFill>
          <a:blip r:embed="rId3"/>
          <a:stretch>
            <a:fillRect/>
          </a:stretch>
        </p:blipFill>
        <p:spPr>
          <a:xfrm>
            <a:off x="8038558" y="1657832"/>
            <a:ext cx="2876055" cy="3781949"/>
          </a:xfrm>
          <a:prstGeom prst="rect">
            <a:avLst/>
          </a:prstGeom>
        </p:spPr>
      </p:pic>
      <p:cxnSp>
        <p:nvCxnSpPr>
          <p:cNvPr id="7" name="Straight Arrow Connector 6">
            <a:extLst>
              <a:ext uri="{FF2B5EF4-FFF2-40B4-BE49-F238E27FC236}">
                <a16:creationId xmlns:a16="http://schemas.microsoft.com/office/drawing/2014/main" id="{E76EBAF9-9718-ABF4-9509-F13422A16503}"/>
              </a:ext>
            </a:extLst>
          </p:cNvPr>
          <p:cNvCxnSpPr>
            <a:cxnSpLocks/>
            <a:stCxn id="2" idx="3"/>
            <a:endCxn id="8" idx="1"/>
          </p:cNvCxnSpPr>
          <p:nvPr/>
        </p:nvCxnSpPr>
        <p:spPr>
          <a:xfrm flipV="1">
            <a:off x="6012575" y="2418930"/>
            <a:ext cx="2025983" cy="112987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5C78049-5701-DF88-E8B6-0833F17D0BAB}"/>
              </a:ext>
            </a:extLst>
          </p:cNvPr>
          <p:cNvSpPr/>
          <p:nvPr/>
        </p:nvSpPr>
        <p:spPr>
          <a:xfrm>
            <a:off x="8038558" y="2352464"/>
            <a:ext cx="2876055" cy="132931"/>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1088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E3CD2CB8-F5C3-30A5-3AB9-67EDC9F31596}"/>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82365A7B-46A0-AFD2-E02F-14A7EC5ED8FE}"/>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79BB00A1-C1FD-1F41-6869-4E4481F72686}"/>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pic>
        <p:nvPicPr>
          <p:cNvPr id="2" name="Picture 1">
            <a:extLst>
              <a:ext uri="{FF2B5EF4-FFF2-40B4-BE49-F238E27FC236}">
                <a16:creationId xmlns:a16="http://schemas.microsoft.com/office/drawing/2014/main" id="{5A18866B-8B16-4D5C-57F3-5EACD830C80A}"/>
              </a:ext>
            </a:extLst>
          </p:cNvPr>
          <p:cNvPicPr>
            <a:picLocks noChangeAspect="1"/>
          </p:cNvPicPr>
          <p:nvPr/>
        </p:nvPicPr>
        <p:blipFill>
          <a:blip r:embed="rId3"/>
          <a:stretch>
            <a:fillRect/>
          </a:stretch>
        </p:blipFill>
        <p:spPr>
          <a:xfrm>
            <a:off x="8038558" y="1657832"/>
            <a:ext cx="2876055" cy="3781949"/>
          </a:xfrm>
          <a:prstGeom prst="rect">
            <a:avLst/>
          </a:prstGeom>
        </p:spPr>
      </p:pic>
      <p:sp>
        <p:nvSpPr>
          <p:cNvPr id="6" name="Content Placeholder 4">
            <a:extLst>
              <a:ext uri="{FF2B5EF4-FFF2-40B4-BE49-F238E27FC236}">
                <a16:creationId xmlns:a16="http://schemas.microsoft.com/office/drawing/2014/main" id="{1BC80F49-078E-DEC2-CF23-3746B451E01F}"/>
              </a:ext>
            </a:extLst>
          </p:cNvPr>
          <p:cNvSpPr>
            <a:spLocks noGrp="1"/>
          </p:cNvSpPr>
          <p:nvPr>
            <p:ph idx="1"/>
          </p:nvPr>
        </p:nvSpPr>
        <p:spPr>
          <a:xfrm>
            <a:off x="838200" y="3112755"/>
            <a:ext cx="3958413" cy="632489"/>
          </a:xfrm>
          <a:noFill/>
          <a:ln w="28575">
            <a:solidFill>
              <a:schemeClr val="tx1"/>
            </a:solidFill>
          </a:ln>
        </p:spPr>
        <p:txBody>
          <a:bodyPr>
            <a:noAutofit/>
          </a:bodyPr>
          <a:lstStyle/>
          <a:p>
            <a:pPr marL="0" indent="0">
              <a:buNone/>
            </a:pPr>
            <a:r>
              <a:rPr lang="en-US" sz="2000" b="1" dirty="0">
                <a:solidFill>
                  <a:srgbClr val="FF0000"/>
                </a:solidFill>
                <a:latin typeface="Alpino" pitchFamily="50" charset="0"/>
              </a:rPr>
              <a:t>singularity pull </a:t>
            </a:r>
            <a:r>
              <a:rPr lang="en-US" sz="2000" dirty="0">
                <a:latin typeface="Alpino" pitchFamily="50" charset="0"/>
              </a:rPr>
              <a:t>staphb-mash-</a:t>
            </a:r>
            <a:r>
              <a:rPr lang="en-US" sz="2000" dirty="0" err="1">
                <a:latin typeface="Alpino" pitchFamily="50" charset="0"/>
              </a:rPr>
              <a:t>latest.sif</a:t>
            </a:r>
            <a:r>
              <a:rPr lang="en-US" sz="2000" dirty="0">
                <a:latin typeface="Alpino" pitchFamily="50" charset="0"/>
              </a:rPr>
              <a:t> docker://staphb/mash:latest</a:t>
            </a:r>
          </a:p>
        </p:txBody>
      </p:sp>
      <p:cxnSp>
        <p:nvCxnSpPr>
          <p:cNvPr id="7" name="Straight Arrow Connector 6">
            <a:extLst>
              <a:ext uri="{FF2B5EF4-FFF2-40B4-BE49-F238E27FC236}">
                <a16:creationId xmlns:a16="http://schemas.microsoft.com/office/drawing/2014/main" id="{8375DFF9-0F08-A25C-AB32-B25F2A4D4FC5}"/>
              </a:ext>
            </a:extLst>
          </p:cNvPr>
          <p:cNvCxnSpPr>
            <a:cxnSpLocks/>
            <a:stCxn id="6" idx="3"/>
            <a:endCxn id="8" idx="1"/>
          </p:cNvCxnSpPr>
          <p:nvPr/>
        </p:nvCxnSpPr>
        <p:spPr>
          <a:xfrm>
            <a:off x="4796613" y="3429000"/>
            <a:ext cx="3241945" cy="17561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55F578AA-08FD-271B-C19B-86E352AC60C3}"/>
              </a:ext>
            </a:extLst>
          </p:cNvPr>
          <p:cNvSpPr/>
          <p:nvPr/>
        </p:nvSpPr>
        <p:spPr>
          <a:xfrm>
            <a:off x="8038558" y="5133703"/>
            <a:ext cx="2876055" cy="102950"/>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9274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6EE47194-5A6A-8B8C-EAC7-B7F18909B1C2}"/>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1697366E-EF8E-E9A8-4350-ECED285387E8}"/>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C6EB5969-C9E6-AD2D-D786-9AACCC5B3DFF}"/>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pic>
        <p:nvPicPr>
          <p:cNvPr id="6" name="Picture 5">
            <a:extLst>
              <a:ext uri="{FF2B5EF4-FFF2-40B4-BE49-F238E27FC236}">
                <a16:creationId xmlns:a16="http://schemas.microsoft.com/office/drawing/2014/main" id="{6786CA9A-F5C4-7049-02B4-88D05C8ED31C}"/>
              </a:ext>
            </a:extLst>
          </p:cNvPr>
          <p:cNvPicPr>
            <a:picLocks noChangeAspect="1"/>
          </p:cNvPicPr>
          <p:nvPr/>
        </p:nvPicPr>
        <p:blipFill>
          <a:blip r:embed="rId3"/>
          <a:stretch>
            <a:fillRect/>
          </a:stretch>
        </p:blipFill>
        <p:spPr>
          <a:xfrm>
            <a:off x="7077506" y="1741494"/>
            <a:ext cx="3609293" cy="3375011"/>
          </a:xfrm>
          <a:prstGeom prst="rect">
            <a:avLst/>
          </a:prstGeom>
        </p:spPr>
      </p:pic>
      <p:pic>
        <p:nvPicPr>
          <p:cNvPr id="8" name="Picture 7">
            <a:extLst>
              <a:ext uri="{FF2B5EF4-FFF2-40B4-BE49-F238E27FC236}">
                <a16:creationId xmlns:a16="http://schemas.microsoft.com/office/drawing/2014/main" id="{7493AE0C-3498-3CA3-F09B-65134DFF76E7}"/>
              </a:ext>
            </a:extLst>
          </p:cNvPr>
          <p:cNvPicPr>
            <a:picLocks noChangeAspect="1"/>
          </p:cNvPicPr>
          <p:nvPr/>
        </p:nvPicPr>
        <p:blipFill>
          <a:blip r:embed="rId4"/>
          <a:stretch>
            <a:fillRect/>
          </a:stretch>
        </p:blipFill>
        <p:spPr>
          <a:xfrm>
            <a:off x="2068958" y="1538024"/>
            <a:ext cx="2876055" cy="3781949"/>
          </a:xfrm>
          <a:prstGeom prst="rect">
            <a:avLst/>
          </a:prstGeom>
        </p:spPr>
      </p:pic>
      <p:cxnSp>
        <p:nvCxnSpPr>
          <p:cNvPr id="9" name="Straight Arrow Connector 8">
            <a:extLst>
              <a:ext uri="{FF2B5EF4-FFF2-40B4-BE49-F238E27FC236}">
                <a16:creationId xmlns:a16="http://schemas.microsoft.com/office/drawing/2014/main" id="{B8D61515-9939-4E80-794A-FA0208607A04}"/>
              </a:ext>
            </a:extLst>
          </p:cNvPr>
          <p:cNvCxnSpPr>
            <a:cxnSpLocks/>
            <a:stCxn id="10" idx="3"/>
            <a:endCxn id="6" idx="1"/>
          </p:cNvCxnSpPr>
          <p:nvPr/>
        </p:nvCxnSpPr>
        <p:spPr>
          <a:xfrm flipV="1">
            <a:off x="4945013" y="3429000"/>
            <a:ext cx="2132493" cy="15346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57AEADE-9499-53C8-4EF5-D1D0730FF933}"/>
              </a:ext>
            </a:extLst>
          </p:cNvPr>
          <p:cNvSpPr/>
          <p:nvPr/>
        </p:nvSpPr>
        <p:spPr>
          <a:xfrm>
            <a:off x="2068958" y="4912152"/>
            <a:ext cx="2876055" cy="102950"/>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447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4" presetClass="path" presetSubtype="0" accel="50000" decel="50000" fill="hold" nodeType="withEffect">
                                  <p:stCondLst>
                                    <p:cond delay="0"/>
                                  </p:stCondLst>
                                  <p:childTnLst>
                                    <p:animMotion origin="layout" path="M -2.08333E-7 0 L 0.4901 0.01736 " pathEditMode="relative" rAng="0" ptsTypes="AA">
                                      <p:cBhvr>
                                        <p:cTn id="6" dur="1500" spd="-100000" fill="hold"/>
                                        <p:tgtEl>
                                          <p:spTgt spid="8"/>
                                        </p:tgtEl>
                                        <p:attrNameLst>
                                          <p:attrName>ppt_x</p:attrName>
                                          <p:attrName>ppt_y</p:attrName>
                                        </p:attrNameLst>
                                      </p:cBhvr>
                                      <p:rCtr x="24505" y="856"/>
                                    </p:animMotion>
                                  </p:childTnLst>
                                </p:cTn>
                              </p:par>
                            </p:childTnLst>
                          </p:cTn>
                        </p:par>
                        <p:par>
                          <p:cTn id="7" fill="hold">
                            <p:stCondLst>
                              <p:cond delay="1500"/>
                            </p:stCondLst>
                            <p:childTnLst>
                              <p:par>
                                <p:cTn id="8" presetID="10"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par>
                          <p:cTn id="11" fill="hold">
                            <p:stCondLst>
                              <p:cond delay="2000"/>
                            </p:stCondLst>
                            <p:childTnLst>
                              <p:par>
                                <p:cTn id="12" presetID="1" presetClass="entr" presetSubtype="0"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par>
                          <p:cTn id="14" fill="hold">
                            <p:stCondLst>
                              <p:cond delay="2000"/>
                            </p:stCondLst>
                            <p:childTnLst>
                              <p:par>
                                <p:cTn id="15" presetID="1"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D15634CF-0239-E3FA-611B-8ADAB85E80E5}"/>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2009B8C6-6497-BCD4-EB85-0CAB820478D5}"/>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07267DEE-6EAA-CAA8-7B1E-2E3E303CF8FD}"/>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pic>
        <p:nvPicPr>
          <p:cNvPr id="2" name="Picture 1">
            <a:extLst>
              <a:ext uri="{FF2B5EF4-FFF2-40B4-BE49-F238E27FC236}">
                <a16:creationId xmlns:a16="http://schemas.microsoft.com/office/drawing/2014/main" id="{C97D2A22-4343-79CF-83E0-72DBCF55CCA8}"/>
              </a:ext>
            </a:extLst>
          </p:cNvPr>
          <p:cNvPicPr>
            <a:picLocks noChangeAspect="1"/>
          </p:cNvPicPr>
          <p:nvPr/>
        </p:nvPicPr>
        <p:blipFill>
          <a:blip r:embed="rId3"/>
          <a:stretch>
            <a:fillRect/>
          </a:stretch>
        </p:blipFill>
        <p:spPr>
          <a:xfrm>
            <a:off x="2068958" y="1538024"/>
            <a:ext cx="2876055" cy="3781949"/>
          </a:xfrm>
          <a:prstGeom prst="rect">
            <a:avLst/>
          </a:prstGeom>
        </p:spPr>
      </p:pic>
      <p:sp>
        <p:nvSpPr>
          <p:cNvPr id="6" name="Content Placeholder 4">
            <a:extLst>
              <a:ext uri="{FF2B5EF4-FFF2-40B4-BE49-F238E27FC236}">
                <a16:creationId xmlns:a16="http://schemas.microsoft.com/office/drawing/2014/main" id="{426D5226-10B2-FAD3-9142-C8BECEF8D6E2}"/>
              </a:ext>
            </a:extLst>
          </p:cNvPr>
          <p:cNvSpPr>
            <a:spLocks noGrp="1"/>
          </p:cNvSpPr>
          <p:nvPr>
            <p:ph idx="1"/>
          </p:nvPr>
        </p:nvSpPr>
        <p:spPr>
          <a:xfrm>
            <a:off x="2141973" y="5877073"/>
            <a:ext cx="2730023" cy="354543"/>
          </a:xfrm>
          <a:noFill/>
          <a:ln w="28575">
            <a:solidFill>
              <a:schemeClr val="tx1"/>
            </a:solidFill>
          </a:ln>
        </p:spPr>
        <p:txBody>
          <a:bodyPr>
            <a:noAutofit/>
          </a:bodyPr>
          <a:lstStyle/>
          <a:p>
            <a:pPr marL="0" indent="0">
              <a:buNone/>
            </a:pPr>
            <a:r>
              <a:rPr lang="en-US" sz="2000" b="1" dirty="0" err="1">
                <a:solidFill>
                  <a:srgbClr val="FF0000"/>
                </a:solidFill>
                <a:latin typeface="Alpino" pitchFamily="50" charset="0"/>
              </a:rPr>
              <a:t>sbatch</a:t>
            </a:r>
            <a:r>
              <a:rPr lang="en-US" sz="2000" b="1" dirty="0">
                <a:solidFill>
                  <a:srgbClr val="FF0000"/>
                </a:solidFill>
                <a:latin typeface="Alpino" pitchFamily="50" charset="0"/>
              </a:rPr>
              <a:t> </a:t>
            </a:r>
            <a:r>
              <a:rPr lang="en-US" sz="2000" dirty="0">
                <a:latin typeface="Alpino" pitchFamily="50" charset="0"/>
              </a:rPr>
              <a:t>run_phoenixv22.sh</a:t>
            </a:r>
          </a:p>
        </p:txBody>
      </p:sp>
      <p:cxnSp>
        <p:nvCxnSpPr>
          <p:cNvPr id="7" name="Straight Arrow Connector 6">
            <a:extLst>
              <a:ext uri="{FF2B5EF4-FFF2-40B4-BE49-F238E27FC236}">
                <a16:creationId xmlns:a16="http://schemas.microsoft.com/office/drawing/2014/main" id="{61300E46-9F39-3194-DA4A-8E70D9AE2C1A}"/>
              </a:ext>
            </a:extLst>
          </p:cNvPr>
          <p:cNvCxnSpPr>
            <a:cxnSpLocks/>
            <a:stCxn id="6" idx="0"/>
            <a:endCxn id="2" idx="2"/>
          </p:cNvCxnSpPr>
          <p:nvPr/>
        </p:nvCxnSpPr>
        <p:spPr>
          <a:xfrm flipV="1">
            <a:off x="3506985" y="5319973"/>
            <a:ext cx="1" cy="5571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726FEE5D-B198-080B-2554-0E648D355842}"/>
              </a:ext>
            </a:extLst>
          </p:cNvPr>
          <p:cNvPicPr>
            <a:picLocks noChangeAspect="1"/>
          </p:cNvPicPr>
          <p:nvPr/>
        </p:nvPicPr>
        <p:blipFill>
          <a:blip r:embed="rId4"/>
          <a:stretch>
            <a:fillRect/>
          </a:stretch>
        </p:blipFill>
        <p:spPr>
          <a:xfrm>
            <a:off x="7246989" y="2111437"/>
            <a:ext cx="1614350" cy="2635122"/>
          </a:xfrm>
          <a:prstGeom prst="rect">
            <a:avLst/>
          </a:prstGeom>
        </p:spPr>
      </p:pic>
      <p:sp>
        <p:nvSpPr>
          <p:cNvPr id="20" name="Rectangle 19">
            <a:extLst>
              <a:ext uri="{FF2B5EF4-FFF2-40B4-BE49-F238E27FC236}">
                <a16:creationId xmlns:a16="http://schemas.microsoft.com/office/drawing/2014/main" id="{E07E2E86-7E86-5F76-172D-04F6831D0EA7}"/>
              </a:ext>
            </a:extLst>
          </p:cNvPr>
          <p:cNvSpPr/>
          <p:nvPr/>
        </p:nvSpPr>
        <p:spPr>
          <a:xfrm>
            <a:off x="2068958" y="2616081"/>
            <a:ext cx="2876055" cy="102950"/>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1558A5B2-CEC8-A9D9-2A77-2B7E19EBE6D1}"/>
              </a:ext>
            </a:extLst>
          </p:cNvPr>
          <p:cNvCxnSpPr>
            <a:cxnSpLocks/>
            <a:stCxn id="20" idx="3"/>
            <a:endCxn id="17" idx="1"/>
          </p:cNvCxnSpPr>
          <p:nvPr/>
        </p:nvCxnSpPr>
        <p:spPr>
          <a:xfrm>
            <a:off x="4945013" y="2667556"/>
            <a:ext cx="2301976" cy="76144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007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8D990576-BCA2-2AA8-69E8-3C486A5AB58D}"/>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01FBE16-7FCF-86E8-A7CB-E2F47064E891}"/>
              </a:ext>
            </a:extLst>
          </p:cNvPr>
          <p:cNvPicPr>
            <a:picLocks noGrp="1" noChangeAspect="1"/>
          </p:cNvPicPr>
          <p:nvPr>
            <p:ph idx="1"/>
          </p:nvPr>
        </p:nvPicPr>
        <p:blipFill>
          <a:blip r:embed="rId2"/>
          <a:stretch>
            <a:fillRect/>
          </a:stretch>
        </p:blipFill>
        <p:spPr>
          <a:xfrm>
            <a:off x="838201" y="3775087"/>
            <a:ext cx="10515600" cy="1376343"/>
          </a:xfrm>
        </p:spPr>
      </p:pic>
      <p:pic>
        <p:nvPicPr>
          <p:cNvPr id="4" name="Content Placeholder 4">
            <a:extLst>
              <a:ext uri="{FF2B5EF4-FFF2-40B4-BE49-F238E27FC236}">
                <a16:creationId xmlns:a16="http://schemas.microsoft.com/office/drawing/2014/main" id="{B5F5B6BA-C929-56FB-9618-B4AFC02EA489}"/>
              </a:ext>
            </a:extLst>
          </p:cNvPr>
          <p:cNvPicPr>
            <a:picLocks noChangeAspect="1"/>
          </p:cNvPicPr>
          <p:nvPr/>
        </p:nvPicPr>
        <p:blipFill>
          <a:blip r:embed="rId3"/>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58CCB9DF-8D35-54A3-DFB7-8D0F4B00D1B1}"/>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pic>
        <p:nvPicPr>
          <p:cNvPr id="7" name="Picture 6">
            <a:extLst>
              <a:ext uri="{FF2B5EF4-FFF2-40B4-BE49-F238E27FC236}">
                <a16:creationId xmlns:a16="http://schemas.microsoft.com/office/drawing/2014/main" id="{8D4F3BEA-06B7-6004-4978-7D329E8CDFE7}"/>
              </a:ext>
            </a:extLst>
          </p:cNvPr>
          <p:cNvPicPr>
            <a:picLocks noChangeAspect="1"/>
          </p:cNvPicPr>
          <p:nvPr/>
        </p:nvPicPr>
        <p:blipFill>
          <a:blip r:embed="rId4"/>
          <a:stretch>
            <a:fillRect/>
          </a:stretch>
        </p:blipFill>
        <p:spPr>
          <a:xfrm>
            <a:off x="10360783" y="169847"/>
            <a:ext cx="1614350" cy="2635122"/>
          </a:xfrm>
          <a:prstGeom prst="rect">
            <a:avLst/>
          </a:prstGeom>
        </p:spPr>
      </p:pic>
      <p:cxnSp>
        <p:nvCxnSpPr>
          <p:cNvPr id="9" name="Connector: Elbow 8">
            <a:extLst>
              <a:ext uri="{FF2B5EF4-FFF2-40B4-BE49-F238E27FC236}">
                <a16:creationId xmlns:a16="http://schemas.microsoft.com/office/drawing/2014/main" id="{0CEB8613-60CA-ED94-1732-D42111696B66}"/>
              </a:ext>
            </a:extLst>
          </p:cNvPr>
          <p:cNvCxnSpPr>
            <a:cxnSpLocks/>
            <a:stCxn id="14" idx="1"/>
            <a:endCxn id="6" idx="0"/>
          </p:cNvCxnSpPr>
          <p:nvPr/>
        </p:nvCxnSpPr>
        <p:spPr>
          <a:xfrm rot="10800000" flipV="1">
            <a:off x="6096002" y="2573311"/>
            <a:ext cx="4264783" cy="1201776"/>
          </a:xfrm>
          <a:prstGeom prst="bentConnector2">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14" name="Rectangle 13">
            <a:extLst>
              <a:ext uri="{FF2B5EF4-FFF2-40B4-BE49-F238E27FC236}">
                <a16:creationId xmlns:a16="http://schemas.microsoft.com/office/drawing/2014/main" id="{CA698ED9-91D9-5883-6D8F-F6CC76C2C17E}"/>
              </a:ext>
            </a:extLst>
          </p:cNvPr>
          <p:cNvSpPr/>
          <p:nvPr/>
        </p:nvSpPr>
        <p:spPr>
          <a:xfrm>
            <a:off x="10360784" y="2508155"/>
            <a:ext cx="1614350" cy="130312"/>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555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4.58333E-6 1.85185E-6 L -0.25573 0.2831 " pathEditMode="relative" rAng="0" ptsTypes="AA">
                                      <p:cBhvr>
                                        <p:cTn id="6" dur="1500" spd="-100000" fill="hold"/>
                                        <p:tgtEl>
                                          <p:spTgt spid="7"/>
                                        </p:tgtEl>
                                        <p:attrNameLst>
                                          <p:attrName>ppt_x</p:attrName>
                                          <p:attrName>ppt_y</p:attrName>
                                        </p:attrNameLst>
                                      </p:cBhvr>
                                      <p:rCtr x="-12786" y="14144"/>
                                    </p:animMotion>
                                  </p:childTnLst>
                                </p:cTn>
                              </p:par>
                            </p:childTnLst>
                          </p:cTn>
                        </p:par>
                        <p:par>
                          <p:cTn id="7" fill="hold">
                            <p:stCondLst>
                              <p:cond delay="1500"/>
                            </p:stCondLst>
                            <p:childTnLst>
                              <p:par>
                                <p:cTn id="8" presetID="10" presetClass="entr" presetSubtype="0" fill="hold" grpId="0" nodeType="after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par>
                          <p:cTn id="11" fill="hold">
                            <p:stCondLst>
                              <p:cond delay="2000"/>
                            </p:stCondLst>
                            <p:childTnLst>
                              <p:par>
                                <p:cTn id="12" presetID="1" presetClass="entr" presetSubtype="0"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par>
                          <p:cTn id="14" fill="hold">
                            <p:stCondLst>
                              <p:cond delay="2000"/>
                            </p:stCondLst>
                            <p:childTnLst>
                              <p:par>
                                <p:cTn id="15" presetID="1"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995F9144-9129-C12B-EFB0-746BCACA87D2}"/>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5C9F9696-54EB-4FB8-3981-089811C9AC0E}"/>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CDA48515-3D40-7410-E32C-4D5DC4B68177}"/>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pic>
        <p:nvPicPr>
          <p:cNvPr id="7" name="Picture 6">
            <a:extLst>
              <a:ext uri="{FF2B5EF4-FFF2-40B4-BE49-F238E27FC236}">
                <a16:creationId xmlns:a16="http://schemas.microsoft.com/office/drawing/2014/main" id="{DDAC1506-F0B1-54BC-8DE4-1443DE13603B}"/>
              </a:ext>
            </a:extLst>
          </p:cNvPr>
          <p:cNvPicPr>
            <a:picLocks noChangeAspect="1"/>
          </p:cNvPicPr>
          <p:nvPr/>
        </p:nvPicPr>
        <p:blipFill>
          <a:blip r:embed="rId3"/>
          <a:stretch>
            <a:fillRect/>
          </a:stretch>
        </p:blipFill>
        <p:spPr>
          <a:xfrm>
            <a:off x="10360783" y="169847"/>
            <a:ext cx="1614350" cy="2635122"/>
          </a:xfrm>
          <a:prstGeom prst="rect">
            <a:avLst/>
          </a:prstGeom>
        </p:spPr>
      </p:pic>
      <p:cxnSp>
        <p:nvCxnSpPr>
          <p:cNvPr id="9" name="Connector: Elbow 8">
            <a:extLst>
              <a:ext uri="{FF2B5EF4-FFF2-40B4-BE49-F238E27FC236}">
                <a16:creationId xmlns:a16="http://schemas.microsoft.com/office/drawing/2014/main" id="{C14B0C36-6D6A-9CA2-C462-065CB62D84D8}"/>
              </a:ext>
            </a:extLst>
          </p:cNvPr>
          <p:cNvCxnSpPr>
            <a:cxnSpLocks/>
            <a:stCxn id="14" idx="1"/>
            <a:endCxn id="10" idx="0"/>
          </p:cNvCxnSpPr>
          <p:nvPr/>
        </p:nvCxnSpPr>
        <p:spPr>
          <a:xfrm rot="10800000" flipV="1">
            <a:off x="6096000" y="2428295"/>
            <a:ext cx="4264782" cy="1352963"/>
          </a:xfrm>
          <a:prstGeom prst="bentConnector2">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14" name="Rectangle 13">
            <a:extLst>
              <a:ext uri="{FF2B5EF4-FFF2-40B4-BE49-F238E27FC236}">
                <a16:creationId xmlns:a16="http://schemas.microsoft.com/office/drawing/2014/main" id="{62FD09DB-8A16-B068-77A9-C7721F6DBFCE}"/>
              </a:ext>
            </a:extLst>
          </p:cNvPr>
          <p:cNvSpPr/>
          <p:nvPr/>
        </p:nvSpPr>
        <p:spPr>
          <a:xfrm>
            <a:off x="10360782" y="2363140"/>
            <a:ext cx="1614350" cy="130312"/>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FA2A4006-16F1-5461-8A99-433FDCB12A36}"/>
              </a:ext>
            </a:extLst>
          </p:cNvPr>
          <p:cNvPicPr>
            <a:picLocks noChangeAspect="1"/>
          </p:cNvPicPr>
          <p:nvPr/>
        </p:nvPicPr>
        <p:blipFill>
          <a:blip r:embed="rId4"/>
          <a:stretch>
            <a:fillRect/>
          </a:stretch>
        </p:blipFill>
        <p:spPr>
          <a:xfrm>
            <a:off x="1177575" y="3781259"/>
            <a:ext cx="9836849" cy="1282159"/>
          </a:xfrm>
          <a:prstGeom prst="rect">
            <a:avLst/>
          </a:prstGeom>
        </p:spPr>
      </p:pic>
    </p:spTree>
    <p:extLst>
      <p:ext uri="{BB962C8B-B14F-4D97-AF65-F5344CB8AC3E}">
        <p14:creationId xmlns:p14="http://schemas.microsoft.com/office/powerpoint/2010/main" val="1109486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9C825774-A6CC-0C38-3B7A-85DE761DF60A}"/>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5FB78273-0BDC-5289-4A42-F29AF9F59167}"/>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38731555-5A38-44D4-F53A-8FA3F624152D}"/>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pic>
        <p:nvPicPr>
          <p:cNvPr id="6" name="Picture 5">
            <a:extLst>
              <a:ext uri="{FF2B5EF4-FFF2-40B4-BE49-F238E27FC236}">
                <a16:creationId xmlns:a16="http://schemas.microsoft.com/office/drawing/2014/main" id="{C07694EB-3476-61C1-4839-4EB512CB2DA7}"/>
              </a:ext>
            </a:extLst>
          </p:cNvPr>
          <p:cNvPicPr>
            <a:picLocks noChangeAspect="1"/>
          </p:cNvPicPr>
          <p:nvPr/>
        </p:nvPicPr>
        <p:blipFill>
          <a:blip r:embed="rId3"/>
          <a:stretch>
            <a:fillRect/>
          </a:stretch>
        </p:blipFill>
        <p:spPr>
          <a:xfrm>
            <a:off x="10360783" y="169847"/>
            <a:ext cx="1614350" cy="2635122"/>
          </a:xfrm>
          <a:prstGeom prst="rect">
            <a:avLst/>
          </a:prstGeom>
        </p:spPr>
      </p:pic>
      <p:sp>
        <p:nvSpPr>
          <p:cNvPr id="7" name="Rectangle 6">
            <a:extLst>
              <a:ext uri="{FF2B5EF4-FFF2-40B4-BE49-F238E27FC236}">
                <a16:creationId xmlns:a16="http://schemas.microsoft.com/office/drawing/2014/main" id="{77173AEB-88CB-FBD6-E0E0-C98A836BF9D8}"/>
              </a:ext>
            </a:extLst>
          </p:cNvPr>
          <p:cNvSpPr/>
          <p:nvPr/>
        </p:nvSpPr>
        <p:spPr>
          <a:xfrm>
            <a:off x="10360783" y="1980462"/>
            <a:ext cx="1614350" cy="130312"/>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A9B27039-D6D9-F682-0D2B-07B273128C2D}"/>
              </a:ext>
            </a:extLst>
          </p:cNvPr>
          <p:cNvPicPr>
            <a:picLocks noChangeAspect="1"/>
          </p:cNvPicPr>
          <p:nvPr/>
        </p:nvPicPr>
        <p:blipFill>
          <a:blip r:embed="rId4"/>
          <a:stretch>
            <a:fillRect/>
          </a:stretch>
        </p:blipFill>
        <p:spPr>
          <a:xfrm>
            <a:off x="3599993" y="2664381"/>
            <a:ext cx="4992013" cy="3605502"/>
          </a:xfrm>
          <a:prstGeom prst="rect">
            <a:avLst/>
          </a:prstGeom>
        </p:spPr>
      </p:pic>
      <p:cxnSp>
        <p:nvCxnSpPr>
          <p:cNvPr id="10" name="Connector: Elbow 9">
            <a:extLst>
              <a:ext uri="{FF2B5EF4-FFF2-40B4-BE49-F238E27FC236}">
                <a16:creationId xmlns:a16="http://schemas.microsoft.com/office/drawing/2014/main" id="{24A0D6C4-5A1C-4B51-5523-B34E47DE9CA7}"/>
              </a:ext>
            </a:extLst>
          </p:cNvPr>
          <p:cNvCxnSpPr>
            <a:cxnSpLocks/>
            <a:stCxn id="7" idx="1"/>
            <a:endCxn id="9" idx="0"/>
          </p:cNvCxnSpPr>
          <p:nvPr/>
        </p:nvCxnSpPr>
        <p:spPr>
          <a:xfrm rot="10800000" flipV="1">
            <a:off x="6096001" y="2045617"/>
            <a:ext cx="4264783" cy="618763"/>
          </a:xfrm>
          <a:prstGeom prst="bentConnector2">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18529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3CEEF61A-8BBE-FCC6-3615-8C6D9453E08D}"/>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F21BB4C5-7082-9607-E477-1B28F870C285}"/>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2E29C256-B36C-3236-21F3-7B2F3566D2D3}"/>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pic>
        <p:nvPicPr>
          <p:cNvPr id="2" name="Picture 1">
            <a:extLst>
              <a:ext uri="{FF2B5EF4-FFF2-40B4-BE49-F238E27FC236}">
                <a16:creationId xmlns:a16="http://schemas.microsoft.com/office/drawing/2014/main" id="{93E15B82-B5BF-ABF3-F477-3BD5501856BE}"/>
              </a:ext>
            </a:extLst>
          </p:cNvPr>
          <p:cNvPicPr>
            <a:picLocks noChangeAspect="1"/>
          </p:cNvPicPr>
          <p:nvPr/>
        </p:nvPicPr>
        <p:blipFill>
          <a:blip r:embed="rId3"/>
          <a:stretch>
            <a:fillRect/>
          </a:stretch>
        </p:blipFill>
        <p:spPr>
          <a:xfrm>
            <a:off x="10360783" y="169847"/>
            <a:ext cx="1614350" cy="2635122"/>
          </a:xfrm>
          <a:prstGeom prst="rect">
            <a:avLst/>
          </a:prstGeom>
        </p:spPr>
      </p:pic>
      <p:cxnSp>
        <p:nvCxnSpPr>
          <p:cNvPr id="7" name="Straight Arrow Connector 6">
            <a:extLst>
              <a:ext uri="{FF2B5EF4-FFF2-40B4-BE49-F238E27FC236}">
                <a16:creationId xmlns:a16="http://schemas.microsoft.com/office/drawing/2014/main" id="{25B47C1F-FFDA-2228-55DC-279C41702272}"/>
              </a:ext>
            </a:extLst>
          </p:cNvPr>
          <p:cNvCxnSpPr>
            <a:cxnSpLocks/>
            <a:stCxn id="2" idx="2"/>
            <a:endCxn id="12" idx="0"/>
          </p:cNvCxnSpPr>
          <p:nvPr/>
        </p:nvCxnSpPr>
        <p:spPr>
          <a:xfrm>
            <a:off x="11167958" y="2804969"/>
            <a:ext cx="3077" cy="6965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63CB0649-0E15-19CB-8721-8F0CDB977C4C}"/>
              </a:ext>
            </a:extLst>
          </p:cNvPr>
          <p:cNvPicPr>
            <a:picLocks noChangeAspect="1"/>
          </p:cNvPicPr>
          <p:nvPr/>
        </p:nvPicPr>
        <p:blipFill>
          <a:blip r:embed="rId4"/>
          <a:stretch>
            <a:fillRect/>
          </a:stretch>
        </p:blipFill>
        <p:spPr>
          <a:xfrm>
            <a:off x="10586094" y="3501508"/>
            <a:ext cx="1169882" cy="877411"/>
          </a:xfrm>
          <a:prstGeom prst="rect">
            <a:avLst/>
          </a:prstGeom>
        </p:spPr>
      </p:pic>
      <p:sp>
        <p:nvSpPr>
          <p:cNvPr id="16" name="Rectangle 15">
            <a:extLst>
              <a:ext uri="{FF2B5EF4-FFF2-40B4-BE49-F238E27FC236}">
                <a16:creationId xmlns:a16="http://schemas.microsoft.com/office/drawing/2014/main" id="{2167861C-C265-4CFE-30FC-A4F6C48E5C94}"/>
              </a:ext>
            </a:extLst>
          </p:cNvPr>
          <p:cNvSpPr/>
          <p:nvPr/>
        </p:nvSpPr>
        <p:spPr>
          <a:xfrm>
            <a:off x="10360783" y="421551"/>
            <a:ext cx="1614350" cy="130312"/>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10D0A60-253A-94B1-FEE6-99FE5983E1F8}"/>
              </a:ext>
            </a:extLst>
          </p:cNvPr>
          <p:cNvSpPr/>
          <p:nvPr/>
        </p:nvSpPr>
        <p:spPr>
          <a:xfrm>
            <a:off x="10586094" y="4132891"/>
            <a:ext cx="1169882" cy="165192"/>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B14A43E6-AFAE-79BC-5E0E-2BDCCD947CD2}"/>
              </a:ext>
            </a:extLst>
          </p:cNvPr>
          <p:cNvCxnSpPr>
            <a:cxnSpLocks/>
            <a:stCxn id="17" idx="1"/>
            <a:endCxn id="21" idx="3"/>
          </p:cNvCxnSpPr>
          <p:nvPr/>
        </p:nvCxnSpPr>
        <p:spPr>
          <a:xfrm flipH="1" flipV="1">
            <a:off x="7495072" y="3501508"/>
            <a:ext cx="3091022" cy="71397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14352A08-1705-D039-D6CC-DDABF3E2AE55}"/>
              </a:ext>
            </a:extLst>
          </p:cNvPr>
          <p:cNvPicPr>
            <a:picLocks noChangeAspect="1"/>
          </p:cNvPicPr>
          <p:nvPr/>
        </p:nvPicPr>
        <p:blipFill>
          <a:blip r:embed="rId5"/>
          <a:srcRect r="1252"/>
          <a:stretch/>
        </p:blipFill>
        <p:spPr>
          <a:xfrm>
            <a:off x="1983445" y="1820175"/>
            <a:ext cx="5511627" cy="3362666"/>
          </a:xfrm>
          <a:prstGeom prst="rect">
            <a:avLst/>
          </a:prstGeom>
        </p:spPr>
      </p:pic>
    </p:spTree>
    <p:extLst>
      <p:ext uri="{BB962C8B-B14F-4D97-AF65-F5344CB8AC3E}">
        <p14:creationId xmlns:p14="http://schemas.microsoft.com/office/powerpoint/2010/main" val="2883407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AD9A778C-EB26-A4FE-B5E3-4179AF86F915}"/>
            </a:ext>
          </a:extLst>
        </p:cNvPr>
        <p:cNvGrpSpPr/>
        <p:nvPr/>
      </p:nvGrpSpPr>
      <p:grpSpPr>
        <a:xfrm>
          <a:off x="0" y="0"/>
          <a:ext cx="0" cy="0"/>
          <a:chOff x="0" y="0"/>
          <a:chExt cx="0" cy="0"/>
        </a:xfrm>
      </p:grpSpPr>
      <p:pic>
        <p:nvPicPr>
          <p:cNvPr id="15" name="Content Placeholder 14">
            <a:extLst>
              <a:ext uri="{FF2B5EF4-FFF2-40B4-BE49-F238E27FC236}">
                <a16:creationId xmlns:a16="http://schemas.microsoft.com/office/drawing/2014/main" id="{E649C808-8582-FD99-27B1-C6FDCD49620D}"/>
              </a:ext>
            </a:extLst>
          </p:cNvPr>
          <p:cNvPicPr>
            <a:picLocks noGrp="1" noChangeAspect="1"/>
          </p:cNvPicPr>
          <p:nvPr>
            <p:ph idx="1"/>
          </p:nvPr>
        </p:nvPicPr>
        <p:blipFill>
          <a:blip r:embed="rId2"/>
          <a:srcRect l="153" t="10136" r="1"/>
          <a:stretch/>
        </p:blipFill>
        <p:spPr>
          <a:xfrm>
            <a:off x="64451" y="3028934"/>
            <a:ext cx="10073041" cy="176099"/>
          </a:xfrm>
        </p:spPr>
      </p:pic>
      <p:pic>
        <p:nvPicPr>
          <p:cNvPr id="4" name="Content Placeholder 4">
            <a:extLst>
              <a:ext uri="{FF2B5EF4-FFF2-40B4-BE49-F238E27FC236}">
                <a16:creationId xmlns:a16="http://schemas.microsoft.com/office/drawing/2014/main" id="{D9E61C53-8A03-4666-07BE-CBA212D967D3}"/>
              </a:ext>
            </a:extLst>
          </p:cNvPr>
          <p:cNvPicPr>
            <a:picLocks noChangeAspect="1"/>
          </p:cNvPicPr>
          <p:nvPr/>
        </p:nvPicPr>
        <p:blipFill>
          <a:blip r:embed="rId3"/>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3038C7A0-3831-6473-B4FB-E7AAC10B8284}"/>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pic>
        <p:nvPicPr>
          <p:cNvPr id="2" name="Picture 1">
            <a:extLst>
              <a:ext uri="{FF2B5EF4-FFF2-40B4-BE49-F238E27FC236}">
                <a16:creationId xmlns:a16="http://schemas.microsoft.com/office/drawing/2014/main" id="{34C944FF-7454-CBC3-FBEF-6B04154C0947}"/>
              </a:ext>
            </a:extLst>
          </p:cNvPr>
          <p:cNvPicPr>
            <a:picLocks noChangeAspect="1"/>
          </p:cNvPicPr>
          <p:nvPr/>
        </p:nvPicPr>
        <p:blipFill>
          <a:blip r:embed="rId4"/>
          <a:stretch>
            <a:fillRect/>
          </a:stretch>
        </p:blipFill>
        <p:spPr>
          <a:xfrm>
            <a:off x="10360783" y="169847"/>
            <a:ext cx="1614350" cy="2635122"/>
          </a:xfrm>
          <a:prstGeom prst="rect">
            <a:avLst/>
          </a:prstGeom>
        </p:spPr>
      </p:pic>
      <p:sp>
        <p:nvSpPr>
          <p:cNvPr id="6" name="Rectangle 5">
            <a:extLst>
              <a:ext uri="{FF2B5EF4-FFF2-40B4-BE49-F238E27FC236}">
                <a16:creationId xmlns:a16="http://schemas.microsoft.com/office/drawing/2014/main" id="{426B8926-D14F-4FA4-1937-58FB60FA76E8}"/>
              </a:ext>
            </a:extLst>
          </p:cNvPr>
          <p:cNvSpPr/>
          <p:nvPr/>
        </p:nvSpPr>
        <p:spPr>
          <a:xfrm>
            <a:off x="10360783" y="681037"/>
            <a:ext cx="1614350" cy="130312"/>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0BCAE85-C278-F865-32CA-2FDFEA74930A}"/>
              </a:ext>
            </a:extLst>
          </p:cNvPr>
          <p:cNvPicPr>
            <a:picLocks noChangeAspect="1"/>
          </p:cNvPicPr>
          <p:nvPr/>
        </p:nvPicPr>
        <p:blipFill>
          <a:blip r:embed="rId5"/>
          <a:stretch>
            <a:fillRect/>
          </a:stretch>
        </p:blipFill>
        <p:spPr>
          <a:xfrm>
            <a:off x="10280775" y="3429000"/>
            <a:ext cx="1776895" cy="2984628"/>
          </a:xfrm>
          <a:prstGeom prst="rect">
            <a:avLst/>
          </a:prstGeom>
        </p:spPr>
      </p:pic>
      <p:cxnSp>
        <p:nvCxnSpPr>
          <p:cNvPr id="9" name="Straight Arrow Connector 8">
            <a:extLst>
              <a:ext uri="{FF2B5EF4-FFF2-40B4-BE49-F238E27FC236}">
                <a16:creationId xmlns:a16="http://schemas.microsoft.com/office/drawing/2014/main" id="{255A4C81-82D5-8B7F-A12A-246B2C14A4A6}"/>
              </a:ext>
            </a:extLst>
          </p:cNvPr>
          <p:cNvCxnSpPr>
            <a:cxnSpLocks/>
            <a:stCxn id="2" idx="2"/>
            <a:endCxn id="8" idx="0"/>
          </p:cNvCxnSpPr>
          <p:nvPr/>
        </p:nvCxnSpPr>
        <p:spPr>
          <a:xfrm>
            <a:off x="11167958" y="2804969"/>
            <a:ext cx="1265" cy="62403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EC68EC5-DC90-03D0-6D0C-560007CA260D}"/>
              </a:ext>
            </a:extLst>
          </p:cNvPr>
          <p:cNvSpPr/>
          <p:nvPr/>
        </p:nvSpPr>
        <p:spPr>
          <a:xfrm>
            <a:off x="10280774" y="6230138"/>
            <a:ext cx="1776895" cy="183489"/>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Connector: Elbow 15">
            <a:extLst>
              <a:ext uri="{FF2B5EF4-FFF2-40B4-BE49-F238E27FC236}">
                <a16:creationId xmlns:a16="http://schemas.microsoft.com/office/drawing/2014/main" id="{37A3700A-D96A-4D29-AAE9-076A0ECFB4E1}"/>
              </a:ext>
            </a:extLst>
          </p:cNvPr>
          <p:cNvCxnSpPr>
            <a:cxnSpLocks/>
            <a:stCxn id="8" idx="1"/>
            <a:endCxn id="15" idx="2"/>
          </p:cNvCxnSpPr>
          <p:nvPr/>
        </p:nvCxnSpPr>
        <p:spPr>
          <a:xfrm rot="10800000">
            <a:off x="5100973" y="3205034"/>
            <a:ext cx="5179803" cy="1716281"/>
          </a:xfrm>
          <a:prstGeom prst="bentConnector2">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56796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EE7B6DF9-63C9-C86D-EEFE-381984C30C0A}"/>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B6EFCE57-9FF4-5CA6-F597-8EFB236BAED0}"/>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7DEAE53C-6879-8111-0032-CD891FD890C2}"/>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pic>
        <p:nvPicPr>
          <p:cNvPr id="6" name="Picture 5">
            <a:extLst>
              <a:ext uri="{FF2B5EF4-FFF2-40B4-BE49-F238E27FC236}">
                <a16:creationId xmlns:a16="http://schemas.microsoft.com/office/drawing/2014/main" id="{7DB4308D-B492-3B21-1DA1-6F1805B47783}"/>
              </a:ext>
            </a:extLst>
          </p:cNvPr>
          <p:cNvPicPr>
            <a:picLocks noChangeAspect="1"/>
          </p:cNvPicPr>
          <p:nvPr/>
        </p:nvPicPr>
        <p:blipFill>
          <a:blip r:embed="rId3"/>
          <a:stretch>
            <a:fillRect/>
          </a:stretch>
        </p:blipFill>
        <p:spPr>
          <a:xfrm>
            <a:off x="10280775" y="165492"/>
            <a:ext cx="1776895" cy="2984628"/>
          </a:xfrm>
          <a:prstGeom prst="rect">
            <a:avLst/>
          </a:prstGeom>
        </p:spPr>
      </p:pic>
      <p:pic>
        <p:nvPicPr>
          <p:cNvPr id="8" name="Picture 7">
            <a:extLst>
              <a:ext uri="{FF2B5EF4-FFF2-40B4-BE49-F238E27FC236}">
                <a16:creationId xmlns:a16="http://schemas.microsoft.com/office/drawing/2014/main" id="{CE046E20-94FE-1980-9A76-3674E351E471}"/>
              </a:ext>
            </a:extLst>
          </p:cNvPr>
          <p:cNvPicPr>
            <a:picLocks noChangeAspect="1"/>
          </p:cNvPicPr>
          <p:nvPr/>
        </p:nvPicPr>
        <p:blipFill>
          <a:blip r:embed="rId4"/>
          <a:stretch>
            <a:fillRect/>
          </a:stretch>
        </p:blipFill>
        <p:spPr>
          <a:xfrm>
            <a:off x="10317631" y="3941154"/>
            <a:ext cx="1697401" cy="693760"/>
          </a:xfrm>
          <a:prstGeom prst="rect">
            <a:avLst/>
          </a:prstGeom>
        </p:spPr>
      </p:pic>
      <p:cxnSp>
        <p:nvCxnSpPr>
          <p:cNvPr id="9" name="Straight Arrow Connector 8">
            <a:extLst>
              <a:ext uri="{FF2B5EF4-FFF2-40B4-BE49-F238E27FC236}">
                <a16:creationId xmlns:a16="http://schemas.microsoft.com/office/drawing/2014/main" id="{E840CA9B-D8CD-7F76-3821-E2E3D1CE94BB}"/>
              </a:ext>
            </a:extLst>
          </p:cNvPr>
          <p:cNvCxnSpPr>
            <a:cxnSpLocks/>
            <a:stCxn id="6" idx="2"/>
            <a:endCxn id="8" idx="0"/>
          </p:cNvCxnSpPr>
          <p:nvPr/>
        </p:nvCxnSpPr>
        <p:spPr>
          <a:xfrm flipH="1">
            <a:off x="11166332" y="3150120"/>
            <a:ext cx="2891" cy="79103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0942E06B-B5B8-B5DF-A15B-6DD0CCB67261}"/>
              </a:ext>
            </a:extLst>
          </p:cNvPr>
          <p:cNvSpPr/>
          <p:nvPr/>
        </p:nvSpPr>
        <p:spPr>
          <a:xfrm>
            <a:off x="10280775" y="439344"/>
            <a:ext cx="1776894" cy="136687"/>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269B490-A04A-07A4-7078-6DDAC795DD24}"/>
              </a:ext>
            </a:extLst>
          </p:cNvPr>
          <p:cNvSpPr/>
          <p:nvPr/>
        </p:nvSpPr>
        <p:spPr>
          <a:xfrm>
            <a:off x="10317631" y="4210962"/>
            <a:ext cx="1680055" cy="131431"/>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0C88F29-55D2-4583-5B07-FB29E8411B59}"/>
              </a:ext>
            </a:extLst>
          </p:cNvPr>
          <p:cNvPicPr>
            <a:picLocks noChangeAspect="1"/>
          </p:cNvPicPr>
          <p:nvPr/>
        </p:nvPicPr>
        <p:blipFill>
          <a:blip r:embed="rId5"/>
          <a:stretch>
            <a:fillRect/>
          </a:stretch>
        </p:blipFill>
        <p:spPr>
          <a:xfrm>
            <a:off x="390735" y="2186520"/>
            <a:ext cx="9180149" cy="2484959"/>
          </a:xfrm>
          <a:prstGeom prst="rect">
            <a:avLst/>
          </a:prstGeom>
        </p:spPr>
      </p:pic>
      <p:cxnSp>
        <p:nvCxnSpPr>
          <p:cNvPr id="16" name="Connector: Elbow 15">
            <a:extLst>
              <a:ext uri="{FF2B5EF4-FFF2-40B4-BE49-F238E27FC236}">
                <a16:creationId xmlns:a16="http://schemas.microsoft.com/office/drawing/2014/main" id="{67190E05-12E3-C6F9-5CED-22534E4241CA}"/>
              </a:ext>
            </a:extLst>
          </p:cNvPr>
          <p:cNvCxnSpPr>
            <a:cxnSpLocks/>
            <a:stCxn id="13" idx="1"/>
            <a:endCxn id="15" idx="3"/>
          </p:cNvCxnSpPr>
          <p:nvPr/>
        </p:nvCxnSpPr>
        <p:spPr>
          <a:xfrm rot="10800000">
            <a:off x="9570885" y="3429000"/>
            <a:ext cx="746747" cy="847678"/>
          </a:xfrm>
          <a:prstGeom prst="bentConnector3">
            <a:avLst>
              <a:gd name="adj1" fmla="val 50000"/>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44716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0.00039 3.33333E-6 L -0.00053 0.47546 " pathEditMode="relative" rAng="0" ptsTypes="AA">
                                      <p:cBhvr>
                                        <p:cTn id="6" dur="2000" spd="-100000" fill="hold"/>
                                        <p:tgtEl>
                                          <p:spTgt spid="6"/>
                                        </p:tgtEl>
                                        <p:attrNameLst>
                                          <p:attrName>ppt_x</p:attrName>
                                          <p:attrName>ppt_y</p:attrName>
                                        </p:attrNameLst>
                                      </p:cBhvr>
                                      <p:rCtr x="-13" y="23773"/>
                                    </p:animMotion>
                                  </p:childTnLst>
                                </p:cTn>
                              </p:par>
                            </p:childTnLst>
                          </p:cTn>
                        </p:par>
                        <p:par>
                          <p:cTn id="7" fill="hold">
                            <p:stCondLst>
                              <p:cond delay="2000"/>
                            </p:stCondLst>
                            <p:childTnLst>
                              <p:par>
                                <p:cTn id="8" presetID="10" presetClass="entr" presetSubtype="0" fill="hold" grpId="0" nodeType="after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par>
                          <p:cTn id="11" fill="hold">
                            <p:stCondLst>
                              <p:cond delay="2500"/>
                            </p:stCondLst>
                            <p:childTnLst>
                              <p:par>
                                <p:cTn id="12" presetID="1" presetClass="entr" presetSubtype="0"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par>
                          <p:cTn id="14" fill="hold">
                            <p:stCondLst>
                              <p:cond delay="2500"/>
                            </p:stCondLst>
                            <p:childTnLst>
                              <p:par>
                                <p:cTn id="15" presetID="1"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2500"/>
                            </p:stCondLst>
                            <p:childTnLst>
                              <p:par>
                                <p:cTn id="18" presetID="10" presetClass="entr" presetSubtype="0"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par>
                          <p:cTn id="21" fill="hold">
                            <p:stCondLst>
                              <p:cond delay="3000"/>
                            </p:stCondLst>
                            <p:childTnLst>
                              <p:par>
                                <p:cTn id="22" presetID="1" presetClass="entr" presetSubtype="0" fill="hold" nodeType="after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par>
                          <p:cTn id="24" fill="hold">
                            <p:stCondLst>
                              <p:cond delay="3000"/>
                            </p:stCondLst>
                            <p:childTnLst>
                              <p:par>
                                <p:cTn id="25" presetID="1" presetClass="entr" presetSubtype="0" fill="hold" nodeType="after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6F85B33F-A804-CE2B-A489-B2512C7EC38A}"/>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BC38400C-97C5-6355-144C-3E758A0478B5}"/>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A0232846-5E9C-D051-94B1-5D4CAD8D758B}"/>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pic>
        <p:nvPicPr>
          <p:cNvPr id="2" name="Picture 1">
            <a:extLst>
              <a:ext uri="{FF2B5EF4-FFF2-40B4-BE49-F238E27FC236}">
                <a16:creationId xmlns:a16="http://schemas.microsoft.com/office/drawing/2014/main" id="{75C6F65B-1FAF-706E-DAA5-810DBA365BF5}"/>
              </a:ext>
            </a:extLst>
          </p:cNvPr>
          <p:cNvPicPr>
            <a:picLocks noChangeAspect="1"/>
          </p:cNvPicPr>
          <p:nvPr/>
        </p:nvPicPr>
        <p:blipFill>
          <a:blip r:embed="rId3"/>
          <a:stretch>
            <a:fillRect/>
          </a:stretch>
        </p:blipFill>
        <p:spPr>
          <a:xfrm>
            <a:off x="10280775" y="165492"/>
            <a:ext cx="1776895" cy="2984628"/>
          </a:xfrm>
          <a:prstGeom prst="rect">
            <a:avLst/>
          </a:prstGeom>
        </p:spPr>
      </p:pic>
      <p:cxnSp>
        <p:nvCxnSpPr>
          <p:cNvPr id="6" name="Straight Arrow Connector 5">
            <a:extLst>
              <a:ext uri="{FF2B5EF4-FFF2-40B4-BE49-F238E27FC236}">
                <a16:creationId xmlns:a16="http://schemas.microsoft.com/office/drawing/2014/main" id="{755A83DE-DE9C-C02D-11D3-EA2EC41D4E6C}"/>
              </a:ext>
            </a:extLst>
          </p:cNvPr>
          <p:cNvCxnSpPr>
            <a:cxnSpLocks/>
            <a:stCxn id="2" idx="2"/>
            <a:endCxn id="9" idx="0"/>
          </p:cNvCxnSpPr>
          <p:nvPr/>
        </p:nvCxnSpPr>
        <p:spPr>
          <a:xfrm flipH="1">
            <a:off x="11166332" y="3150120"/>
            <a:ext cx="2891" cy="81488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5F9280D-1A1C-3D74-DB43-C3CB5D3B1041}"/>
              </a:ext>
            </a:extLst>
          </p:cNvPr>
          <p:cNvPicPr>
            <a:picLocks noChangeAspect="1"/>
          </p:cNvPicPr>
          <p:nvPr/>
        </p:nvPicPr>
        <p:blipFill>
          <a:blip r:embed="rId4"/>
          <a:stretch>
            <a:fillRect/>
          </a:stretch>
        </p:blipFill>
        <p:spPr>
          <a:xfrm>
            <a:off x="10469557" y="3965002"/>
            <a:ext cx="1393550" cy="1300647"/>
          </a:xfrm>
          <a:prstGeom prst="rect">
            <a:avLst/>
          </a:prstGeom>
        </p:spPr>
      </p:pic>
      <p:sp>
        <p:nvSpPr>
          <p:cNvPr id="11" name="Rectangle 10">
            <a:extLst>
              <a:ext uri="{FF2B5EF4-FFF2-40B4-BE49-F238E27FC236}">
                <a16:creationId xmlns:a16="http://schemas.microsoft.com/office/drawing/2014/main" id="{17CEB7F6-E60E-E2D4-ACDA-5C7C372A85EC}"/>
              </a:ext>
            </a:extLst>
          </p:cNvPr>
          <p:cNvSpPr/>
          <p:nvPr/>
        </p:nvSpPr>
        <p:spPr>
          <a:xfrm>
            <a:off x="10469557" y="4247217"/>
            <a:ext cx="1393551" cy="123374"/>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Connector: Elbow 11">
            <a:extLst>
              <a:ext uri="{FF2B5EF4-FFF2-40B4-BE49-F238E27FC236}">
                <a16:creationId xmlns:a16="http://schemas.microsoft.com/office/drawing/2014/main" id="{684D742B-E4A8-A3E6-B881-E7B9005F1592}"/>
              </a:ext>
            </a:extLst>
          </p:cNvPr>
          <p:cNvCxnSpPr>
            <a:cxnSpLocks/>
            <a:stCxn id="11" idx="1"/>
            <a:endCxn id="15" idx="3"/>
          </p:cNvCxnSpPr>
          <p:nvPr/>
        </p:nvCxnSpPr>
        <p:spPr>
          <a:xfrm rot="10800000">
            <a:off x="7669683" y="3429000"/>
            <a:ext cx="2799875" cy="879904"/>
          </a:xfrm>
          <a:prstGeom prst="bentConnector3">
            <a:avLst>
              <a:gd name="adj1" fmla="val 50000"/>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pic>
        <p:nvPicPr>
          <p:cNvPr id="15" name="Picture 14">
            <a:extLst>
              <a:ext uri="{FF2B5EF4-FFF2-40B4-BE49-F238E27FC236}">
                <a16:creationId xmlns:a16="http://schemas.microsoft.com/office/drawing/2014/main" id="{C9761C77-0019-2909-73A9-8F8C7C038400}"/>
              </a:ext>
            </a:extLst>
          </p:cNvPr>
          <p:cNvPicPr>
            <a:picLocks noChangeAspect="1"/>
          </p:cNvPicPr>
          <p:nvPr/>
        </p:nvPicPr>
        <p:blipFill>
          <a:blip r:embed="rId5"/>
          <a:stretch>
            <a:fillRect/>
          </a:stretch>
        </p:blipFill>
        <p:spPr>
          <a:xfrm>
            <a:off x="3043984" y="1417264"/>
            <a:ext cx="4625698" cy="4023471"/>
          </a:xfrm>
          <a:prstGeom prst="rect">
            <a:avLst/>
          </a:prstGeom>
        </p:spPr>
      </p:pic>
      <p:sp>
        <p:nvSpPr>
          <p:cNvPr id="17" name="Rectangle 16">
            <a:extLst>
              <a:ext uri="{FF2B5EF4-FFF2-40B4-BE49-F238E27FC236}">
                <a16:creationId xmlns:a16="http://schemas.microsoft.com/office/drawing/2014/main" id="{5D9F234B-F3D6-33AC-FE5F-0D27D67DBA0F}"/>
              </a:ext>
            </a:extLst>
          </p:cNvPr>
          <p:cNvSpPr/>
          <p:nvPr/>
        </p:nvSpPr>
        <p:spPr>
          <a:xfrm>
            <a:off x="10280775" y="971623"/>
            <a:ext cx="1776894" cy="140158"/>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6512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0ED11027-BBD2-47D9-2A7D-0999920AE340}"/>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0BE74B8C-17BB-6515-427E-98D6B92B1024}"/>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45074419-3D82-162D-7450-604CE1E06FBE}"/>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pic>
        <p:nvPicPr>
          <p:cNvPr id="2" name="Picture 1">
            <a:extLst>
              <a:ext uri="{FF2B5EF4-FFF2-40B4-BE49-F238E27FC236}">
                <a16:creationId xmlns:a16="http://schemas.microsoft.com/office/drawing/2014/main" id="{2B70DD5B-38E8-1E9F-DFF5-C44B5CBB9436}"/>
              </a:ext>
            </a:extLst>
          </p:cNvPr>
          <p:cNvPicPr>
            <a:picLocks noChangeAspect="1"/>
          </p:cNvPicPr>
          <p:nvPr/>
        </p:nvPicPr>
        <p:blipFill>
          <a:blip r:embed="rId3"/>
          <a:stretch>
            <a:fillRect/>
          </a:stretch>
        </p:blipFill>
        <p:spPr>
          <a:xfrm>
            <a:off x="10280775" y="165492"/>
            <a:ext cx="1776895" cy="2984628"/>
          </a:xfrm>
          <a:prstGeom prst="rect">
            <a:avLst/>
          </a:prstGeom>
        </p:spPr>
      </p:pic>
      <p:cxnSp>
        <p:nvCxnSpPr>
          <p:cNvPr id="6" name="Straight Arrow Connector 5">
            <a:extLst>
              <a:ext uri="{FF2B5EF4-FFF2-40B4-BE49-F238E27FC236}">
                <a16:creationId xmlns:a16="http://schemas.microsoft.com/office/drawing/2014/main" id="{F8A23045-B9D4-BCBB-FC11-327668F0839C}"/>
              </a:ext>
            </a:extLst>
          </p:cNvPr>
          <p:cNvCxnSpPr>
            <a:cxnSpLocks/>
            <a:stCxn id="2" idx="2"/>
            <a:endCxn id="9" idx="0"/>
          </p:cNvCxnSpPr>
          <p:nvPr/>
        </p:nvCxnSpPr>
        <p:spPr>
          <a:xfrm flipH="1">
            <a:off x="11166332" y="3150120"/>
            <a:ext cx="2891" cy="8498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95DA1F2-DBCA-BA5C-B505-848C2AA0457A}"/>
              </a:ext>
            </a:extLst>
          </p:cNvPr>
          <p:cNvPicPr>
            <a:picLocks noChangeAspect="1"/>
          </p:cNvPicPr>
          <p:nvPr/>
        </p:nvPicPr>
        <p:blipFill>
          <a:blip r:embed="rId4"/>
          <a:stretch>
            <a:fillRect/>
          </a:stretch>
        </p:blipFill>
        <p:spPr>
          <a:xfrm>
            <a:off x="10418468" y="3999996"/>
            <a:ext cx="1495728" cy="700754"/>
          </a:xfrm>
          <a:prstGeom prst="rect">
            <a:avLst/>
          </a:prstGeom>
        </p:spPr>
      </p:pic>
      <p:sp>
        <p:nvSpPr>
          <p:cNvPr id="12" name="Rectangle 11">
            <a:extLst>
              <a:ext uri="{FF2B5EF4-FFF2-40B4-BE49-F238E27FC236}">
                <a16:creationId xmlns:a16="http://schemas.microsoft.com/office/drawing/2014/main" id="{316A6198-238A-D3E3-9B0B-64EE3C921CFC}"/>
              </a:ext>
            </a:extLst>
          </p:cNvPr>
          <p:cNvSpPr/>
          <p:nvPr/>
        </p:nvSpPr>
        <p:spPr>
          <a:xfrm>
            <a:off x="10280775" y="1918921"/>
            <a:ext cx="1776895" cy="119345"/>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CEC13C1-4B1F-B9AA-071A-41B91E28F9B3}"/>
              </a:ext>
            </a:extLst>
          </p:cNvPr>
          <p:cNvSpPr/>
          <p:nvPr/>
        </p:nvSpPr>
        <p:spPr>
          <a:xfrm>
            <a:off x="10415105" y="4314197"/>
            <a:ext cx="1495729" cy="185296"/>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92F8C3B2-CAEA-173B-7590-0F2C08976881}"/>
              </a:ext>
            </a:extLst>
          </p:cNvPr>
          <p:cNvPicPr>
            <a:picLocks noChangeAspect="1"/>
          </p:cNvPicPr>
          <p:nvPr/>
        </p:nvPicPr>
        <p:blipFill>
          <a:blip r:embed="rId5"/>
          <a:stretch>
            <a:fillRect/>
          </a:stretch>
        </p:blipFill>
        <p:spPr>
          <a:xfrm>
            <a:off x="1070861" y="3238588"/>
            <a:ext cx="7185183" cy="633386"/>
          </a:xfrm>
          <a:prstGeom prst="rect">
            <a:avLst/>
          </a:prstGeom>
        </p:spPr>
      </p:pic>
      <p:cxnSp>
        <p:nvCxnSpPr>
          <p:cNvPr id="16" name="Connector: Elbow 15">
            <a:extLst>
              <a:ext uri="{FF2B5EF4-FFF2-40B4-BE49-F238E27FC236}">
                <a16:creationId xmlns:a16="http://schemas.microsoft.com/office/drawing/2014/main" id="{95C23C0D-82E9-26D7-BD3B-D216CBC67FB6}"/>
              </a:ext>
            </a:extLst>
          </p:cNvPr>
          <p:cNvCxnSpPr>
            <a:cxnSpLocks/>
            <a:stCxn id="13" idx="1"/>
            <a:endCxn id="15" idx="3"/>
          </p:cNvCxnSpPr>
          <p:nvPr/>
        </p:nvCxnSpPr>
        <p:spPr>
          <a:xfrm rot="10800000">
            <a:off x="8256045" y="3555281"/>
            <a:ext cx="2159061" cy="851564"/>
          </a:xfrm>
          <a:prstGeom prst="bentConnector3">
            <a:avLst>
              <a:gd name="adj1" fmla="val 50000"/>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44020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1000F556-CEAB-14C2-79B5-E99778A46F43}"/>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BF806622-A5DB-56F8-3129-CC9B58F8E055}"/>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6921AD9D-3060-C911-57B4-DCBC93876522}"/>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pic>
        <p:nvPicPr>
          <p:cNvPr id="2" name="Picture 1">
            <a:extLst>
              <a:ext uri="{FF2B5EF4-FFF2-40B4-BE49-F238E27FC236}">
                <a16:creationId xmlns:a16="http://schemas.microsoft.com/office/drawing/2014/main" id="{7F12C915-ED85-59F0-69B6-2174E50B60B6}"/>
              </a:ext>
            </a:extLst>
          </p:cNvPr>
          <p:cNvPicPr>
            <a:picLocks noChangeAspect="1"/>
          </p:cNvPicPr>
          <p:nvPr/>
        </p:nvPicPr>
        <p:blipFill>
          <a:blip r:embed="rId3"/>
          <a:stretch>
            <a:fillRect/>
          </a:stretch>
        </p:blipFill>
        <p:spPr>
          <a:xfrm>
            <a:off x="10280775" y="165492"/>
            <a:ext cx="1776895" cy="2984628"/>
          </a:xfrm>
          <a:prstGeom prst="rect">
            <a:avLst/>
          </a:prstGeom>
        </p:spPr>
      </p:pic>
      <p:cxnSp>
        <p:nvCxnSpPr>
          <p:cNvPr id="6" name="Straight Arrow Connector 5">
            <a:extLst>
              <a:ext uri="{FF2B5EF4-FFF2-40B4-BE49-F238E27FC236}">
                <a16:creationId xmlns:a16="http://schemas.microsoft.com/office/drawing/2014/main" id="{DE875178-E6DA-9FC2-7298-F011B1244C9E}"/>
              </a:ext>
            </a:extLst>
          </p:cNvPr>
          <p:cNvCxnSpPr>
            <a:cxnSpLocks/>
            <a:stCxn id="2" idx="2"/>
            <a:endCxn id="9" idx="0"/>
          </p:cNvCxnSpPr>
          <p:nvPr/>
        </p:nvCxnSpPr>
        <p:spPr>
          <a:xfrm flipH="1">
            <a:off x="11169222" y="3150120"/>
            <a:ext cx="1" cy="7330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261C1AC-E4C8-4456-5094-47CB41B1CFF5}"/>
              </a:ext>
            </a:extLst>
          </p:cNvPr>
          <p:cNvPicPr>
            <a:picLocks noChangeAspect="1"/>
          </p:cNvPicPr>
          <p:nvPr/>
        </p:nvPicPr>
        <p:blipFill>
          <a:blip r:embed="rId4"/>
          <a:stretch>
            <a:fillRect/>
          </a:stretch>
        </p:blipFill>
        <p:spPr>
          <a:xfrm>
            <a:off x="10310557" y="3883178"/>
            <a:ext cx="1717329" cy="1163191"/>
          </a:xfrm>
          <a:prstGeom prst="rect">
            <a:avLst/>
          </a:prstGeom>
        </p:spPr>
      </p:pic>
      <p:sp>
        <p:nvSpPr>
          <p:cNvPr id="12" name="Rectangle 11">
            <a:extLst>
              <a:ext uri="{FF2B5EF4-FFF2-40B4-BE49-F238E27FC236}">
                <a16:creationId xmlns:a16="http://schemas.microsoft.com/office/drawing/2014/main" id="{355D2F47-B29F-724F-0F6C-BD9572B9928F}"/>
              </a:ext>
            </a:extLst>
          </p:cNvPr>
          <p:cNvSpPr/>
          <p:nvPr/>
        </p:nvSpPr>
        <p:spPr>
          <a:xfrm>
            <a:off x="10274521" y="2055880"/>
            <a:ext cx="1776895" cy="119345"/>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545845E-06E7-92FF-E89D-429F075FE966}"/>
              </a:ext>
            </a:extLst>
          </p:cNvPr>
          <p:cNvSpPr/>
          <p:nvPr/>
        </p:nvSpPr>
        <p:spPr>
          <a:xfrm>
            <a:off x="10310557" y="4277943"/>
            <a:ext cx="1717329" cy="193352"/>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Connector: Elbow 13">
            <a:extLst>
              <a:ext uri="{FF2B5EF4-FFF2-40B4-BE49-F238E27FC236}">
                <a16:creationId xmlns:a16="http://schemas.microsoft.com/office/drawing/2014/main" id="{B7C2F58B-95BE-DC99-652C-3A7CDAC5DCBF}"/>
              </a:ext>
            </a:extLst>
          </p:cNvPr>
          <p:cNvCxnSpPr>
            <a:cxnSpLocks/>
            <a:stCxn id="13" idx="1"/>
            <a:endCxn id="17" idx="3"/>
          </p:cNvCxnSpPr>
          <p:nvPr/>
        </p:nvCxnSpPr>
        <p:spPr>
          <a:xfrm rot="10800000">
            <a:off x="7589117" y="3516649"/>
            <a:ext cx="2721440" cy="857970"/>
          </a:xfrm>
          <a:prstGeom prst="bentConnector3">
            <a:avLst>
              <a:gd name="adj1" fmla="val 50000"/>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pic>
        <p:nvPicPr>
          <p:cNvPr id="17" name="Picture 16">
            <a:extLst>
              <a:ext uri="{FF2B5EF4-FFF2-40B4-BE49-F238E27FC236}">
                <a16:creationId xmlns:a16="http://schemas.microsoft.com/office/drawing/2014/main" id="{4BA2FEA9-14ED-3C64-5A0F-E205171052CE}"/>
              </a:ext>
            </a:extLst>
          </p:cNvPr>
          <p:cNvPicPr>
            <a:picLocks noChangeAspect="1"/>
          </p:cNvPicPr>
          <p:nvPr/>
        </p:nvPicPr>
        <p:blipFill>
          <a:blip r:embed="rId5"/>
          <a:stretch>
            <a:fillRect/>
          </a:stretch>
        </p:blipFill>
        <p:spPr>
          <a:xfrm>
            <a:off x="2640781" y="1149563"/>
            <a:ext cx="4948336" cy="4734171"/>
          </a:xfrm>
          <a:prstGeom prst="rect">
            <a:avLst/>
          </a:prstGeom>
        </p:spPr>
      </p:pic>
    </p:spTree>
    <p:extLst>
      <p:ext uri="{BB962C8B-B14F-4D97-AF65-F5344CB8AC3E}">
        <p14:creationId xmlns:p14="http://schemas.microsoft.com/office/powerpoint/2010/main" val="1639991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073CAA46-7304-3927-B5FA-B7D834D466CE}"/>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B20DCC1D-7E97-8DCA-E890-4A8C16835393}"/>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EFF0BD69-6CCB-6286-FBA8-E14D73A6A9DE}"/>
              </a:ext>
            </a:extLst>
          </p:cNvPr>
          <p:cNvSpPr>
            <a:spLocks noGrp="1"/>
          </p:cNvSpPr>
          <p:nvPr>
            <p:ph type="title"/>
          </p:nvPr>
        </p:nvSpPr>
        <p:spPr>
          <a:xfrm>
            <a:off x="838200" y="284562"/>
            <a:ext cx="3177910" cy="1165588"/>
          </a:xfrm>
        </p:spPr>
        <p:txBody>
          <a:bodyPr>
            <a:normAutofit fontScale="90000"/>
          </a:bodyPr>
          <a:lstStyle/>
          <a:p>
            <a:r>
              <a:rPr lang="en-US" spc="300" dirty="0">
                <a:latin typeface="Alpino Black" pitchFamily="50" charset="0"/>
              </a:rPr>
              <a:t>Application Cont.</a:t>
            </a:r>
          </a:p>
        </p:txBody>
      </p:sp>
      <p:pic>
        <p:nvPicPr>
          <p:cNvPr id="2" name="Picture 1">
            <a:extLst>
              <a:ext uri="{FF2B5EF4-FFF2-40B4-BE49-F238E27FC236}">
                <a16:creationId xmlns:a16="http://schemas.microsoft.com/office/drawing/2014/main" id="{F762567F-697B-2100-7673-3937E036782E}"/>
              </a:ext>
            </a:extLst>
          </p:cNvPr>
          <p:cNvPicPr>
            <a:picLocks noChangeAspect="1"/>
          </p:cNvPicPr>
          <p:nvPr/>
        </p:nvPicPr>
        <p:blipFill>
          <a:blip r:embed="rId3"/>
          <a:stretch>
            <a:fillRect/>
          </a:stretch>
        </p:blipFill>
        <p:spPr>
          <a:xfrm>
            <a:off x="10280775" y="165492"/>
            <a:ext cx="1776895" cy="2984628"/>
          </a:xfrm>
          <a:prstGeom prst="rect">
            <a:avLst/>
          </a:prstGeom>
        </p:spPr>
      </p:pic>
      <p:cxnSp>
        <p:nvCxnSpPr>
          <p:cNvPr id="6" name="Straight Arrow Connector 5">
            <a:extLst>
              <a:ext uri="{FF2B5EF4-FFF2-40B4-BE49-F238E27FC236}">
                <a16:creationId xmlns:a16="http://schemas.microsoft.com/office/drawing/2014/main" id="{72C1965A-022C-5291-984F-71096975EF09}"/>
              </a:ext>
            </a:extLst>
          </p:cNvPr>
          <p:cNvCxnSpPr>
            <a:cxnSpLocks/>
            <a:stCxn id="2" idx="2"/>
            <a:endCxn id="11" idx="0"/>
          </p:cNvCxnSpPr>
          <p:nvPr/>
        </p:nvCxnSpPr>
        <p:spPr>
          <a:xfrm>
            <a:off x="11169223" y="3150120"/>
            <a:ext cx="7572" cy="76099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2B809623-5781-172C-8A84-13B34E1AD89B}"/>
              </a:ext>
            </a:extLst>
          </p:cNvPr>
          <p:cNvSpPr/>
          <p:nvPr/>
        </p:nvSpPr>
        <p:spPr>
          <a:xfrm>
            <a:off x="10280775" y="2188811"/>
            <a:ext cx="1776895" cy="119345"/>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Connector: Elbow 7">
            <a:extLst>
              <a:ext uri="{FF2B5EF4-FFF2-40B4-BE49-F238E27FC236}">
                <a16:creationId xmlns:a16="http://schemas.microsoft.com/office/drawing/2014/main" id="{DC10E382-6A6B-B265-2B92-B54149FFC5AD}"/>
              </a:ext>
            </a:extLst>
          </p:cNvPr>
          <p:cNvCxnSpPr>
            <a:cxnSpLocks/>
            <a:stCxn id="7" idx="1"/>
            <a:endCxn id="17" idx="3"/>
          </p:cNvCxnSpPr>
          <p:nvPr/>
        </p:nvCxnSpPr>
        <p:spPr>
          <a:xfrm rot="10800000">
            <a:off x="6096001" y="3429001"/>
            <a:ext cx="4184775" cy="979989"/>
          </a:xfrm>
          <a:prstGeom prst="bentConnector3">
            <a:avLst>
              <a:gd name="adj1" fmla="val 50000"/>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pic>
        <p:nvPicPr>
          <p:cNvPr id="11" name="Picture 10">
            <a:extLst>
              <a:ext uri="{FF2B5EF4-FFF2-40B4-BE49-F238E27FC236}">
                <a16:creationId xmlns:a16="http://schemas.microsoft.com/office/drawing/2014/main" id="{EAEA3B39-6955-FD4E-D67D-FBDCBBE78EAC}"/>
              </a:ext>
            </a:extLst>
          </p:cNvPr>
          <p:cNvPicPr>
            <a:picLocks noChangeAspect="1"/>
          </p:cNvPicPr>
          <p:nvPr/>
        </p:nvPicPr>
        <p:blipFill>
          <a:blip r:embed="rId4"/>
          <a:stretch>
            <a:fillRect/>
          </a:stretch>
        </p:blipFill>
        <p:spPr>
          <a:xfrm>
            <a:off x="10280775" y="3911115"/>
            <a:ext cx="1792039" cy="620864"/>
          </a:xfrm>
          <a:prstGeom prst="rect">
            <a:avLst/>
          </a:prstGeom>
        </p:spPr>
      </p:pic>
      <p:sp>
        <p:nvSpPr>
          <p:cNvPr id="7" name="Rectangle 6">
            <a:extLst>
              <a:ext uri="{FF2B5EF4-FFF2-40B4-BE49-F238E27FC236}">
                <a16:creationId xmlns:a16="http://schemas.microsoft.com/office/drawing/2014/main" id="{F9107BBB-1F93-2395-7F11-1FBB77F4556C}"/>
              </a:ext>
            </a:extLst>
          </p:cNvPr>
          <p:cNvSpPr/>
          <p:nvPr/>
        </p:nvSpPr>
        <p:spPr>
          <a:xfrm>
            <a:off x="10280775" y="4285999"/>
            <a:ext cx="1776895" cy="245980"/>
          </a:xfrm>
          <a:prstGeom prst="rect">
            <a:avLst/>
          </a:prstGeom>
          <a:noFill/>
          <a:ln w="19050">
            <a:solidFill>
              <a:srgbClr val="E2A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5A5A075F-729C-99D2-1DC7-AE44E33F8895}"/>
              </a:ext>
            </a:extLst>
          </p:cNvPr>
          <p:cNvPicPr>
            <a:picLocks noChangeAspect="1"/>
          </p:cNvPicPr>
          <p:nvPr/>
        </p:nvPicPr>
        <p:blipFill>
          <a:blip r:embed="rId5"/>
          <a:stretch>
            <a:fillRect/>
          </a:stretch>
        </p:blipFill>
        <p:spPr>
          <a:xfrm>
            <a:off x="4154536" y="1664754"/>
            <a:ext cx="1941464" cy="3528491"/>
          </a:xfrm>
          <a:prstGeom prst="rect">
            <a:avLst/>
          </a:prstGeom>
        </p:spPr>
      </p:pic>
    </p:spTree>
    <p:extLst>
      <p:ext uri="{BB962C8B-B14F-4D97-AF65-F5344CB8AC3E}">
        <p14:creationId xmlns:p14="http://schemas.microsoft.com/office/powerpoint/2010/main" val="3100311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a:extLst>
            <a:ext uri="{FF2B5EF4-FFF2-40B4-BE49-F238E27FC236}">
              <a16:creationId xmlns:a16="http://schemas.microsoft.com/office/drawing/2014/main" id="{BFBD86D0-D4A9-8956-F2A7-588F983F5CB1}"/>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BB94E59F-C220-2C5B-5DD7-022FB27BD26D}"/>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17AB9D6B-18F3-DC57-65B2-19E129956944}"/>
              </a:ext>
            </a:extLst>
          </p:cNvPr>
          <p:cNvSpPr>
            <a:spLocks noGrp="1"/>
          </p:cNvSpPr>
          <p:nvPr>
            <p:ph type="title"/>
          </p:nvPr>
        </p:nvSpPr>
        <p:spPr>
          <a:xfrm>
            <a:off x="4408005" y="284562"/>
            <a:ext cx="3375991" cy="872795"/>
          </a:xfrm>
        </p:spPr>
        <p:txBody>
          <a:bodyPr>
            <a:noAutofit/>
          </a:bodyPr>
          <a:lstStyle/>
          <a:p>
            <a:r>
              <a:rPr lang="en-US" spc="300" dirty="0">
                <a:latin typeface="Alpino Black" pitchFamily="50" charset="0"/>
              </a:rPr>
              <a:t>Conclusion</a:t>
            </a:r>
          </a:p>
        </p:txBody>
      </p:sp>
      <p:graphicFrame>
        <p:nvGraphicFramePr>
          <p:cNvPr id="12" name="Diagram 11">
            <a:extLst>
              <a:ext uri="{FF2B5EF4-FFF2-40B4-BE49-F238E27FC236}">
                <a16:creationId xmlns:a16="http://schemas.microsoft.com/office/drawing/2014/main" id="{1EB6315B-FFFF-56BC-8618-298CC0D8A848}"/>
              </a:ext>
            </a:extLst>
          </p:cNvPr>
          <p:cNvGraphicFramePr/>
          <p:nvPr>
            <p:extLst>
              <p:ext uri="{D42A27DB-BD31-4B8C-83A1-F6EECF244321}">
                <p14:modId xmlns:p14="http://schemas.microsoft.com/office/powerpoint/2010/main" val="3896445587"/>
              </p:ext>
            </p:extLst>
          </p:nvPr>
        </p:nvGraphicFramePr>
        <p:xfrm>
          <a:off x="3551639" y="1715003"/>
          <a:ext cx="4934898" cy="41733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Graphic 12" descr="Checkmark with solid fill">
            <a:extLst>
              <a:ext uri="{FF2B5EF4-FFF2-40B4-BE49-F238E27FC236}">
                <a16:creationId xmlns:a16="http://schemas.microsoft.com/office/drawing/2014/main" id="{ECAA646C-6079-FD70-B293-B66249B2D79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21186506">
            <a:off x="4080630" y="2765371"/>
            <a:ext cx="1085973" cy="1085973"/>
          </a:xfrm>
          <a:prstGeom prst="rect">
            <a:avLst/>
          </a:prstGeom>
        </p:spPr>
      </p:pic>
      <p:pic>
        <p:nvPicPr>
          <p:cNvPr id="14" name="Graphic 13" descr="Checkmark with solid fill">
            <a:extLst>
              <a:ext uri="{FF2B5EF4-FFF2-40B4-BE49-F238E27FC236}">
                <a16:creationId xmlns:a16="http://schemas.microsoft.com/office/drawing/2014/main" id="{47A4CDDA-FEC4-235F-EFF9-CC079B72DEC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21186506">
            <a:off x="4109796" y="3875003"/>
            <a:ext cx="1085973" cy="1085973"/>
          </a:xfrm>
          <a:prstGeom prst="rect">
            <a:avLst/>
          </a:prstGeom>
        </p:spPr>
      </p:pic>
      <p:pic>
        <p:nvPicPr>
          <p:cNvPr id="15" name="Graphic 14" descr="Checkmark with solid fill">
            <a:extLst>
              <a:ext uri="{FF2B5EF4-FFF2-40B4-BE49-F238E27FC236}">
                <a16:creationId xmlns:a16="http://schemas.microsoft.com/office/drawing/2014/main" id="{3C648717-DCEA-42CE-DEA9-AFDD9DE6B1E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21186506">
            <a:off x="4109797" y="4938773"/>
            <a:ext cx="1085973" cy="1085973"/>
          </a:xfrm>
          <a:prstGeom prst="rect">
            <a:avLst/>
          </a:prstGeom>
        </p:spPr>
      </p:pic>
      <p:pic>
        <p:nvPicPr>
          <p:cNvPr id="16" name="Graphic 15" descr="Checkmark with solid fill">
            <a:extLst>
              <a:ext uri="{FF2B5EF4-FFF2-40B4-BE49-F238E27FC236}">
                <a16:creationId xmlns:a16="http://schemas.microsoft.com/office/drawing/2014/main" id="{E7B13086-FBB3-E476-3654-284F9E73256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21186506">
            <a:off x="4109797" y="1556937"/>
            <a:ext cx="1085973" cy="1085973"/>
          </a:xfrm>
          <a:prstGeom prst="rect">
            <a:avLst/>
          </a:prstGeom>
        </p:spPr>
      </p:pic>
    </p:spTree>
    <p:extLst>
      <p:ext uri="{BB962C8B-B14F-4D97-AF65-F5344CB8AC3E}">
        <p14:creationId xmlns:p14="http://schemas.microsoft.com/office/powerpoint/2010/main" val="32950999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2E3E1"/>
        </a:solidFill>
        <a:effectLst/>
      </p:bgPr>
    </p:bg>
    <p:spTree>
      <p:nvGrpSpPr>
        <p:cNvPr id="1" name=""/>
        <p:cNvGrpSpPr/>
        <p:nvPr/>
      </p:nvGrpSpPr>
      <p:grpSpPr>
        <a:xfrm>
          <a:off x="0" y="0"/>
          <a:ext cx="0" cy="0"/>
          <a:chOff x="0" y="0"/>
          <a:chExt cx="0" cy="0"/>
        </a:xfrm>
      </p:grpSpPr>
      <p:sp>
        <p:nvSpPr>
          <p:cNvPr id="29" name="Rectangle 10">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3752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38E8FC10-24AE-4CE9-AA6A-96507E56C09C}"/>
              </a:ext>
            </a:extLst>
          </p:cNvPr>
          <p:cNvSpPr>
            <a:spLocks noGrp="1"/>
          </p:cNvSpPr>
          <p:nvPr>
            <p:ph type="title"/>
          </p:nvPr>
        </p:nvSpPr>
        <p:spPr>
          <a:xfrm>
            <a:off x="524256" y="4767072"/>
            <a:ext cx="6594189" cy="1625210"/>
          </a:xfrm>
        </p:spPr>
        <p:txBody>
          <a:bodyPr>
            <a:normAutofit/>
          </a:bodyPr>
          <a:lstStyle/>
          <a:p>
            <a:pPr algn="r"/>
            <a:r>
              <a:rPr lang="en-US">
                <a:solidFill>
                  <a:srgbClr val="FFFFFF"/>
                </a:solidFill>
                <a:latin typeface="Arial Black"/>
              </a:rPr>
              <a:t>Questions?</a:t>
            </a:r>
            <a:endParaRPr lang="en-US">
              <a:solidFill>
                <a:srgbClr val="FFFFFF"/>
              </a:solidFill>
              <a:latin typeface="Arial Black" panose="020B0A04020102020204" pitchFamily="34" charset="0"/>
            </a:endParaRPr>
          </a:p>
        </p:txBody>
      </p:sp>
      <p:pic>
        <p:nvPicPr>
          <p:cNvPr id="6" name="Picture 5">
            <a:extLst>
              <a:ext uri="{FF2B5EF4-FFF2-40B4-BE49-F238E27FC236}">
                <a16:creationId xmlns:a16="http://schemas.microsoft.com/office/drawing/2014/main" id="{F04047D0-5523-40A6-955F-8DB69960D66A}"/>
              </a:ext>
            </a:extLst>
          </p:cNvPr>
          <p:cNvPicPr>
            <a:picLocks noChangeAspect="1"/>
          </p:cNvPicPr>
          <p:nvPr/>
        </p:nvPicPr>
        <p:blipFill rotWithShape="1">
          <a:blip r:embed="rId2"/>
          <a:srcRect t="5378" r="1" b="1"/>
          <a:stretch/>
        </p:blipFill>
        <p:spPr>
          <a:xfrm>
            <a:off x="327547" y="321733"/>
            <a:ext cx="7058306" cy="4107392"/>
          </a:xfrm>
          <a:prstGeom prst="rect">
            <a:avLst/>
          </a:prstGeom>
        </p:spPr>
      </p:pic>
      <p:sp>
        <p:nvSpPr>
          <p:cNvPr id="30" name="Rectangle 12">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
            <a:extLst>
              <a:ext uri="{FF2B5EF4-FFF2-40B4-BE49-F238E27FC236}">
                <a16:creationId xmlns:a16="http://schemas.microsoft.com/office/drawing/2014/main" id="{6F95FDFD-812E-4B7A-856D-A9E1ADA0803D}"/>
              </a:ext>
            </a:extLst>
          </p:cNvPr>
          <p:cNvSpPr>
            <a:spLocks noGrp="1"/>
          </p:cNvSpPr>
          <p:nvPr>
            <p:ph type="sldNum" sz="quarter" idx="12"/>
          </p:nvPr>
        </p:nvSpPr>
        <p:spPr>
          <a:xfrm>
            <a:off x="10480391" y="6535157"/>
            <a:ext cx="973667" cy="274320"/>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94F3B2D-F8DB-4B2E-832D-AE163D115F98}" type="slidenum">
              <a:rPr kumimoji="0" lang="en-US" sz="105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23</a:t>
            </a:fld>
            <a:endParaRPr kumimoji="0" lang="en-US" sz="105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
        <p:nvSpPr>
          <p:cNvPr id="7" name="Content Placeholder 4">
            <a:extLst>
              <a:ext uri="{FF2B5EF4-FFF2-40B4-BE49-F238E27FC236}">
                <a16:creationId xmlns:a16="http://schemas.microsoft.com/office/drawing/2014/main" id="{EF0D688E-B78C-9ACE-FA00-ADC46C2C9F85}"/>
              </a:ext>
            </a:extLst>
          </p:cNvPr>
          <p:cNvSpPr>
            <a:spLocks noGrp="1"/>
          </p:cNvSpPr>
          <p:nvPr>
            <p:ph idx="1"/>
          </p:nvPr>
        </p:nvSpPr>
        <p:spPr>
          <a:xfrm>
            <a:off x="7582563" y="917725"/>
            <a:ext cx="4281890" cy="4852362"/>
          </a:xfrm>
        </p:spPr>
        <p:txBody>
          <a:bodyPr anchor="ctr">
            <a:normAutofit fontScale="92500" lnSpcReduction="20000"/>
          </a:bodyPr>
          <a:lstStyle/>
          <a:p>
            <a:pPr marL="0" indent="0">
              <a:buNone/>
            </a:pPr>
            <a:r>
              <a:rPr lang="en-US" sz="2000" u="sng">
                <a:solidFill>
                  <a:srgbClr val="00B0F0"/>
                </a:solidFill>
                <a:effectLst/>
                <a:latin typeface="Calibri" panose="020F0502020204030204" pitchFamily="34" charset="0"/>
                <a:ea typeface="Times New Roman" panose="02020603050405020304" pitchFamily="18" charset="0"/>
              </a:rPr>
              <a:t>bphl-sebioinformatics@flhealth.gov</a:t>
            </a:r>
            <a:endParaRPr lang="en-US" sz="2000" b="1">
              <a:solidFill>
                <a:srgbClr val="00B0F0"/>
              </a:solidFill>
            </a:endParaRPr>
          </a:p>
          <a:p>
            <a:pPr marL="0" indent="0">
              <a:buNone/>
            </a:pPr>
            <a:endParaRPr lang="en-US" sz="2400" b="1">
              <a:solidFill>
                <a:srgbClr val="FFFFFF"/>
              </a:solidFill>
              <a:cs typeface="Calibri"/>
            </a:endParaRPr>
          </a:p>
          <a:p>
            <a:pPr marL="0" indent="0">
              <a:buNone/>
            </a:pPr>
            <a:r>
              <a:rPr lang="en-US" sz="2400" b="1">
                <a:solidFill>
                  <a:srgbClr val="FFFFFF"/>
                </a:solidFill>
              </a:rPr>
              <a:t>Molly Mitchell, PhD</a:t>
            </a:r>
            <a:endParaRPr lang="en-US" sz="2400" b="1">
              <a:solidFill>
                <a:srgbClr val="FFFFFF"/>
              </a:solidFill>
              <a:cs typeface="Calibri"/>
            </a:endParaRPr>
          </a:p>
          <a:p>
            <a:pPr marL="0" indent="0">
              <a:buNone/>
            </a:pPr>
            <a:r>
              <a:rPr lang="en-US" sz="2400">
                <a:solidFill>
                  <a:srgbClr val="FFFFFF"/>
                </a:solidFill>
              </a:rPr>
              <a:t>Bioinformatics Supervisor</a:t>
            </a:r>
            <a:endParaRPr lang="en-US" sz="2400">
              <a:solidFill>
                <a:srgbClr val="FFFFFF"/>
              </a:solidFill>
              <a:ea typeface="Calibri"/>
              <a:cs typeface="Calibri"/>
            </a:endParaRPr>
          </a:p>
          <a:p>
            <a:pPr marL="0" indent="0">
              <a:buNone/>
            </a:pPr>
            <a:r>
              <a:rPr lang="en-US" sz="2400">
                <a:solidFill>
                  <a:srgbClr val="FFFFFF"/>
                </a:solidFill>
              </a:rPr>
              <a:t>Molly.Mitchell@flhealth.gov</a:t>
            </a:r>
          </a:p>
          <a:p>
            <a:pPr marL="0" indent="0">
              <a:buNone/>
            </a:pPr>
            <a:endParaRPr lang="en-US" sz="2400">
              <a:solidFill>
                <a:srgbClr val="FFFFFF"/>
              </a:solidFill>
            </a:endParaRPr>
          </a:p>
          <a:p>
            <a:pPr marL="0" indent="0">
              <a:buNone/>
            </a:pPr>
            <a:r>
              <a:rPr lang="en-US" sz="2400" b="1">
                <a:solidFill>
                  <a:srgbClr val="FFFFFF"/>
                </a:solidFill>
              </a:rPr>
              <a:t>Nikhil Reddy, MS</a:t>
            </a:r>
          </a:p>
          <a:p>
            <a:pPr marL="0" indent="0">
              <a:buNone/>
            </a:pPr>
            <a:r>
              <a:rPr lang="en-US" sz="2400">
                <a:solidFill>
                  <a:srgbClr val="FFFFFF"/>
                </a:solidFill>
              </a:rPr>
              <a:t>Bioinformatician</a:t>
            </a:r>
          </a:p>
          <a:p>
            <a:pPr marL="0" indent="0">
              <a:buNone/>
            </a:pPr>
            <a:r>
              <a:rPr lang="en-US" sz="2400">
                <a:solidFill>
                  <a:srgbClr val="FFFFFF"/>
                </a:solidFill>
              </a:rPr>
              <a:t>Nikhil.Yengala@flhealth.gov</a:t>
            </a:r>
          </a:p>
          <a:p>
            <a:pPr marL="0" indent="0">
              <a:buNone/>
            </a:pPr>
            <a:endParaRPr lang="en-US" sz="2400">
              <a:solidFill>
                <a:srgbClr val="FFFFFF"/>
              </a:solidFill>
            </a:endParaRPr>
          </a:p>
          <a:p>
            <a:pPr marL="0" indent="0">
              <a:buNone/>
            </a:pPr>
            <a:r>
              <a:rPr lang="en-US" sz="2400" b="1">
                <a:solidFill>
                  <a:srgbClr val="FFFFFF"/>
                </a:solidFill>
                <a:cs typeface="Calibri"/>
              </a:rPr>
              <a:t>Sam Bernhoft, MPH</a:t>
            </a:r>
            <a:endParaRPr lang="en-US" sz="2400" b="1">
              <a:solidFill>
                <a:srgbClr val="FFFFFF"/>
              </a:solidFill>
              <a:ea typeface="Calibri"/>
              <a:cs typeface="Calibri"/>
            </a:endParaRPr>
          </a:p>
          <a:p>
            <a:pPr marL="0" indent="0">
              <a:buNone/>
            </a:pPr>
            <a:r>
              <a:rPr lang="en-US" sz="2400">
                <a:solidFill>
                  <a:srgbClr val="FFFFFF"/>
                </a:solidFill>
                <a:cs typeface="Calibri"/>
              </a:rPr>
              <a:t>Bioinformatician </a:t>
            </a:r>
          </a:p>
          <a:p>
            <a:pPr marL="0" indent="0">
              <a:buNone/>
            </a:pPr>
            <a:r>
              <a:rPr lang="en-US" sz="2400">
                <a:solidFill>
                  <a:srgbClr val="FFFFFF"/>
                </a:solidFill>
                <a:cs typeface="Calibri"/>
              </a:rPr>
              <a:t>Samantha.bernhoft@flhealth.gov</a:t>
            </a:r>
            <a:endParaRPr lang="en-US" sz="2400">
              <a:solidFill>
                <a:srgbClr val="FFFFFF"/>
              </a:solidFill>
            </a:endParaRPr>
          </a:p>
          <a:p>
            <a:pPr marL="0" indent="0">
              <a:buNone/>
            </a:pPr>
            <a:endParaRPr lang="en-US" sz="2400" b="1">
              <a:solidFill>
                <a:srgbClr val="FFFFFF"/>
              </a:solidFill>
            </a:endParaRPr>
          </a:p>
        </p:txBody>
      </p:sp>
    </p:spTree>
    <p:extLst>
      <p:ext uri="{BB962C8B-B14F-4D97-AF65-F5344CB8AC3E}">
        <p14:creationId xmlns:p14="http://schemas.microsoft.com/office/powerpoint/2010/main" val="3678252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1517</TotalTime>
  <Words>474</Words>
  <Application>Microsoft Office PowerPoint</Application>
  <PresentationFormat>Widescreen</PresentationFormat>
  <Paragraphs>69</Paragraphs>
  <Slides>23</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23</vt:i4>
      </vt:variant>
    </vt:vector>
  </HeadingPairs>
  <TitlesOfParts>
    <vt:vector size="35" baseType="lpstr">
      <vt:lpstr>Alpino</vt:lpstr>
      <vt:lpstr>Alpino Black</vt:lpstr>
      <vt:lpstr>Alpino Medium</vt:lpstr>
      <vt:lpstr>Aptos</vt:lpstr>
      <vt:lpstr>Aptos Display</vt:lpstr>
      <vt:lpstr>Arial</vt:lpstr>
      <vt:lpstr>Arial Black</vt:lpstr>
      <vt:lpstr>Bahnschrift</vt:lpstr>
      <vt:lpstr>Calibri</vt:lpstr>
      <vt:lpstr>Calibri Light</vt:lpstr>
      <vt:lpstr>Office Theme</vt:lpstr>
      <vt:lpstr>2_Office Theme</vt:lpstr>
      <vt:lpstr>PHoeNIx VER. 2.2</vt:lpstr>
      <vt:lpstr>PowerPoint Presentation</vt:lpstr>
      <vt:lpstr>Overview</vt:lpstr>
      <vt:lpstr>Workflow</vt:lpstr>
      <vt:lpstr>Application</vt:lpstr>
      <vt:lpstr>Application Cont.</vt:lpstr>
      <vt:lpstr>Application Cont.</vt:lpstr>
      <vt:lpstr>Application Cont.</vt:lpstr>
      <vt:lpstr>Application Cont.</vt:lpstr>
      <vt:lpstr>Application Cont.</vt:lpstr>
      <vt:lpstr>Application Cont.</vt:lpstr>
      <vt:lpstr>Application Cont.</vt:lpstr>
      <vt:lpstr>Application Cont.</vt:lpstr>
      <vt:lpstr>Application Cont.</vt:lpstr>
      <vt:lpstr>Application Cont.</vt:lpstr>
      <vt:lpstr>Application Cont.</vt:lpstr>
      <vt:lpstr>Application Cont.</vt:lpstr>
      <vt:lpstr>Application Cont.</vt:lpstr>
      <vt:lpstr>Application Cont.</vt:lpstr>
      <vt:lpstr>Application Cont.</vt:lpstr>
      <vt:lpstr>Application Cont.</vt:lpstr>
      <vt:lpstr>Conclusion</vt:lpstr>
      <vt:lpstr>Questions?</vt:lpstr>
    </vt:vector>
  </TitlesOfParts>
  <Company>Florida Dept of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Yengala, Nikhil</dc:creator>
  <cp:lastModifiedBy>Yengala, Nikhil</cp:lastModifiedBy>
  <cp:revision>1</cp:revision>
  <dcterms:created xsi:type="dcterms:W3CDTF">2026-01-12T18:30:53Z</dcterms:created>
  <dcterms:modified xsi:type="dcterms:W3CDTF">2026-02-02T16:00:42Z</dcterms:modified>
</cp:coreProperties>
</file>