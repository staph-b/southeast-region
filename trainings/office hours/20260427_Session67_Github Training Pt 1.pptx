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25"/>
  </p:notesMasterIdLst>
  <p:sldIdLst>
    <p:sldId id="256" r:id="rId3"/>
    <p:sldId id="297" r:id="rId4"/>
    <p:sldId id="258" r:id="rId5"/>
    <p:sldId id="268" r:id="rId6"/>
    <p:sldId id="269" r:id="rId7"/>
    <p:sldId id="261" r:id="rId8"/>
    <p:sldId id="270" r:id="rId9"/>
    <p:sldId id="271" r:id="rId10"/>
    <p:sldId id="272" r:id="rId11"/>
    <p:sldId id="278" r:id="rId12"/>
    <p:sldId id="277" r:id="rId13"/>
    <p:sldId id="273" r:id="rId14"/>
    <p:sldId id="274" r:id="rId15"/>
    <p:sldId id="275" r:id="rId16"/>
    <p:sldId id="295" r:id="rId17"/>
    <p:sldId id="296" r:id="rId18"/>
    <p:sldId id="294" r:id="rId19"/>
    <p:sldId id="260" r:id="rId20"/>
    <p:sldId id="262" r:id="rId21"/>
    <p:sldId id="263" r:id="rId22"/>
    <p:sldId id="264" r:id="rId23"/>
    <p:sldId id="259" r:id="rId24"/>
  </p:sldIdLst>
  <p:sldSz cx="12192000" cy="6858000"/>
  <p:notesSz cx="6858000" cy="9144000"/>
  <p:embeddedFontLst>
    <p:embeddedFont>
      <p:font typeface="Arial Black" panose="020B0A04020102020204" pitchFamily="34" charset="0"/>
      <p:bold r:id="rId26"/>
    </p:embeddedFont>
    <p:embeddedFont>
      <p:font typeface="Cochocib Script Latin Pro" panose="02000503000000020003" pitchFamily="2" charset="0"/>
      <p:regular r:id="rId27"/>
    </p:embeddedFont>
    <p:embeddedFont>
      <p:font typeface="Switzer" pitchFamily="50" charset="0"/>
      <p:regular r:id="rId28"/>
      <p:bold r:id="rId29"/>
      <p:italic r:id="rId30"/>
      <p:boldItalic r:id="rId31"/>
    </p:embeddedFont>
    <p:embeddedFont>
      <p:font typeface="Switzer Black" pitchFamily="50" charset="0"/>
      <p:bold r:id="rId32"/>
    </p:embeddedFont>
    <p:embeddedFont>
      <p:font typeface="Switzer Light" pitchFamily="50" charset="0"/>
      <p:regular r:id="rId33"/>
    </p:embeddedFont>
    <p:embeddedFont>
      <p:font typeface="Switzer Semibold" pitchFamily="50" charset="0"/>
      <p:bold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92028F-EBCB-499D-B1D8-24B4B34C4B7B}">
          <p14:sldIdLst>
            <p14:sldId id="256"/>
            <p14:sldId id="297"/>
            <p14:sldId id="258"/>
            <p14:sldId id="268"/>
            <p14:sldId id="269"/>
            <p14:sldId id="261"/>
            <p14:sldId id="270"/>
            <p14:sldId id="271"/>
            <p14:sldId id="272"/>
            <p14:sldId id="278"/>
            <p14:sldId id="277"/>
            <p14:sldId id="273"/>
            <p14:sldId id="274"/>
            <p14:sldId id="275"/>
            <p14:sldId id="295"/>
            <p14:sldId id="296"/>
            <p14:sldId id="294"/>
          </p14:sldIdLst>
        </p14:section>
        <p14:section name="🔁 Track Changes Over Time" id="{35C6DECE-58BD-4B76-A0B1-7D5545681123}">
          <p14:sldIdLst>
            <p14:sldId id="260"/>
          </p14:sldIdLst>
        </p14:section>
        <p14:section name="👥 Collaboration" id="{53B69059-38AB-4A1B-86AD-9B57E0C453AF}">
          <p14:sldIdLst>
            <p14:sldId id="262"/>
          </p14:sldIdLst>
        </p14:section>
        <p14:section name="✅ Review" id="{574569BA-F3D1-4253-ADBA-F8398971224F}">
          <p14:sldIdLst>
            <p14:sldId id="263"/>
          </p14:sldIdLst>
        </p14:section>
        <p14:section name="🔬  Reproducibility" id="{E3B3A5F1-09DA-4E9E-836A-C28B7F81E366}">
          <p14:sldIdLst>
            <p14:sldId id="264"/>
          </p14:sldIdLst>
        </p14:section>
        <p14:section name="Safety" id="{AE8280A4-A2E9-42B7-80A5-B1A5EB9C1D40}">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8E8"/>
    <a:srgbClr val="E33E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CA3FD7-5AEE-4F5D-873E-A0026DEADAAD}" v="11" dt="2026-04-27T17:56:02.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12" autoAdjust="0"/>
    <p:restoredTop sz="94660"/>
  </p:normalViewPr>
  <p:slideViewPr>
    <p:cSldViewPr snapToGrid="0">
      <p:cViewPr varScale="1">
        <p:scale>
          <a:sx n="149" d="100"/>
          <a:sy n="149" d="100"/>
        </p:scale>
        <p:origin x="12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7.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Molly" userId="S::molly.mitchell@flhealth.gov::98f167f1-e2c8-48d3-9306-15ff9138877e" providerId="AD" clId="Web-{0B1684FE-7EA2-460D-AF1B-73A14D7AB3BA}"/>
    <pc:docChg chg="modSld">
      <pc:chgData name="Mitchell, Molly" userId="S::molly.mitchell@flhealth.gov::98f167f1-e2c8-48d3-9306-15ff9138877e" providerId="AD" clId="Web-{0B1684FE-7EA2-460D-AF1B-73A14D7AB3BA}" dt="2026-04-09T19:07:58.320" v="123" actId="20577"/>
      <pc:docMkLst>
        <pc:docMk/>
      </pc:docMkLst>
      <pc:sldChg chg="modSp">
        <pc:chgData name="Mitchell, Molly" userId="S::molly.mitchell@flhealth.gov::98f167f1-e2c8-48d3-9306-15ff9138877e" providerId="AD" clId="Web-{0B1684FE-7EA2-460D-AF1B-73A14D7AB3BA}" dt="2026-04-09T19:05:04.992" v="104" actId="20577"/>
        <pc:sldMkLst>
          <pc:docMk/>
          <pc:sldMk cId="2563349312" sldId="258"/>
        </pc:sldMkLst>
        <pc:spChg chg="mod">
          <ac:chgData name="Mitchell, Molly" userId="S::molly.mitchell@flhealth.gov::98f167f1-e2c8-48d3-9306-15ff9138877e" providerId="AD" clId="Web-{0B1684FE-7EA2-460D-AF1B-73A14D7AB3BA}" dt="2026-04-09T19:05:04.992" v="104" actId="20577"/>
          <ac:spMkLst>
            <pc:docMk/>
            <pc:sldMk cId="2563349312" sldId="258"/>
            <ac:spMk id="5" creationId="{77CA80F8-238D-F75F-50AE-3EDF5BD87318}"/>
          </ac:spMkLst>
        </pc:spChg>
      </pc:sldChg>
      <pc:sldChg chg="modSp">
        <pc:chgData name="Mitchell, Molly" userId="S::molly.mitchell@flhealth.gov::98f167f1-e2c8-48d3-9306-15ff9138877e" providerId="AD" clId="Web-{0B1684FE-7EA2-460D-AF1B-73A14D7AB3BA}" dt="2026-04-09T19:07:33.851" v="120" actId="20577"/>
        <pc:sldMkLst>
          <pc:docMk/>
          <pc:sldMk cId="292894254" sldId="261"/>
        </pc:sldMkLst>
        <pc:spChg chg="mod">
          <ac:chgData name="Mitchell, Molly" userId="S::molly.mitchell@flhealth.gov::98f167f1-e2c8-48d3-9306-15ff9138877e" providerId="AD" clId="Web-{0B1684FE-7EA2-460D-AF1B-73A14D7AB3BA}" dt="2026-04-09T19:07:33.851" v="120" actId="20577"/>
          <ac:spMkLst>
            <pc:docMk/>
            <pc:sldMk cId="292894254" sldId="261"/>
            <ac:spMk id="6" creationId="{0BB279FC-8735-2073-8DD5-534E0069935E}"/>
          </ac:spMkLst>
        </pc:spChg>
      </pc:sldChg>
      <pc:sldChg chg="modSp">
        <pc:chgData name="Mitchell, Molly" userId="S::molly.mitchell@flhealth.gov::98f167f1-e2c8-48d3-9306-15ff9138877e" providerId="AD" clId="Web-{0B1684FE-7EA2-460D-AF1B-73A14D7AB3BA}" dt="2026-04-09T19:05:31.570" v="111" actId="20577"/>
        <pc:sldMkLst>
          <pc:docMk/>
          <pc:sldMk cId="2104627183" sldId="268"/>
        </pc:sldMkLst>
        <pc:graphicFrameChg chg="modGraphic">
          <ac:chgData name="Mitchell, Molly" userId="S::molly.mitchell@flhealth.gov::98f167f1-e2c8-48d3-9306-15ff9138877e" providerId="AD" clId="Web-{0B1684FE-7EA2-460D-AF1B-73A14D7AB3BA}" dt="2026-04-09T19:05:31.570" v="111" actId="20577"/>
          <ac:graphicFrameMkLst>
            <pc:docMk/>
            <pc:sldMk cId="2104627183" sldId="268"/>
            <ac:graphicFrameMk id="8" creationId="{26CCC5E5-14D1-9D5E-C021-AA3F3E8F147C}"/>
          </ac:graphicFrameMkLst>
        </pc:graphicFrameChg>
      </pc:sldChg>
      <pc:sldChg chg="modSp">
        <pc:chgData name="Mitchell, Molly" userId="S::molly.mitchell@flhealth.gov::98f167f1-e2c8-48d3-9306-15ff9138877e" providerId="AD" clId="Web-{0B1684FE-7EA2-460D-AF1B-73A14D7AB3BA}" dt="2026-04-09T19:07:25.288" v="119" actId="20577"/>
        <pc:sldMkLst>
          <pc:docMk/>
          <pc:sldMk cId="901371050" sldId="269"/>
        </pc:sldMkLst>
        <pc:spChg chg="mod">
          <ac:chgData name="Mitchell, Molly" userId="S::molly.mitchell@flhealth.gov::98f167f1-e2c8-48d3-9306-15ff9138877e" providerId="AD" clId="Web-{0B1684FE-7EA2-460D-AF1B-73A14D7AB3BA}" dt="2026-04-09T19:05:15.211" v="106" actId="20577"/>
          <ac:spMkLst>
            <pc:docMk/>
            <pc:sldMk cId="901371050" sldId="269"/>
            <ac:spMk id="4" creationId="{DE2D141F-F271-96E5-345E-F0630ACD1AEC}"/>
          </ac:spMkLst>
        </pc:spChg>
        <pc:spChg chg="mod">
          <ac:chgData name="Mitchell, Molly" userId="S::molly.mitchell@flhealth.gov::98f167f1-e2c8-48d3-9306-15ff9138877e" providerId="AD" clId="Web-{0B1684FE-7EA2-460D-AF1B-73A14D7AB3BA}" dt="2026-04-09T19:07:25.288" v="119" actId="20577"/>
          <ac:spMkLst>
            <pc:docMk/>
            <pc:sldMk cId="901371050" sldId="269"/>
            <ac:spMk id="6" creationId="{1A11AC4D-138D-7535-3711-AD775B91BC77}"/>
          </ac:spMkLst>
        </pc:spChg>
      </pc:sldChg>
      <pc:sldChg chg="modSp">
        <pc:chgData name="Mitchell, Molly" userId="S::molly.mitchell@flhealth.gov::98f167f1-e2c8-48d3-9306-15ff9138877e" providerId="AD" clId="Web-{0B1684FE-7EA2-460D-AF1B-73A14D7AB3BA}" dt="2026-04-09T19:07:15.757" v="118" actId="20577"/>
        <pc:sldMkLst>
          <pc:docMk/>
          <pc:sldMk cId="398958619" sldId="271"/>
        </pc:sldMkLst>
        <pc:spChg chg="mod">
          <ac:chgData name="Mitchell, Molly" userId="S::molly.mitchell@flhealth.gov::98f167f1-e2c8-48d3-9306-15ff9138877e" providerId="AD" clId="Web-{0B1684FE-7EA2-460D-AF1B-73A14D7AB3BA}" dt="2026-04-09T19:07:15.757" v="118" actId="20577"/>
          <ac:spMkLst>
            <pc:docMk/>
            <pc:sldMk cId="398958619" sldId="271"/>
            <ac:spMk id="6" creationId="{3184163C-A679-953A-E7C5-27E6962D9052}"/>
          </ac:spMkLst>
        </pc:spChg>
      </pc:sldChg>
      <pc:sldChg chg="modSp">
        <pc:chgData name="Mitchell, Molly" userId="S::molly.mitchell@flhealth.gov::98f167f1-e2c8-48d3-9306-15ff9138877e" providerId="AD" clId="Web-{0B1684FE-7EA2-460D-AF1B-73A14D7AB3BA}" dt="2026-04-09T19:07:06.726" v="117" actId="20577"/>
        <pc:sldMkLst>
          <pc:docMk/>
          <pc:sldMk cId="1499097905" sldId="273"/>
        </pc:sldMkLst>
        <pc:spChg chg="mod">
          <ac:chgData name="Mitchell, Molly" userId="S::molly.mitchell@flhealth.gov::98f167f1-e2c8-48d3-9306-15ff9138877e" providerId="AD" clId="Web-{0B1684FE-7EA2-460D-AF1B-73A14D7AB3BA}" dt="2026-04-09T19:07:06.726" v="117" actId="20577"/>
          <ac:spMkLst>
            <pc:docMk/>
            <pc:sldMk cId="1499097905" sldId="273"/>
            <ac:spMk id="12" creationId="{AFD74629-DF7F-0D67-9852-5555009156F1}"/>
          </ac:spMkLst>
        </pc:spChg>
      </pc:sldChg>
      <pc:sldChg chg="modSp">
        <pc:chgData name="Mitchell, Molly" userId="S::molly.mitchell@flhealth.gov::98f167f1-e2c8-48d3-9306-15ff9138877e" providerId="AD" clId="Web-{0B1684FE-7EA2-460D-AF1B-73A14D7AB3BA}" dt="2026-04-09T19:06:58.976" v="116" actId="20577"/>
        <pc:sldMkLst>
          <pc:docMk/>
          <pc:sldMk cId="3819920837" sldId="274"/>
        </pc:sldMkLst>
        <pc:spChg chg="mod">
          <ac:chgData name="Mitchell, Molly" userId="S::molly.mitchell@flhealth.gov::98f167f1-e2c8-48d3-9306-15ff9138877e" providerId="AD" clId="Web-{0B1684FE-7EA2-460D-AF1B-73A14D7AB3BA}" dt="2026-04-09T19:06:58.976" v="116" actId="20577"/>
          <ac:spMkLst>
            <pc:docMk/>
            <pc:sldMk cId="3819920837" sldId="274"/>
            <ac:spMk id="11" creationId="{E5BE72B1-256D-63D1-03AB-DBAD5A975CDC}"/>
          </ac:spMkLst>
        </pc:spChg>
      </pc:sldChg>
      <pc:sldChg chg="modSp">
        <pc:chgData name="Mitchell, Molly" userId="S::molly.mitchell@flhealth.gov::98f167f1-e2c8-48d3-9306-15ff9138877e" providerId="AD" clId="Web-{0B1684FE-7EA2-460D-AF1B-73A14D7AB3BA}" dt="2026-04-09T19:07:58.320" v="123" actId="20577"/>
        <pc:sldMkLst>
          <pc:docMk/>
          <pc:sldMk cId="2772589134" sldId="275"/>
        </pc:sldMkLst>
        <pc:spChg chg="mod">
          <ac:chgData name="Mitchell, Molly" userId="S::molly.mitchell@flhealth.gov::98f167f1-e2c8-48d3-9306-15ff9138877e" providerId="AD" clId="Web-{0B1684FE-7EA2-460D-AF1B-73A14D7AB3BA}" dt="2026-04-09T19:07:58.320" v="123" actId="20577"/>
          <ac:spMkLst>
            <pc:docMk/>
            <pc:sldMk cId="2772589134" sldId="275"/>
            <ac:spMk id="10" creationId="{A02C3576-65F7-32E6-375C-70E7521F9DC7}"/>
          </ac:spMkLst>
        </pc:spChg>
      </pc:sldChg>
    </pc:docChg>
  </pc:docChgLst>
  <pc:docChgLst>
    <pc:chgData name="Mitchell, Molly" userId="S::molly.mitchell@flhealth.gov::98f167f1-e2c8-48d3-9306-15ff9138877e" providerId="AD" clId="Web-{ABDED36A-9123-4BC6-B6A5-60E8EF9B7F92}"/>
    <pc:docChg chg="modSld">
      <pc:chgData name="Mitchell, Molly" userId="S::molly.mitchell@flhealth.gov::98f167f1-e2c8-48d3-9306-15ff9138877e" providerId="AD" clId="Web-{ABDED36A-9123-4BC6-B6A5-60E8EF9B7F92}" dt="2026-04-21T17:08:22.156" v="96" actId="20577"/>
      <pc:docMkLst>
        <pc:docMk/>
      </pc:docMkLst>
      <pc:sldChg chg="modSp">
        <pc:chgData name="Mitchell, Molly" userId="S::molly.mitchell@flhealth.gov::98f167f1-e2c8-48d3-9306-15ff9138877e" providerId="AD" clId="Web-{ABDED36A-9123-4BC6-B6A5-60E8EF9B7F92}" dt="2026-04-21T17:08:22.156" v="96" actId="20577"/>
        <pc:sldMkLst>
          <pc:docMk/>
          <pc:sldMk cId="2563349312" sldId="258"/>
        </pc:sldMkLst>
        <pc:spChg chg="mod">
          <ac:chgData name="Mitchell, Molly" userId="S::molly.mitchell@flhealth.gov::98f167f1-e2c8-48d3-9306-15ff9138877e" providerId="AD" clId="Web-{ABDED36A-9123-4BC6-B6A5-60E8EF9B7F92}" dt="2026-04-21T17:08:22.156" v="96" actId="20577"/>
          <ac:spMkLst>
            <pc:docMk/>
            <pc:sldMk cId="2563349312" sldId="258"/>
            <ac:spMk id="5" creationId="{77CA80F8-238D-F75F-50AE-3EDF5BD87318}"/>
          </ac:spMkLst>
        </pc:spChg>
      </pc:sldChg>
    </pc:docChg>
  </pc:docChgLst>
  <pc:docChgLst>
    <pc:chgData name="Yengala, Nikhil" userId="b3d7c120-5e59-41bf-a61f-3240f88b825d" providerId="ADAL" clId="{5023FD07-A42B-4608-9F1F-42B22587C1B5}"/>
    <pc:docChg chg="undo redo custSel addSld delSld modSld sldOrd addSection delSection modSection">
      <pc:chgData name="Yengala, Nikhil" userId="b3d7c120-5e59-41bf-a61f-3240f88b825d" providerId="ADAL" clId="{5023FD07-A42B-4608-9F1F-42B22587C1B5}" dt="2026-04-27T21:27:16.885" v="3779" actId="17851"/>
      <pc:docMkLst>
        <pc:docMk/>
      </pc:docMkLst>
      <pc:sldChg chg="addSp delSp modSp mod">
        <pc:chgData name="Yengala, Nikhil" userId="b3d7c120-5e59-41bf-a61f-3240f88b825d" providerId="ADAL" clId="{5023FD07-A42B-4608-9F1F-42B22587C1B5}" dt="2026-04-08T18:21:51.976" v="291" actId="20577"/>
        <pc:sldMkLst>
          <pc:docMk/>
          <pc:sldMk cId="871822644" sldId="256"/>
        </pc:sldMkLst>
        <pc:spChg chg="add mod">
          <ac:chgData name="Yengala, Nikhil" userId="b3d7c120-5e59-41bf-a61f-3240f88b825d" providerId="ADAL" clId="{5023FD07-A42B-4608-9F1F-42B22587C1B5}" dt="2026-04-08T18:21:51.976" v="291" actId="20577"/>
          <ac:spMkLst>
            <pc:docMk/>
            <pc:sldMk cId="871822644" sldId="256"/>
            <ac:spMk id="4" creationId="{4353179A-E4E0-D4CD-0F8B-4FA66E0C83DE}"/>
          </ac:spMkLst>
        </pc:spChg>
        <pc:spChg chg="add mod">
          <ac:chgData name="Yengala, Nikhil" userId="b3d7c120-5e59-41bf-a61f-3240f88b825d" providerId="ADAL" clId="{5023FD07-A42B-4608-9F1F-42B22587C1B5}" dt="2026-04-07T07:07:34.802" v="172" actId="2085"/>
          <ac:spMkLst>
            <pc:docMk/>
            <pc:sldMk cId="871822644" sldId="256"/>
            <ac:spMk id="5" creationId="{B68BB54D-B21C-3388-255C-D023CC890B1C}"/>
          </ac:spMkLst>
        </pc:spChg>
        <pc:spChg chg="add mod ord">
          <ac:chgData name="Yengala, Nikhil" userId="b3d7c120-5e59-41bf-a61f-3240f88b825d" providerId="ADAL" clId="{5023FD07-A42B-4608-9F1F-42B22587C1B5}" dt="2026-04-07T07:10:25.978" v="187" actId="14100"/>
          <ac:spMkLst>
            <pc:docMk/>
            <pc:sldMk cId="871822644" sldId="256"/>
            <ac:spMk id="6" creationId="{8379F667-6155-5DE6-1EA8-3FC5BDE7D70C}"/>
          </ac:spMkLst>
        </pc:spChg>
        <pc:spChg chg="add mod">
          <ac:chgData name="Yengala, Nikhil" userId="b3d7c120-5e59-41bf-a61f-3240f88b825d" providerId="ADAL" clId="{5023FD07-A42B-4608-9F1F-42B22587C1B5}" dt="2026-04-07T07:09:40.712" v="185" actId="1076"/>
          <ac:spMkLst>
            <pc:docMk/>
            <pc:sldMk cId="871822644" sldId="256"/>
            <ac:spMk id="7" creationId="{C1551ACC-7873-1C68-3633-A962D85D5BCF}"/>
          </ac:spMkLst>
        </pc:spChg>
        <pc:spChg chg="mod ord">
          <ac:chgData name="Yengala, Nikhil" userId="b3d7c120-5e59-41bf-a61f-3240f88b825d" providerId="ADAL" clId="{5023FD07-A42B-4608-9F1F-42B22587C1B5}" dt="2026-04-07T07:08:39.273" v="179" actId="688"/>
          <ac:spMkLst>
            <pc:docMk/>
            <pc:sldMk cId="871822644" sldId="256"/>
            <ac:spMk id="8" creationId="{134372C5-7E28-28EA-7989-0E16B3064B32}"/>
          </ac:spMkLst>
        </pc:spChg>
        <pc:picChg chg="add mod">
          <ac:chgData name="Yengala, Nikhil" userId="b3d7c120-5e59-41bf-a61f-3240f88b825d" providerId="ADAL" clId="{5023FD07-A42B-4608-9F1F-42B22587C1B5}" dt="2026-04-07T06:02:50.941" v="6" actId="12789"/>
          <ac:picMkLst>
            <pc:docMk/>
            <pc:sldMk cId="871822644" sldId="256"/>
            <ac:picMk id="3" creationId="{4BA5B825-2363-9D6D-EE74-5F7EE530B821}"/>
          </ac:picMkLst>
        </pc:picChg>
      </pc:sldChg>
      <pc:sldChg chg="addSp delSp modSp mod">
        <pc:chgData name="Yengala, Nikhil" userId="b3d7c120-5e59-41bf-a61f-3240f88b825d" providerId="ADAL" clId="{5023FD07-A42B-4608-9F1F-42B22587C1B5}" dt="2026-04-24T19:26:37.354" v="3659" actId="13926"/>
        <pc:sldMkLst>
          <pc:docMk/>
          <pc:sldMk cId="2563349312" sldId="258"/>
        </pc:sldMkLst>
        <pc:spChg chg="mod">
          <ac:chgData name="Yengala, Nikhil" userId="b3d7c120-5e59-41bf-a61f-3240f88b825d" providerId="ADAL" clId="{5023FD07-A42B-4608-9F1F-42B22587C1B5}" dt="2026-04-07T07:23:36.424" v="198" actId="20577"/>
          <ac:spMkLst>
            <pc:docMk/>
            <pc:sldMk cId="2563349312" sldId="258"/>
            <ac:spMk id="4" creationId="{282DD6D4-D5E0-9B26-4179-A863B65A2FCA}"/>
          </ac:spMkLst>
        </pc:spChg>
        <pc:spChg chg="mod">
          <ac:chgData name="Yengala, Nikhil" userId="b3d7c120-5e59-41bf-a61f-3240f88b825d" providerId="ADAL" clId="{5023FD07-A42B-4608-9F1F-42B22587C1B5}" dt="2026-04-24T19:26:37.354" v="3659" actId="13926"/>
          <ac:spMkLst>
            <pc:docMk/>
            <pc:sldMk cId="2563349312" sldId="258"/>
            <ac:spMk id="5" creationId="{77CA80F8-238D-F75F-50AE-3EDF5BD87318}"/>
          </ac:spMkLst>
        </pc:spChg>
      </pc:sldChg>
      <pc:sldChg chg="addSp delSp modSp add del mod ord modShow">
        <pc:chgData name="Yengala, Nikhil" userId="b3d7c120-5e59-41bf-a61f-3240f88b825d" providerId="ADAL" clId="{5023FD07-A42B-4608-9F1F-42B22587C1B5}" dt="2026-04-27T21:27:15.637" v="3778" actId="47"/>
        <pc:sldMkLst>
          <pc:docMk/>
          <pc:sldMk cId="4238487969" sldId="259"/>
        </pc:sldMkLst>
      </pc:sldChg>
      <pc:sldChg chg="modSp add mod modShow">
        <pc:chgData name="Yengala, Nikhil" userId="b3d7c120-5e59-41bf-a61f-3240f88b825d" providerId="ADAL" clId="{5023FD07-A42B-4608-9F1F-42B22587C1B5}" dt="2026-04-08T20:43:40.026" v="831" actId="729"/>
        <pc:sldMkLst>
          <pc:docMk/>
          <pc:sldMk cId="28987638" sldId="260"/>
        </pc:sldMkLst>
        <pc:spChg chg="mod">
          <ac:chgData name="Yengala, Nikhil" userId="b3d7c120-5e59-41bf-a61f-3240f88b825d" providerId="ADAL" clId="{5023FD07-A42B-4608-9F1F-42B22587C1B5}" dt="2026-04-08T20:00:29.433" v="437" actId="20577"/>
          <ac:spMkLst>
            <pc:docMk/>
            <pc:sldMk cId="28987638" sldId="260"/>
            <ac:spMk id="4" creationId="{72822698-EA52-96BC-C8D9-7919EB9B9E85}"/>
          </ac:spMkLst>
        </pc:spChg>
        <pc:spChg chg="mod">
          <ac:chgData name="Yengala, Nikhil" userId="b3d7c120-5e59-41bf-a61f-3240f88b825d" providerId="ADAL" clId="{5023FD07-A42B-4608-9F1F-42B22587C1B5}" dt="2026-04-08T20:23:12.456" v="513" actId="2711"/>
          <ac:spMkLst>
            <pc:docMk/>
            <pc:sldMk cId="28987638" sldId="260"/>
            <ac:spMk id="5" creationId="{FA8108DA-F331-68F0-9D67-715792AC1A4D}"/>
          </ac:spMkLst>
        </pc:spChg>
      </pc:sldChg>
      <pc:sldChg chg="addSp delSp modSp add mod ord">
        <pc:chgData name="Yengala, Nikhil" userId="b3d7c120-5e59-41bf-a61f-3240f88b825d" providerId="ADAL" clId="{5023FD07-A42B-4608-9F1F-42B22587C1B5}" dt="2026-04-08T21:58:36.190" v="1253" actId="207"/>
        <pc:sldMkLst>
          <pc:docMk/>
          <pc:sldMk cId="292894254" sldId="261"/>
        </pc:sldMkLst>
        <pc:spChg chg="add mod">
          <ac:chgData name="Yengala, Nikhil" userId="b3d7c120-5e59-41bf-a61f-3240f88b825d" providerId="ADAL" clId="{5023FD07-A42B-4608-9F1F-42B22587C1B5}" dt="2026-04-08T21:05:14.159" v="1095" actId="1076"/>
          <ac:spMkLst>
            <pc:docMk/>
            <pc:sldMk cId="292894254" sldId="261"/>
            <ac:spMk id="2" creationId="{AC536FF2-F769-D633-A073-D42F5D883048}"/>
          </ac:spMkLst>
        </pc:spChg>
        <pc:spChg chg="mod">
          <ac:chgData name="Yengala, Nikhil" userId="b3d7c120-5e59-41bf-a61f-3240f88b825d" providerId="ADAL" clId="{5023FD07-A42B-4608-9F1F-42B22587C1B5}" dt="2026-04-08T20:59:41.267" v="909" actId="20577"/>
          <ac:spMkLst>
            <pc:docMk/>
            <pc:sldMk cId="292894254" sldId="261"/>
            <ac:spMk id="4" creationId="{EC060379-D12F-DA5C-64AE-CD912810D0EB}"/>
          </ac:spMkLst>
        </pc:spChg>
        <pc:spChg chg="add mod">
          <ac:chgData name="Yengala, Nikhil" userId="b3d7c120-5e59-41bf-a61f-3240f88b825d" providerId="ADAL" clId="{5023FD07-A42B-4608-9F1F-42B22587C1B5}" dt="2026-04-08T21:58:36.190" v="1253" actId="207"/>
          <ac:spMkLst>
            <pc:docMk/>
            <pc:sldMk cId="292894254" sldId="261"/>
            <ac:spMk id="6" creationId="{0BB279FC-8735-2073-8DD5-534E0069935E}"/>
          </ac:spMkLst>
        </pc:spChg>
      </pc:sldChg>
      <pc:sldChg chg="addSp delSp modSp add mod modShow">
        <pc:chgData name="Yengala, Nikhil" userId="b3d7c120-5e59-41bf-a61f-3240f88b825d" providerId="ADAL" clId="{5023FD07-A42B-4608-9F1F-42B22587C1B5}" dt="2026-04-08T21:10:33.154" v="1149" actId="13926"/>
        <pc:sldMkLst>
          <pc:docMk/>
          <pc:sldMk cId="4261019890" sldId="262"/>
        </pc:sldMkLst>
        <pc:spChg chg="add mod">
          <ac:chgData name="Yengala, Nikhil" userId="b3d7c120-5e59-41bf-a61f-3240f88b825d" providerId="ADAL" clId="{5023FD07-A42B-4608-9F1F-42B22587C1B5}" dt="2026-04-08T21:10:33.154" v="1149" actId="13926"/>
          <ac:spMkLst>
            <pc:docMk/>
            <pc:sldMk cId="4261019890" sldId="262"/>
            <ac:spMk id="2" creationId="{D09E5900-2D8B-691C-CB39-4678B1456F9F}"/>
          </ac:spMkLst>
        </pc:spChg>
        <pc:spChg chg="mod">
          <ac:chgData name="Yengala, Nikhil" userId="b3d7c120-5e59-41bf-a61f-3240f88b825d" providerId="ADAL" clId="{5023FD07-A42B-4608-9F1F-42B22587C1B5}" dt="2026-04-08T20:00:45.115" v="440" actId="2711"/>
          <ac:spMkLst>
            <pc:docMk/>
            <pc:sldMk cId="4261019890" sldId="262"/>
            <ac:spMk id="4" creationId="{E54A1384-3288-52BA-0BFB-21FCF8407B37}"/>
          </ac:spMkLst>
        </pc:spChg>
      </pc:sldChg>
      <pc:sldChg chg="addSp delSp modSp add mod modShow">
        <pc:chgData name="Yengala, Nikhil" userId="b3d7c120-5e59-41bf-a61f-3240f88b825d" providerId="ADAL" clId="{5023FD07-A42B-4608-9F1F-42B22587C1B5}" dt="2026-04-08T20:43:40.026" v="831" actId="729"/>
        <pc:sldMkLst>
          <pc:docMk/>
          <pc:sldMk cId="1546860898" sldId="263"/>
        </pc:sldMkLst>
        <pc:spChg chg="add mod">
          <ac:chgData name="Yengala, Nikhil" userId="b3d7c120-5e59-41bf-a61f-3240f88b825d" providerId="ADAL" clId="{5023FD07-A42B-4608-9F1F-42B22587C1B5}" dt="2026-04-08T20:24:51.175" v="653" actId="20577"/>
          <ac:spMkLst>
            <pc:docMk/>
            <pc:sldMk cId="1546860898" sldId="263"/>
            <ac:spMk id="2" creationId="{B20C53E0-D37D-E981-6355-C5957063F33B}"/>
          </ac:spMkLst>
        </pc:spChg>
        <pc:spChg chg="mod">
          <ac:chgData name="Yengala, Nikhil" userId="b3d7c120-5e59-41bf-a61f-3240f88b825d" providerId="ADAL" clId="{5023FD07-A42B-4608-9F1F-42B22587C1B5}" dt="2026-04-08T20:01:01.823" v="443" actId="2711"/>
          <ac:spMkLst>
            <pc:docMk/>
            <pc:sldMk cId="1546860898" sldId="263"/>
            <ac:spMk id="4" creationId="{1DB841D3-18E6-DD3A-728A-552DCC74CB43}"/>
          </ac:spMkLst>
        </pc:spChg>
      </pc:sldChg>
      <pc:sldChg chg="addSp delSp modSp add mod modShow">
        <pc:chgData name="Yengala, Nikhil" userId="b3d7c120-5e59-41bf-a61f-3240f88b825d" providerId="ADAL" clId="{5023FD07-A42B-4608-9F1F-42B22587C1B5}" dt="2026-04-08T20:43:40.026" v="831" actId="729"/>
        <pc:sldMkLst>
          <pc:docMk/>
          <pc:sldMk cId="707248812" sldId="264"/>
        </pc:sldMkLst>
        <pc:spChg chg="add mod">
          <ac:chgData name="Yengala, Nikhil" userId="b3d7c120-5e59-41bf-a61f-3240f88b825d" providerId="ADAL" clId="{5023FD07-A42B-4608-9F1F-42B22587C1B5}" dt="2026-04-08T20:25:37.858" v="706" actId="12789"/>
          <ac:spMkLst>
            <pc:docMk/>
            <pc:sldMk cId="707248812" sldId="264"/>
            <ac:spMk id="2" creationId="{6D0EBD32-86E0-1A77-8876-B635363BCD5E}"/>
          </ac:spMkLst>
        </pc:spChg>
        <pc:spChg chg="mod">
          <ac:chgData name="Yengala, Nikhil" userId="b3d7c120-5e59-41bf-a61f-3240f88b825d" providerId="ADAL" clId="{5023FD07-A42B-4608-9F1F-42B22587C1B5}" dt="2026-04-08T20:01:25.642" v="450" actId="2711"/>
          <ac:spMkLst>
            <pc:docMk/>
            <pc:sldMk cId="707248812" sldId="264"/>
            <ac:spMk id="4" creationId="{9E5723BA-5619-785D-F39D-B4BF157EAEA0}"/>
          </ac:spMkLst>
        </pc:spChg>
      </pc:sldChg>
      <pc:sldChg chg="addSp delSp modSp add mod">
        <pc:chgData name="Yengala, Nikhil" userId="b3d7c120-5e59-41bf-a61f-3240f88b825d" providerId="ADAL" clId="{5023FD07-A42B-4608-9F1F-42B22587C1B5}" dt="2026-04-27T15:35:01.154" v="3671" actId="27132"/>
        <pc:sldMkLst>
          <pc:docMk/>
          <pc:sldMk cId="2104627183" sldId="268"/>
        </pc:sldMkLst>
        <pc:spChg chg="add mod">
          <ac:chgData name="Yengala, Nikhil" userId="b3d7c120-5e59-41bf-a61f-3240f88b825d" providerId="ADAL" clId="{5023FD07-A42B-4608-9F1F-42B22587C1B5}" dt="2026-04-08T21:07:17.904" v="1109" actId="1076"/>
          <ac:spMkLst>
            <pc:docMk/>
            <pc:sldMk cId="2104627183" sldId="268"/>
            <ac:spMk id="21" creationId="{2313C600-9792-6DC4-4B8B-EE50C378D67E}"/>
          </ac:spMkLst>
        </pc:spChg>
        <pc:spChg chg="add mod">
          <ac:chgData name="Yengala, Nikhil" userId="b3d7c120-5e59-41bf-a61f-3240f88b825d" providerId="ADAL" clId="{5023FD07-A42B-4608-9F1F-42B22587C1B5}" dt="2026-04-08T21:07:55.376" v="1114" actId="1076"/>
          <ac:spMkLst>
            <pc:docMk/>
            <pc:sldMk cId="2104627183" sldId="268"/>
            <ac:spMk id="22" creationId="{E2A1F0F7-097D-8724-AC64-D28ACD0D2A35}"/>
          </ac:spMkLst>
        </pc:spChg>
        <pc:graphicFrameChg chg="mod ord">
          <ac:chgData name="Yengala, Nikhil" userId="b3d7c120-5e59-41bf-a61f-3240f88b825d" providerId="ADAL" clId="{5023FD07-A42B-4608-9F1F-42B22587C1B5}" dt="2026-04-08T20:35:04.267" v="794" actId="167"/>
          <ac:graphicFrameMkLst>
            <pc:docMk/>
            <pc:sldMk cId="2104627183" sldId="268"/>
            <ac:graphicFrameMk id="8" creationId="{26CCC5E5-14D1-9D5E-C021-AA3F3E8F147C}"/>
          </ac:graphicFrameMkLst>
        </pc:graphicFrameChg>
        <pc:graphicFrameChg chg="add mod modGraphic">
          <ac:chgData name="Yengala, Nikhil" userId="b3d7c120-5e59-41bf-a61f-3240f88b825d" providerId="ADAL" clId="{5023FD07-A42B-4608-9F1F-42B22587C1B5}" dt="2026-04-27T15:34:49.420" v="3662" actId="27132"/>
          <ac:graphicFrameMkLst>
            <pc:docMk/>
            <pc:sldMk cId="2104627183" sldId="268"/>
            <ac:graphicFrameMk id="14" creationId="{751948D5-4D77-A54F-19B8-43CF72A2CCF1}"/>
          </ac:graphicFrameMkLst>
        </pc:graphicFrameChg>
        <pc:graphicFrameChg chg="add mod modGraphic">
          <ac:chgData name="Yengala, Nikhil" userId="b3d7c120-5e59-41bf-a61f-3240f88b825d" providerId="ADAL" clId="{5023FD07-A42B-4608-9F1F-42B22587C1B5}" dt="2026-04-27T15:34:54.984" v="3665" actId="27132"/>
          <ac:graphicFrameMkLst>
            <pc:docMk/>
            <pc:sldMk cId="2104627183" sldId="268"/>
            <ac:graphicFrameMk id="16" creationId="{8233F407-4DFC-5811-8216-92570D10A151}"/>
          </ac:graphicFrameMkLst>
        </pc:graphicFrameChg>
        <pc:graphicFrameChg chg="add mod modGraphic">
          <ac:chgData name="Yengala, Nikhil" userId="b3d7c120-5e59-41bf-a61f-3240f88b825d" providerId="ADAL" clId="{5023FD07-A42B-4608-9F1F-42B22587C1B5}" dt="2026-04-27T15:34:58.155" v="3668" actId="27132"/>
          <ac:graphicFrameMkLst>
            <pc:docMk/>
            <pc:sldMk cId="2104627183" sldId="268"/>
            <ac:graphicFrameMk id="18" creationId="{A3AD334F-806C-C39E-147F-56F7B4894F00}"/>
          </ac:graphicFrameMkLst>
        </pc:graphicFrameChg>
        <pc:graphicFrameChg chg="add mod modGraphic">
          <ac:chgData name="Yengala, Nikhil" userId="b3d7c120-5e59-41bf-a61f-3240f88b825d" providerId="ADAL" clId="{5023FD07-A42B-4608-9F1F-42B22587C1B5}" dt="2026-04-27T15:35:01.154" v="3671" actId="27132"/>
          <ac:graphicFrameMkLst>
            <pc:docMk/>
            <pc:sldMk cId="2104627183" sldId="268"/>
            <ac:graphicFrameMk id="20" creationId="{1005A164-9163-F31D-BEF4-8EC444FA4B9F}"/>
          </ac:graphicFrameMkLst>
        </pc:graphicFrameChg>
      </pc:sldChg>
      <pc:sldChg chg="addSp delSp modSp add mod ord">
        <pc:chgData name="Yengala, Nikhil" userId="b3d7c120-5e59-41bf-a61f-3240f88b825d" providerId="ADAL" clId="{5023FD07-A42B-4608-9F1F-42B22587C1B5}" dt="2026-04-08T22:02:19.693" v="1368" actId="12788"/>
        <pc:sldMkLst>
          <pc:docMk/>
          <pc:sldMk cId="901371050" sldId="269"/>
        </pc:sldMkLst>
        <pc:spChg chg="mod">
          <ac:chgData name="Yengala, Nikhil" userId="b3d7c120-5e59-41bf-a61f-3240f88b825d" providerId="ADAL" clId="{5023FD07-A42B-4608-9F1F-42B22587C1B5}" dt="2026-04-08T21:00:19.562" v="940" actId="20577"/>
          <ac:spMkLst>
            <pc:docMk/>
            <pc:sldMk cId="901371050" sldId="269"/>
            <ac:spMk id="4" creationId="{DE2D141F-F271-96E5-345E-F0630ACD1AEC}"/>
          </ac:spMkLst>
        </pc:spChg>
        <pc:spChg chg="add mod">
          <ac:chgData name="Yengala, Nikhil" userId="b3d7c120-5e59-41bf-a61f-3240f88b825d" providerId="ADAL" clId="{5023FD07-A42B-4608-9F1F-42B22587C1B5}" dt="2026-04-08T22:02:19.693" v="1368" actId="12788"/>
          <ac:spMkLst>
            <pc:docMk/>
            <pc:sldMk cId="901371050" sldId="269"/>
            <ac:spMk id="6" creationId="{1A11AC4D-138D-7535-3711-AD775B91BC77}"/>
          </ac:spMkLst>
        </pc:spChg>
      </pc:sldChg>
      <pc:sldChg chg="addSp delSp modSp add mod modAnim">
        <pc:chgData name="Yengala, Nikhil" userId="b3d7c120-5e59-41bf-a61f-3240f88b825d" providerId="ADAL" clId="{5023FD07-A42B-4608-9F1F-42B22587C1B5}" dt="2026-04-27T17:01:22.747" v="3672"/>
        <pc:sldMkLst>
          <pc:docMk/>
          <pc:sldMk cId="1347806768" sldId="270"/>
        </pc:sldMkLst>
        <pc:spChg chg="add mod">
          <ac:chgData name="Yengala, Nikhil" userId="b3d7c120-5e59-41bf-a61f-3240f88b825d" providerId="ADAL" clId="{5023FD07-A42B-4608-9F1F-42B22587C1B5}" dt="2026-04-09T18:39:10.582" v="3214" actId="1076"/>
          <ac:spMkLst>
            <pc:docMk/>
            <pc:sldMk cId="1347806768" sldId="270"/>
            <ac:spMk id="2" creationId="{4B7D259A-1E2F-9764-88EF-78C58F3EBD64}"/>
          </ac:spMkLst>
        </pc:spChg>
        <pc:spChg chg="mod">
          <ac:chgData name="Yengala, Nikhil" userId="b3d7c120-5e59-41bf-a61f-3240f88b825d" providerId="ADAL" clId="{5023FD07-A42B-4608-9F1F-42B22587C1B5}" dt="2026-04-09T01:41:53.321" v="1474" actId="554"/>
          <ac:spMkLst>
            <pc:docMk/>
            <pc:sldMk cId="1347806768" sldId="270"/>
            <ac:spMk id="4" creationId="{DE435EE8-C023-E54B-9229-74FF7EA4E1B4}"/>
          </ac:spMkLst>
        </pc:spChg>
        <pc:spChg chg="add mod">
          <ac:chgData name="Yengala, Nikhil" userId="b3d7c120-5e59-41bf-a61f-3240f88b825d" providerId="ADAL" clId="{5023FD07-A42B-4608-9F1F-42B22587C1B5}" dt="2026-04-09T18:39:10.582" v="3214" actId="1076"/>
          <ac:spMkLst>
            <pc:docMk/>
            <pc:sldMk cId="1347806768" sldId="270"/>
            <ac:spMk id="5" creationId="{83BBD464-4611-7A3A-8016-1B033E0029BC}"/>
          </ac:spMkLst>
        </pc:spChg>
        <pc:spChg chg="add mod">
          <ac:chgData name="Yengala, Nikhil" userId="b3d7c120-5e59-41bf-a61f-3240f88b825d" providerId="ADAL" clId="{5023FD07-A42B-4608-9F1F-42B22587C1B5}" dt="2026-04-09T18:39:10.582" v="3214" actId="1076"/>
          <ac:spMkLst>
            <pc:docMk/>
            <pc:sldMk cId="1347806768" sldId="270"/>
            <ac:spMk id="6" creationId="{B08E06D7-C6E1-36D8-2430-3D74A9DF1815}"/>
          </ac:spMkLst>
        </pc:spChg>
        <pc:spChg chg="add mod">
          <ac:chgData name="Yengala, Nikhil" userId="b3d7c120-5e59-41bf-a61f-3240f88b825d" providerId="ADAL" clId="{5023FD07-A42B-4608-9F1F-42B22587C1B5}" dt="2026-04-09T18:39:10.582" v="3214" actId="1076"/>
          <ac:spMkLst>
            <pc:docMk/>
            <pc:sldMk cId="1347806768" sldId="270"/>
            <ac:spMk id="8" creationId="{C0BF0B29-A1E9-BDD1-61B8-39531DF53121}"/>
          </ac:spMkLst>
        </pc:spChg>
        <pc:spChg chg="add mod">
          <ac:chgData name="Yengala, Nikhil" userId="b3d7c120-5e59-41bf-a61f-3240f88b825d" providerId="ADAL" clId="{5023FD07-A42B-4608-9F1F-42B22587C1B5}" dt="2026-04-09T18:39:10.582" v="3214" actId="1076"/>
          <ac:spMkLst>
            <pc:docMk/>
            <pc:sldMk cId="1347806768" sldId="270"/>
            <ac:spMk id="10" creationId="{FDC1FC3E-B553-A13C-B0D3-276C68ECCC57}"/>
          </ac:spMkLst>
        </pc:spChg>
        <pc:cxnChg chg="add mod">
          <ac:chgData name="Yengala, Nikhil" userId="b3d7c120-5e59-41bf-a61f-3240f88b825d" providerId="ADAL" clId="{5023FD07-A42B-4608-9F1F-42B22587C1B5}" dt="2026-04-09T18:39:10.582" v="3214" actId="1076"/>
          <ac:cxnSpMkLst>
            <pc:docMk/>
            <pc:sldMk cId="1347806768" sldId="270"/>
            <ac:cxnSpMk id="7" creationId="{69FB2029-B383-FE6A-2D48-ADB9C446DCE2}"/>
          </ac:cxnSpMkLst>
        </pc:cxnChg>
        <pc:cxnChg chg="add mod">
          <ac:chgData name="Yengala, Nikhil" userId="b3d7c120-5e59-41bf-a61f-3240f88b825d" providerId="ADAL" clId="{5023FD07-A42B-4608-9F1F-42B22587C1B5}" dt="2026-04-09T18:39:10.582" v="3214" actId="1076"/>
          <ac:cxnSpMkLst>
            <pc:docMk/>
            <pc:sldMk cId="1347806768" sldId="270"/>
            <ac:cxnSpMk id="9" creationId="{58F5E380-DADC-3A08-D2D2-5F1F2E23AEEE}"/>
          </ac:cxnSpMkLst>
        </pc:cxnChg>
        <pc:cxnChg chg="add mod">
          <ac:chgData name="Yengala, Nikhil" userId="b3d7c120-5e59-41bf-a61f-3240f88b825d" providerId="ADAL" clId="{5023FD07-A42B-4608-9F1F-42B22587C1B5}" dt="2026-04-09T18:39:10.582" v="3214" actId="1076"/>
          <ac:cxnSpMkLst>
            <pc:docMk/>
            <pc:sldMk cId="1347806768" sldId="270"/>
            <ac:cxnSpMk id="16" creationId="{97CDBF72-2FF0-3AB9-7B59-9A4803D3FA02}"/>
          </ac:cxnSpMkLst>
        </pc:cxnChg>
        <pc:cxnChg chg="add mod">
          <ac:chgData name="Yengala, Nikhil" userId="b3d7c120-5e59-41bf-a61f-3240f88b825d" providerId="ADAL" clId="{5023FD07-A42B-4608-9F1F-42B22587C1B5}" dt="2026-04-09T18:39:10.582" v="3214" actId="1076"/>
          <ac:cxnSpMkLst>
            <pc:docMk/>
            <pc:sldMk cId="1347806768" sldId="270"/>
            <ac:cxnSpMk id="21" creationId="{5F083A83-4106-DF89-C21C-11251D2245E5}"/>
          </ac:cxnSpMkLst>
        </pc:cxnChg>
      </pc:sldChg>
      <pc:sldChg chg="addSp delSp modSp add mod">
        <pc:chgData name="Yengala, Nikhil" userId="b3d7c120-5e59-41bf-a61f-3240f88b825d" providerId="ADAL" clId="{5023FD07-A42B-4608-9F1F-42B22587C1B5}" dt="2026-04-24T15:24:04.392" v="3608" actId="12788"/>
        <pc:sldMkLst>
          <pc:docMk/>
          <pc:sldMk cId="398958619" sldId="271"/>
        </pc:sldMkLst>
        <pc:spChg chg="mod">
          <ac:chgData name="Yengala, Nikhil" userId="b3d7c120-5e59-41bf-a61f-3240f88b825d" providerId="ADAL" clId="{5023FD07-A42B-4608-9F1F-42B22587C1B5}" dt="2026-04-08T21:05:31.759" v="1098" actId="1076"/>
          <ac:spMkLst>
            <pc:docMk/>
            <pc:sldMk cId="398958619" sldId="271"/>
            <ac:spMk id="2" creationId="{38681C39-EF52-45BA-A147-2B992E3D79FA}"/>
          </ac:spMkLst>
        </pc:spChg>
        <pc:spChg chg="mod">
          <ac:chgData name="Yengala, Nikhil" userId="b3d7c120-5e59-41bf-a61f-3240f88b825d" providerId="ADAL" clId="{5023FD07-A42B-4608-9F1F-42B22587C1B5}" dt="2026-04-08T21:01:12.272" v="965" actId="20577"/>
          <ac:spMkLst>
            <pc:docMk/>
            <pc:sldMk cId="398958619" sldId="271"/>
            <ac:spMk id="4" creationId="{C1C80068-8346-BBB4-485A-B7E3080C3677}"/>
          </ac:spMkLst>
        </pc:spChg>
        <pc:spChg chg="add mod">
          <ac:chgData name="Yengala, Nikhil" userId="b3d7c120-5e59-41bf-a61f-3240f88b825d" providerId="ADAL" clId="{5023FD07-A42B-4608-9F1F-42B22587C1B5}" dt="2026-04-24T15:24:04.392" v="3608" actId="12788"/>
          <ac:spMkLst>
            <pc:docMk/>
            <pc:sldMk cId="398958619" sldId="271"/>
            <ac:spMk id="6" creationId="{3184163C-A679-953A-E7C5-27E6962D9052}"/>
          </ac:spMkLst>
        </pc:spChg>
      </pc:sldChg>
      <pc:sldChg chg="addSp delSp modSp add mod">
        <pc:chgData name="Yengala, Nikhil" userId="b3d7c120-5e59-41bf-a61f-3240f88b825d" providerId="ADAL" clId="{5023FD07-A42B-4608-9F1F-42B22587C1B5}" dt="2026-04-09T18:44:25.206" v="3365" actId="14100"/>
        <pc:sldMkLst>
          <pc:docMk/>
          <pc:sldMk cId="1237155527" sldId="272"/>
        </pc:sldMkLst>
        <pc:spChg chg="mod">
          <ac:chgData name="Yengala, Nikhil" userId="b3d7c120-5e59-41bf-a61f-3240f88b825d" providerId="ADAL" clId="{5023FD07-A42B-4608-9F1F-42B22587C1B5}" dt="2026-04-08T21:01:46.257" v="986" actId="20577"/>
          <ac:spMkLst>
            <pc:docMk/>
            <pc:sldMk cId="1237155527" sldId="272"/>
            <ac:spMk id="4" creationId="{F9EB6B67-AAB9-99CE-BAA1-811F746F4CE0}"/>
          </ac:spMkLst>
        </pc:spChg>
        <pc:spChg chg="add mod">
          <ac:chgData name="Yengala, Nikhil" userId="b3d7c120-5e59-41bf-a61f-3240f88b825d" providerId="ADAL" clId="{5023FD07-A42B-4608-9F1F-42B22587C1B5}" dt="2026-04-09T18:44:25.206" v="3365" actId="14100"/>
          <ac:spMkLst>
            <pc:docMk/>
            <pc:sldMk cId="1237155527" sldId="272"/>
            <ac:spMk id="5" creationId="{1EA440FA-7C3A-3D90-05F5-1785A9FF2263}"/>
          </ac:spMkLst>
        </pc:spChg>
        <pc:spChg chg="add mod">
          <ac:chgData name="Yengala, Nikhil" userId="b3d7c120-5e59-41bf-a61f-3240f88b825d" providerId="ADAL" clId="{5023FD07-A42B-4608-9F1F-42B22587C1B5}" dt="2026-04-09T18:43:46.118" v="3299" actId="1076"/>
          <ac:spMkLst>
            <pc:docMk/>
            <pc:sldMk cId="1237155527" sldId="272"/>
            <ac:spMk id="6" creationId="{3420A16B-232F-B393-A508-0A8705BCAC56}"/>
          </ac:spMkLst>
        </pc:spChg>
      </pc:sldChg>
      <pc:sldChg chg="addSp delSp modSp add mod">
        <pc:chgData name="Yengala, Nikhil" userId="b3d7c120-5e59-41bf-a61f-3240f88b825d" providerId="ADAL" clId="{5023FD07-A42B-4608-9F1F-42B22587C1B5}" dt="2026-04-09T06:09:53.616" v="2621" actId="12789"/>
        <pc:sldMkLst>
          <pc:docMk/>
          <pc:sldMk cId="1499097905" sldId="273"/>
        </pc:sldMkLst>
        <pc:spChg chg="mod">
          <ac:chgData name="Yengala, Nikhil" userId="b3d7c120-5e59-41bf-a61f-3240f88b825d" providerId="ADAL" clId="{5023FD07-A42B-4608-9F1F-42B22587C1B5}" dt="2026-04-08T21:05:53.226" v="1101" actId="1076"/>
          <ac:spMkLst>
            <pc:docMk/>
            <pc:sldMk cId="1499097905" sldId="273"/>
            <ac:spMk id="2" creationId="{ACC459D0-A209-E0C7-4FC3-345EDDC3B805}"/>
          </ac:spMkLst>
        </pc:spChg>
        <pc:spChg chg="add mod">
          <ac:chgData name="Yengala, Nikhil" userId="b3d7c120-5e59-41bf-a61f-3240f88b825d" providerId="ADAL" clId="{5023FD07-A42B-4608-9F1F-42B22587C1B5}" dt="2026-04-09T05:23:02.705" v="1642"/>
          <ac:spMkLst>
            <pc:docMk/>
            <pc:sldMk cId="1499097905" sldId="273"/>
            <ac:spMk id="11" creationId="{2AC206B9-23B0-85C1-643D-605D048399AF}"/>
          </ac:spMkLst>
        </pc:spChg>
        <pc:spChg chg="add mod">
          <ac:chgData name="Yengala, Nikhil" userId="b3d7c120-5e59-41bf-a61f-3240f88b825d" providerId="ADAL" clId="{5023FD07-A42B-4608-9F1F-42B22587C1B5}" dt="2026-04-09T06:09:53.616" v="2621" actId="12789"/>
          <ac:spMkLst>
            <pc:docMk/>
            <pc:sldMk cId="1499097905" sldId="273"/>
            <ac:spMk id="12" creationId="{AFD74629-DF7F-0D67-9852-5555009156F1}"/>
          </ac:spMkLst>
        </pc:spChg>
      </pc:sldChg>
      <pc:sldChg chg="addSp delSp modSp add mod">
        <pc:chgData name="Yengala, Nikhil" userId="b3d7c120-5e59-41bf-a61f-3240f88b825d" providerId="ADAL" clId="{5023FD07-A42B-4608-9F1F-42B22587C1B5}" dt="2026-04-09T18:41:44.903" v="3283" actId="1076"/>
        <pc:sldMkLst>
          <pc:docMk/>
          <pc:sldMk cId="3819920837" sldId="274"/>
        </pc:sldMkLst>
        <pc:spChg chg="add mod">
          <ac:chgData name="Yengala, Nikhil" userId="b3d7c120-5e59-41bf-a61f-3240f88b825d" providerId="ADAL" clId="{5023FD07-A42B-4608-9F1F-42B22587C1B5}" dt="2026-04-09T05:23:16.740" v="1647"/>
          <ac:spMkLst>
            <pc:docMk/>
            <pc:sldMk cId="3819920837" sldId="274"/>
            <ac:spMk id="10" creationId="{9DF26B83-6D12-D7CB-7CB0-14A0AA288531}"/>
          </ac:spMkLst>
        </pc:spChg>
        <pc:spChg chg="add mod">
          <ac:chgData name="Yengala, Nikhil" userId="b3d7c120-5e59-41bf-a61f-3240f88b825d" providerId="ADAL" clId="{5023FD07-A42B-4608-9F1F-42B22587C1B5}" dt="2026-04-09T18:41:44.903" v="3283" actId="1076"/>
          <ac:spMkLst>
            <pc:docMk/>
            <pc:sldMk cId="3819920837" sldId="274"/>
            <ac:spMk id="11" creationId="{E5BE72B1-256D-63D1-03AB-DBAD5A975CDC}"/>
          </ac:spMkLst>
        </pc:spChg>
      </pc:sldChg>
      <pc:sldChg chg="addSp delSp modSp add mod">
        <pc:chgData name="Yengala, Nikhil" userId="b3d7c120-5e59-41bf-a61f-3240f88b825d" providerId="ADAL" clId="{5023FD07-A42B-4608-9F1F-42B22587C1B5}" dt="2026-04-22T23:17:34.701" v="3594" actId="3626"/>
        <pc:sldMkLst>
          <pc:docMk/>
          <pc:sldMk cId="2772589134" sldId="275"/>
        </pc:sldMkLst>
        <pc:spChg chg="mod">
          <ac:chgData name="Yengala, Nikhil" userId="b3d7c120-5e59-41bf-a61f-3240f88b825d" providerId="ADAL" clId="{5023FD07-A42B-4608-9F1F-42B22587C1B5}" dt="2026-04-08T21:06:45.937" v="1105" actId="1076"/>
          <ac:spMkLst>
            <pc:docMk/>
            <pc:sldMk cId="2772589134" sldId="275"/>
            <ac:spMk id="2" creationId="{68EA45AB-DCDE-C63B-02CC-EE896F725C3B}"/>
          </ac:spMkLst>
        </pc:spChg>
        <pc:spChg chg="add mod">
          <ac:chgData name="Yengala, Nikhil" userId="b3d7c120-5e59-41bf-a61f-3240f88b825d" providerId="ADAL" clId="{5023FD07-A42B-4608-9F1F-42B22587C1B5}" dt="2026-04-22T22:19:28.153" v="3475" actId="20577"/>
          <ac:spMkLst>
            <pc:docMk/>
            <pc:sldMk cId="2772589134" sldId="275"/>
            <ac:spMk id="9" creationId="{C7428FF9-82D6-1A9E-FD40-F31A93EE2B4D}"/>
          </ac:spMkLst>
        </pc:spChg>
        <pc:spChg chg="add mod">
          <ac:chgData name="Yengala, Nikhil" userId="b3d7c120-5e59-41bf-a61f-3240f88b825d" providerId="ADAL" clId="{5023FD07-A42B-4608-9F1F-42B22587C1B5}" dt="2026-04-22T23:17:34.701" v="3594" actId="3626"/>
          <ac:spMkLst>
            <pc:docMk/>
            <pc:sldMk cId="2772589134" sldId="275"/>
            <ac:spMk id="10" creationId="{A02C3576-65F7-32E6-375C-70E7521F9DC7}"/>
          </ac:spMkLst>
        </pc:spChg>
      </pc:sldChg>
      <pc:sldChg chg="addSp delSp modSp add mod">
        <pc:chgData name="Yengala, Nikhil" userId="b3d7c120-5e59-41bf-a61f-3240f88b825d" providerId="ADAL" clId="{5023FD07-A42B-4608-9F1F-42B22587C1B5}" dt="2026-04-24T19:19:28.980" v="3651" actId="255"/>
        <pc:sldMkLst>
          <pc:docMk/>
          <pc:sldMk cId="3650350651" sldId="277"/>
        </pc:sldMkLst>
        <pc:spChg chg="add mod">
          <ac:chgData name="Yengala, Nikhil" userId="b3d7c120-5e59-41bf-a61f-3240f88b825d" providerId="ADAL" clId="{5023FD07-A42B-4608-9F1F-42B22587C1B5}" dt="2026-04-09T05:49:48.730" v="2214" actId="20577"/>
          <ac:spMkLst>
            <pc:docMk/>
            <pc:sldMk cId="3650350651" sldId="277"/>
            <ac:spMk id="9" creationId="{D8BE1046-6756-D50A-D5AF-CBD5B1D12B84}"/>
          </ac:spMkLst>
        </pc:spChg>
        <pc:spChg chg="add mod">
          <ac:chgData name="Yengala, Nikhil" userId="b3d7c120-5e59-41bf-a61f-3240f88b825d" providerId="ADAL" clId="{5023FD07-A42B-4608-9F1F-42B22587C1B5}" dt="2026-04-24T19:19:28.980" v="3651" actId="255"/>
          <ac:spMkLst>
            <pc:docMk/>
            <pc:sldMk cId="3650350651" sldId="277"/>
            <ac:spMk id="12" creationId="{E325563B-86F1-F96F-035A-8C93B111DF2A}"/>
          </ac:spMkLst>
        </pc:spChg>
      </pc:sldChg>
      <pc:sldChg chg="addSp delSp modSp add mod ord">
        <pc:chgData name="Yengala, Nikhil" userId="b3d7c120-5e59-41bf-a61f-3240f88b825d" providerId="ADAL" clId="{5023FD07-A42B-4608-9F1F-42B22587C1B5}" dt="2026-04-24T19:19:33.247" v="3652" actId="255"/>
        <pc:sldMkLst>
          <pc:docMk/>
          <pc:sldMk cId="1099142568" sldId="278"/>
        </pc:sldMkLst>
        <pc:spChg chg="add mod">
          <ac:chgData name="Yengala, Nikhil" userId="b3d7c120-5e59-41bf-a61f-3240f88b825d" providerId="ADAL" clId="{5023FD07-A42B-4608-9F1F-42B22587C1B5}" dt="2026-04-09T05:22:36.356" v="1637" actId="20577"/>
          <ac:spMkLst>
            <pc:docMk/>
            <pc:sldMk cId="1099142568" sldId="278"/>
            <ac:spMk id="9" creationId="{06F1F117-DE64-2F4B-7107-9A48B615ACE1}"/>
          </ac:spMkLst>
        </pc:spChg>
        <pc:spChg chg="add mod">
          <ac:chgData name="Yengala, Nikhil" userId="b3d7c120-5e59-41bf-a61f-3240f88b825d" providerId="ADAL" clId="{5023FD07-A42B-4608-9F1F-42B22587C1B5}" dt="2026-04-24T19:19:33.247" v="3652" actId="255"/>
          <ac:spMkLst>
            <pc:docMk/>
            <pc:sldMk cId="1099142568" sldId="278"/>
            <ac:spMk id="10" creationId="{F82DA6CC-DD3E-FC4A-2372-FA2CD7E031E9}"/>
          </ac:spMkLst>
        </pc:spChg>
      </pc:sldChg>
      <pc:sldChg chg="add setBg">
        <pc:chgData name="Yengala, Nikhil" userId="b3d7c120-5e59-41bf-a61f-3240f88b825d" providerId="ADAL" clId="{5023FD07-A42B-4608-9F1F-42B22587C1B5}" dt="2026-04-09T06:12:11.875" v="2625"/>
        <pc:sldMkLst>
          <pc:docMk/>
          <pc:sldMk cId="3678252793" sldId="294"/>
        </pc:sldMkLst>
      </pc:sldChg>
      <pc:sldChg chg="addSp delSp modSp add mod ord">
        <pc:chgData name="Yengala, Nikhil" userId="b3d7c120-5e59-41bf-a61f-3240f88b825d" providerId="ADAL" clId="{5023FD07-A42B-4608-9F1F-42B22587C1B5}" dt="2026-04-22T23:16:40.443" v="3585" actId="12789"/>
        <pc:sldMkLst>
          <pc:docMk/>
          <pc:sldMk cId="2220787714" sldId="295"/>
        </pc:sldMkLst>
        <pc:spChg chg="add mod">
          <ac:chgData name="Yengala, Nikhil" userId="b3d7c120-5e59-41bf-a61f-3240f88b825d" providerId="ADAL" clId="{5023FD07-A42B-4608-9F1F-42B22587C1B5}" dt="2026-04-22T23:16:40.443" v="3585" actId="12789"/>
          <ac:spMkLst>
            <pc:docMk/>
            <pc:sldMk cId="2220787714" sldId="295"/>
            <ac:spMk id="4" creationId="{CB83E22B-50F0-BB06-C281-A9A3FB11E8C4}"/>
          </ac:spMkLst>
        </pc:spChg>
        <pc:spChg chg="mod">
          <ac:chgData name="Yengala, Nikhil" userId="b3d7c120-5e59-41bf-a61f-3240f88b825d" providerId="ADAL" clId="{5023FD07-A42B-4608-9F1F-42B22587C1B5}" dt="2026-04-22T22:24:38.733" v="3490" actId="20577"/>
          <ac:spMkLst>
            <pc:docMk/>
            <pc:sldMk cId="2220787714" sldId="295"/>
            <ac:spMk id="10" creationId="{40A61CEE-32F4-367A-E390-CD1211B7E582}"/>
          </ac:spMkLst>
        </pc:spChg>
      </pc:sldChg>
      <pc:sldChg chg="modSp add mod ord">
        <pc:chgData name="Yengala, Nikhil" userId="b3d7c120-5e59-41bf-a61f-3240f88b825d" providerId="ADAL" clId="{5023FD07-A42B-4608-9F1F-42B22587C1B5}" dt="2026-04-27T17:56:09.853" v="3775" actId="20577"/>
        <pc:sldMkLst>
          <pc:docMk/>
          <pc:sldMk cId="3894846970" sldId="296"/>
        </pc:sldMkLst>
        <pc:spChg chg="mod">
          <ac:chgData name="Yengala, Nikhil" userId="b3d7c120-5e59-41bf-a61f-3240f88b825d" providerId="ADAL" clId="{5023FD07-A42B-4608-9F1F-42B22587C1B5}" dt="2026-04-27T17:56:09.853" v="3775" actId="20577"/>
          <ac:spMkLst>
            <pc:docMk/>
            <pc:sldMk cId="3894846970" sldId="296"/>
            <ac:spMk id="10" creationId="{427081EE-4432-3462-7C8C-1EDBA88FA569}"/>
          </ac:spMkLst>
        </pc:spChg>
      </pc:sldChg>
      <pc:sldChg chg="addSp delSp modSp add mod ord">
        <pc:chgData name="Yengala, Nikhil" userId="b3d7c120-5e59-41bf-a61f-3240f88b825d" providerId="ADAL" clId="{5023FD07-A42B-4608-9F1F-42B22587C1B5}" dt="2026-04-23T19:06:53.517" v="3606" actId="12789"/>
        <pc:sldMkLst>
          <pc:docMk/>
          <pc:sldMk cId="3583423147" sldId="297"/>
        </pc:sldMkLst>
        <pc:spChg chg="mod">
          <ac:chgData name="Yengala, Nikhil" userId="b3d7c120-5e59-41bf-a61f-3240f88b825d" providerId="ADAL" clId="{5023FD07-A42B-4608-9F1F-42B22587C1B5}" dt="2026-04-23T19:06:53.517" v="3606" actId="12789"/>
          <ac:spMkLst>
            <pc:docMk/>
            <pc:sldMk cId="3583423147" sldId="297"/>
            <ac:spMk id="5" creationId="{1951CCB3-6A47-C935-BB8D-AD1EB37277E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CBB5E8-B95E-4D4B-91FA-22584801E71C}" type="doc">
      <dgm:prSet loTypeId="urn:microsoft.com/office/officeart/2005/8/layout/radial6" loCatId="cycle" qsTypeId="urn:microsoft.com/office/officeart/2005/8/quickstyle/simple1" qsCatId="simple" csTypeId="urn:microsoft.com/office/officeart/2005/8/colors/accent0_1" csCatId="mainScheme" phldr="1"/>
      <dgm:spPr/>
      <dgm:t>
        <a:bodyPr/>
        <a:lstStyle/>
        <a:p>
          <a:endParaRPr lang="en-US"/>
        </a:p>
      </dgm:t>
    </dgm:pt>
    <dgm:pt modelId="{A2036A93-875E-450A-9E46-5C6B92B3D932}">
      <dgm:prSet phldrT="[Text]"/>
      <dgm:spPr/>
      <dgm:t>
        <a:bodyPr/>
        <a:lstStyle/>
        <a:p>
          <a:r>
            <a:rPr lang="en-US">
              <a:latin typeface="Switzer Black"/>
            </a:rPr>
            <a:t>Why GitHub?</a:t>
          </a:r>
        </a:p>
      </dgm:t>
    </dgm:pt>
    <dgm:pt modelId="{F88898E8-8FFB-486C-BCA2-BA1F9CF1B0E5}" type="parTrans" cxnId="{426B5BA5-6643-4AF4-A5A3-57EE518960D8}">
      <dgm:prSet/>
      <dgm:spPr/>
      <dgm:t>
        <a:bodyPr/>
        <a:lstStyle/>
        <a:p>
          <a:endParaRPr lang="en-US"/>
        </a:p>
      </dgm:t>
    </dgm:pt>
    <dgm:pt modelId="{163CBE6D-03BE-4B91-9508-AC369EEE459D}" type="sibTrans" cxnId="{426B5BA5-6643-4AF4-A5A3-57EE518960D8}">
      <dgm:prSet/>
      <dgm:spPr/>
      <dgm:t>
        <a:bodyPr/>
        <a:lstStyle/>
        <a:p>
          <a:endParaRPr lang="en-US"/>
        </a:p>
      </dgm:t>
    </dgm:pt>
    <dgm:pt modelId="{8F1FF3B1-A107-46E6-A2F5-CB45080E04DE}">
      <dgm:prSet phldrT="[Text]" custT="1"/>
      <dgm:spPr/>
      <dgm:t>
        <a:bodyPr/>
        <a:lstStyle/>
        <a:p>
          <a:r>
            <a:rPr lang="en-US" sz="1800">
              <a:latin typeface="Switzer Light" pitchFamily="50" charset="0"/>
            </a:rPr>
            <a:t>🔁 Track changes over time</a:t>
          </a:r>
        </a:p>
      </dgm:t>
    </dgm:pt>
    <dgm:pt modelId="{EEBF6939-32B1-4C7E-9E3E-CB54B13B241A}" type="parTrans" cxnId="{B6D6C305-F3C4-4E6B-8258-0F214C16E5BA}">
      <dgm:prSet/>
      <dgm:spPr/>
      <dgm:t>
        <a:bodyPr/>
        <a:lstStyle/>
        <a:p>
          <a:endParaRPr lang="en-US"/>
        </a:p>
      </dgm:t>
    </dgm:pt>
    <dgm:pt modelId="{9408A189-2CBE-40F3-B2B1-F85F91A535CA}" type="sibTrans" cxnId="{B6D6C305-F3C4-4E6B-8258-0F214C16E5BA}">
      <dgm:prSet/>
      <dgm:spPr/>
      <dgm:t>
        <a:bodyPr/>
        <a:lstStyle/>
        <a:p>
          <a:endParaRPr lang="en-US"/>
        </a:p>
      </dgm:t>
    </dgm:pt>
    <dgm:pt modelId="{FFA272DC-1BF8-40B7-A30C-8B3E0C51C25A}">
      <dgm:prSet phldrT="[Text]" custT="1"/>
      <dgm:spPr/>
      <dgm:t>
        <a:bodyPr/>
        <a:lstStyle/>
        <a:p>
          <a:r>
            <a:rPr lang="en-US" sz="1800">
              <a:latin typeface="Switzer Light" pitchFamily="50" charset="0"/>
            </a:rPr>
            <a:t>👥 Collaboration</a:t>
          </a:r>
        </a:p>
      </dgm:t>
    </dgm:pt>
    <dgm:pt modelId="{B440236C-5549-4821-9F14-DE0338955FF7}" type="parTrans" cxnId="{D3D7E2D3-289B-4868-90A4-62EFFBD4E51A}">
      <dgm:prSet/>
      <dgm:spPr/>
      <dgm:t>
        <a:bodyPr/>
        <a:lstStyle/>
        <a:p>
          <a:endParaRPr lang="en-US"/>
        </a:p>
      </dgm:t>
    </dgm:pt>
    <dgm:pt modelId="{6BE5F432-83B7-45AE-9A00-B36DFEB05A2E}" type="sibTrans" cxnId="{D3D7E2D3-289B-4868-90A4-62EFFBD4E51A}">
      <dgm:prSet/>
      <dgm:spPr/>
      <dgm:t>
        <a:bodyPr/>
        <a:lstStyle/>
        <a:p>
          <a:endParaRPr lang="en-US"/>
        </a:p>
      </dgm:t>
    </dgm:pt>
    <dgm:pt modelId="{0C4F1456-6BB6-4C54-8572-7970E569BD15}">
      <dgm:prSet phldrT="[Text]" custT="1"/>
      <dgm:spPr/>
      <dgm:t>
        <a:bodyPr/>
        <a:lstStyle/>
        <a:p>
          <a:r>
            <a:rPr lang="en-US" sz="1800">
              <a:latin typeface="Switzer Light" pitchFamily="50" charset="0"/>
            </a:rPr>
            <a:t>✅ Review</a:t>
          </a:r>
        </a:p>
      </dgm:t>
    </dgm:pt>
    <dgm:pt modelId="{BDE7DE34-A3D9-4A9D-B8AE-ADB330F44A86}" type="parTrans" cxnId="{55F9C8D6-0DA0-4639-9FCA-EB4D9F70206D}">
      <dgm:prSet/>
      <dgm:spPr/>
      <dgm:t>
        <a:bodyPr/>
        <a:lstStyle/>
        <a:p>
          <a:endParaRPr lang="en-US"/>
        </a:p>
      </dgm:t>
    </dgm:pt>
    <dgm:pt modelId="{756745AD-4216-4754-8809-439156712D7B}" type="sibTrans" cxnId="{55F9C8D6-0DA0-4639-9FCA-EB4D9F70206D}">
      <dgm:prSet/>
      <dgm:spPr/>
      <dgm:t>
        <a:bodyPr/>
        <a:lstStyle/>
        <a:p>
          <a:endParaRPr lang="en-US"/>
        </a:p>
      </dgm:t>
    </dgm:pt>
    <dgm:pt modelId="{AE2E2800-2F0C-4268-9517-5F1D0436075C}">
      <dgm:prSet phldrT="[Text]" custT="1"/>
      <dgm:spPr/>
      <dgm:t>
        <a:bodyPr/>
        <a:lstStyle/>
        <a:p>
          <a:r>
            <a:rPr lang="en-US" sz="1800">
              <a:latin typeface="Switzer Light" pitchFamily="50" charset="0"/>
            </a:rPr>
            <a:t>🔬 Reproducibility</a:t>
          </a:r>
        </a:p>
      </dgm:t>
    </dgm:pt>
    <dgm:pt modelId="{0DFA3620-AF8E-41DF-8A8C-003E88207DCF}" type="parTrans" cxnId="{C9D63129-7F17-48FB-8E4B-4550A9DC8778}">
      <dgm:prSet/>
      <dgm:spPr/>
      <dgm:t>
        <a:bodyPr/>
        <a:lstStyle/>
        <a:p>
          <a:endParaRPr lang="en-US"/>
        </a:p>
      </dgm:t>
    </dgm:pt>
    <dgm:pt modelId="{6B9B2A06-F704-4977-AFC9-014BD27BC9F7}" type="sibTrans" cxnId="{C9D63129-7F17-48FB-8E4B-4550A9DC8778}">
      <dgm:prSet/>
      <dgm:spPr/>
      <dgm:t>
        <a:bodyPr/>
        <a:lstStyle/>
        <a:p>
          <a:endParaRPr lang="en-US"/>
        </a:p>
      </dgm:t>
    </dgm:pt>
    <dgm:pt modelId="{ED3D1A7A-4E18-4F20-ABFB-E2844CE797A5}" type="pres">
      <dgm:prSet presAssocID="{EBCBB5E8-B95E-4D4B-91FA-22584801E71C}" presName="Name0" presStyleCnt="0">
        <dgm:presLayoutVars>
          <dgm:chMax val="1"/>
          <dgm:dir/>
          <dgm:animLvl val="ctr"/>
          <dgm:resizeHandles val="exact"/>
        </dgm:presLayoutVars>
      </dgm:prSet>
      <dgm:spPr/>
    </dgm:pt>
    <dgm:pt modelId="{6B58AE59-A180-46A8-BA05-613BE8451F76}" type="pres">
      <dgm:prSet presAssocID="{A2036A93-875E-450A-9E46-5C6B92B3D932}" presName="centerShape" presStyleLbl="node0" presStyleIdx="0" presStyleCnt="1"/>
      <dgm:spPr/>
    </dgm:pt>
    <dgm:pt modelId="{D214C036-F993-4F10-9303-1E37D1EDF230}" type="pres">
      <dgm:prSet presAssocID="{8F1FF3B1-A107-46E6-A2F5-CB45080E04DE}" presName="node" presStyleLbl="node1" presStyleIdx="0" presStyleCnt="4" custScaleX="130076" custScaleY="76503">
        <dgm:presLayoutVars>
          <dgm:bulletEnabled val="1"/>
        </dgm:presLayoutVars>
      </dgm:prSet>
      <dgm:spPr/>
    </dgm:pt>
    <dgm:pt modelId="{25EC8E8E-5D86-4C56-A4AF-52FFD505A475}" type="pres">
      <dgm:prSet presAssocID="{8F1FF3B1-A107-46E6-A2F5-CB45080E04DE}" presName="dummy" presStyleCnt="0"/>
      <dgm:spPr/>
    </dgm:pt>
    <dgm:pt modelId="{29353E29-66C3-475A-B716-0A3A35326C56}" type="pres">
      <dgm:prSet presAssocID="{9408A189-2CBE-40F3-B2B1-F85F91A535CA}" presName="sibTrans" presStyleLbl="sibTrans2D1" presStyleIdx="0" presStyleCnt="4"/>
      <dgm:spPr/>
    </dgm:pt>
    <dgm:pt modelId="{97FB68DF-8C92-49FB-9FEF-E1A10B51817E}" type="pres">
      <dgm:prSet presAssocID="{FFA272DC-1BF8-40B7-A30C-8B3E0C51C25A}" presName="node" presStyleLbl="node1" presStyleIdx="1" presStyleCnt="4" custScaleX="130076" custScaleY="76503">
        <dgm:presLayoutVars>
          <dgm:bulletEnabled val="1"/>
        </dgm:presLayoutVars>
      </dgm:prSet>
      <dgm:spPr/>
    </dgm:pt>
    <dgm:pt modelId="{DCBACB8E-FB37-4635-88E6-C679F33C6274}" type="pres">
      <dgm:prSet presAssocID="{FFA272DC-1BF8-40B7-A30C-8B3E0C51C25A}" presName="dummy" presStyleCnt="0"/>
      <dgm:spPr/>
    </dgm:pt>
    <dgm:pt modelId="{D6A4697E-6A32-4C3A-89D4-B1D7D42C6059}" type="pres">
      <dgm:prSet presAssocID="{6BE5F432-83B7-45AE-9A00-B36DFEB05A2E}" presName="sibTrans" presStyleLbl="sibTrans2D1" presStyleIdx="1" presStyleCnt="4"/>
      <dgm:spPr/>
    </dgm:pt>
    <dgm:pt modelId="{CBC1A36B-14C5-4980-83A0-AF6C3C556D82}" type="pres">
      <dgm:prSet presAssocID="{0C4F1456-6BB6-4C54-8572-7970E569BD15}" presName="node" presStyleLbl="node1" presStyleIdx="2" presStyleCnt="4" custScaleX="130076" custScaleY="76503">
        <dgm:presLayoutVars>
          <dgm:bulletEnabled val="1"/>
        </dgm:presLayoutVars>
      </dgm:prSet>
      <dgm:spPr/>
    </dgm:pt>
    <dgm:pt modelId="{22B15BE6-FC19-4A60-8E4E-4A85CC5E6001}" type="pres">
      <dgm:prSet presAssocID="{0C4F1456-6BB6-4C54-8572-7970E569BD15}" presName="dummy" presStyleCnt="0"/>
      <dgm:spPr/>
    </dgm:pt>
    <dgm:pt modelId="{7BB1CFD3-30BB-4402-B4E1-8AB9FC88D1F0}" type="pres">
      <dgm:prSet presAssocID="{756745AD-4216-4754-8809-439156712D7B}" presName="sibTrans" presStyleLbl="sibTrans2D1" presStyleIdx="2" presStyleCnt="4"/>
      <dgm:spPr/>
    </dgm:pt>
    <dgm:pt modelId="{3BB3DE89-063A-4F35-AC30-8F8B2AEDBD37}" type="pres">
      <dgm:prSet presAssocID="{AE2E2800-2F0C-4268-9517-5F1D0436075C}" presName="node" presStyleLbl="node1" presStyleIdx="3" presStyleCnt="4" custScaleX="130076" custScaleY="76503">
        <dgm:presLayoutVars>
          <dgm:bulletEnabled val="1"/>
        </dgm:presLayoutVars>
      </dgm:prSet>
      <dgm:spPr/>
    </dgm:pt>
    <dgm:pt modelId="{6E4D6001-2C22-44DF-B724-91996F0CB2AD}" type="pres">
      <dgm:prSet presAssocID="{AE2E2800-2F0C-4268-9517-5F1D0436075C}" presName="dummy" presStyleCnt="0"/>
      <dgm:spPr/>
    </dgm:pt>
    <dgm:pt modelId="{50C1919F-D82E-48DD-9190-2F6ED84969D5}" type="pres">
      <dgm:prSet presAssocID="{6B9B2A06-F704-4977-AFC9-014BD27BC9F7}" presName="sibTrans" presStyleLbl="sibTrans2D1" presStyleIdx="3" presStyleCnt="4"/>
      <dgm:spPr/>
    </dgm:pt>
  </dgm:ptLst>
  <dgm:cxnLst>
    <dgm:cxn modelId="{B6D6C305-F3C4-4E6B-8258-0F214C16E5BA}" srcId="{A2036A93-875E-450A-9E46-5C6B92B3D932}" destId="{8F1FF3B1-A107-46E6-A2F5-CB45080E04DE}" srcOrd="0" destOrd="0" parTransId="{EEBF6939-32B1-4C7E-9E3E-CB54B13B241A}" sibTransId="{9408A189-2CBE-40F3-B2B1-F85F91A535CA}"/>
    <dgm:cxn modelId="{4BBD630B-4DEC-4444-ABC6-833673AF341E}" type="presOf" srcId="{FFA272DC-1BF8-40B7-A30C-8B3E0C51C25A}" destId="{97FB68DF-8C92-49FB-9FEF-E1A10B51817E}" srcOrd="0" destOrd="0" presId="urn:microsoft.com/office/officeart/2005/8/layout/radial6"/>
    <dgm:cxn modelId="{6A94C116-CE0D-46E8-BCAA-043432B3B0F9}" type="presOf" srcId="{9408A189-2CBE-40F3-B2B1-F85F91A535CA}" destId="{29353E29-66C3-475A-B716-0A3A35326C56}" srcOrd="0" destOrd="0" presId="urn:microsoft.com/office/officeart/2005/8/layout/radial6"/>
    <dgm:cxn modelId="{C9D63129-7F17-48FB-8E4B-4550A9DC8778}" srcId="{A2036A93-875E-450A-9E46-5C6B92B3D932}" destId="{AE2E2800-2F0C-4268-9517-5F1D0436075C}" srcOrd="3" destOrd="0" parTransId="{0DFA3620-AF8E-41DF-8A8C-003E88207DCF}" sibTransId="{6B9B2A06-F704-4977-AFC9-014BD27BC9F7}"/>
    <dgm:cxn modelId="{C7C1FF32-241E-491D-BEDF-FC71DDDFD87F}" type="presOf" srcId="{756745AD-4216-4754-8809-439156712D7B}" destId="{7BB1CFD3-30BB-4402-B4E1-8AB9FC88D1F0}" srcOrd="0" destOrd="0" presId="urn:microsoft.com/office/officeart/2005/8/layout/radial6"/>
    <dgm:cxn modelId="{AA1A1B68-8C72-4ACC-AB42-0A22BBDEE9F3}" type="presOf" srcId="{A2036A93-875E-450A-9E46-5C6B92B3D932}" destId="{6B58AE59-A180-46A8-BA05-613BE8451F76}" srcOrd="0" destOrd="0" presId="urn:microsoft.com/office/officeart/2005/8/layout/radial6"/>
    <dgm:cxn modelId="{9C573675-4848-4615-853A-E5942B3791EA}" type="presOf" srcId="{0C4F1456-6BB6-4C54-8572-7970E569BD15}" destId="{CBC1A36B-14C5-4980-83A0-AF6C3C556D82}" srcOrd="0" destOrd="0" presId="urn:microsoft.com/office/officeart/2005/8/layout/radial6"/>
    <dgm:cxn modelId="{8C5DF083-79F1-47C6-BCFC-0E794A8A5597}" type="presOf" srcId="{EBCBB5E8-B95E-4D4B-91FA-22584801E71C}" destId="{ED3D1A7A-4E18-4F20-ABFB-E2844CE797A5}" srcOrd="0" destOrd="0" presId="urn:microsoft.com/office/officeart/2005/8/layout/radial6"/>
    <dgm:cxn modelId="{6263F189-084F-4F16-BAB0-4B3DFAE9050E}" type="presOf" srcId="{6BE5F432-83B7-45AE-9A00-B36DFEB05A2E}" destId="{D6A4697E-6A32-4C3A-89D4-B1D7D42C6059}" srcOrd="0" destOrd="0" presId="urn:microsoft.com/office/officeart/2005/8/layout/radial6"/>
    <dgm:cxn modelId="{426B5BA5-6643-4AF4-A5A3-57EE518960D8}" srcId="{EBCBB5E8-B95E-4D4B-91FA-22584801E71C}" destId="{A2036A93-875E-450A-9E46-5C6B92B3D932}" srcOrd="0" destOrd="0" parTransId="{F88898E8-8FFB-486C-BCA2-BA1F9CF1B0E5}" sibTransId="{163CBE6D-03BE-4B91-9508-AC369EEE459D}"/>
    <dgm:cxn modelId="{995A1CB6-D1C3-4F0C-A7CF-9798B0F359FA}" type="presOf" srcId="{6B9B2A06-F704-4977-AFC9-014BD27BC9F7}" destId="{50C1919F-D82E-48DD-9190-2F6ED84969D5}" srcOrd="0" destOrd="0" presId="urn:microsoft.com/office/officeart/2005/8/layout/radial6"/>
    <dgm:cxn modelId="{D3D7E2D3-289B-4868-90A4-62EFFBD4E51A}" srcId="{A2036A93-875E-450A-9E46-5C6B92B3D932}" destId="{FFA272DC-1BF8-40B7-A30C-8B3E0C51C25A}" srcOrd="1" destOrd="0" parTransId="{B440236C-5549-4821-9F14-DE0338955FF7}" sibTransId="{6BE5F432-83B7-45AE-9A00-B36DFEB05A2E}"/>
    <dgm:cxn modelId="{55F9C8D6-0DA0-4639-9FCA-EB4D9F70206D}" srcId="{A2036A93-875E-450A-9E46-5C6B92B3D932}" destId="{0C4F1456-6BB6-4C54-8572-7970E569BD15}" srcOrd="2" destOrd="0" parTransId="{BDE7DE34-A3D9-4A9D-B8AE-ADB330F44A86}" sibTransId="{756745AD-4216-4754-8809-439156712D7B}"/>
    <dgm:cxn modelId="{EC4541F9-4802-44E3-826F-318A5B085A7E}" type="presOf" srcId="{8F1FF3B1-A107-46E6-A2F5-CB45080E04DE}" destId="{D214C036-F993-4F10-9303-1E37D1EDF230}" srcOrd="0" destOrd="0" presId="urn:microsoft.com/office/officeart/2005/8/layout/radial6"/>
    <dgm:cxn modelId="{278D8CFD-70F5-41F9-AD68-B1041CE1D117}" type="presOf" srcId="{AE2E2800-2F0C-4268-9517-5F1D0436075C}" destId="{3BB3DE89-063A-4F35-AC30-8F8B2AEDBD37}" srcOrd="0" destOrd="0" presId="urn:microsoft.com/office/officeart/2005/8/layout/radial6"/>
    <dgm:cxn modelId="{00A33393-33E5-4F77-BE4E-BB0C6F9F661E}" type="presParOf" srcId="{ED3D1A7A-4E18-4F20-ABFB-E2844CE797A5}" destId="{6B58AE59-A180-46A8-BA05-613BE8451F76}" srcOrd="0" destOrd="0" presId="urn:microsoft.com/office/officeart/2005/8/layout/radial6"/>
    <dgm:cxn modelId="{E6880280-060D-4277-A6EA-1BAD00A0F7E7}" type="presParOf" srcId="{ED3D1A7A-4E18-4F20-ABFB-E2844CE797A5}" destId="{D214C036-F993-4F10-9303-1E37D1EDF230}" srcOrd="1" destOrd="0" presId="urn:microsoft.com/office/officeart/2005/8/layout/radial6"/>
    <dgm:cxn modelId="{163C6E8A-1F63-4F2A-A0FA-5331E7CD0F36}" type="presParOf" srcId="{ED3D1A7A-4E18-4F20-ABFB-E2844CE797A5}" destId="{25EC8E8E-5D86-4C56-A4AF-52FFD505A475}" srcOrd="2" destOrd="0" presId="urn:microsoft.com/office/officeart/2005/8/layout/radial6"/>
    <dgm:cxn modelId="{0DEDFF5F-8F7B-4573-89D4-3D4B0BF7ACEA}" type="presParOf" srcId="{ED3D1A7A-4E18-4F20-ABFB-E2844CE797A5}" destId="{29353E29-66C3-475A-B716-0A3A35326C56}" srcOrd="3" destOrd="0" presId="urn:microsoft.com/office/officeart/2005/8/layout/radial6"/>
    <dgm:cxn modelId="{6C1AFBA9-0C2A-409B-A291-B3A314BF77DA}" type="presParOf" srcId="{ED3D1A7A-4E18-4F20-ABFB-E2844CE797A5}" destId="{97FB68DF-8C92-49FB-9FEF-E1A10B51817E}" srcOrd="4" destOrd="0" presId="urn:microsoft.com/office/officeart/2005/8/layout/radial6"/>
    <dgm:cxn modelId="{5F2E24DF-48B0-4DEA-8563-F3E401023095}" type="presParOf" srcId="{ED3D1A7A-4E18-4F20-ABFB-E2844CE797A5}" destId="{DCBACB8E-FB37-4635-88E6-C679F33C6274}" srcOrd="5" destOrd="0" presId="urn:microsoft.com/office/officeart/2005/8/layout/radial6"/>
    <dgm:cxn modelId="{6519569F-63A8-419F-A992-846ED6B5D662}" type="presParOf" srcId="{ED3D1A7A-4E18-4F20-ABFB-E2844CE797A5}" destId="{D6A4697E-6A32-4C3A-89D4-B1D7D42C6059}" srcOrd="6" destOrd="0" presId="urn:microsoft.com/office/officeart/2005/8/layout/radial6"/>
    <dgm:cxn modelId="{CC544254-AC58-4598-85D3-91DDDC2214A6}" type="presParOf" srcId="{ED3D1A7A-4E18-4F20-ABFB-E2844CE797A5}" destId="{CBC1A36B-14C5-4980-83A0-AF6C3C556D82}" srcOrd="7" destOrd="0" presId="urn:microsoft.com/office/officeart/2005/8/layout/radial6"/>
    <dgm:cxn modelId="{FD10BCF3-AF37-46E4-BD05-DB8463CA6A54}" type="presParOf" srcId="{ED3D1A7A-4E18-4F20-ABFB-E2844CE797A5}" destId="{22B15BE6-FC19-4A60-8E4E-4A85CC5E6001}" srcOrd="8" destOrd="0" presId="urn:microsoft.com/office/officeart/2005/8/layout/radial6"/>
    <dgm:cxn modelId="{F74BB038-AEE0-4B99-85E0-D2519B0A7C99}" type="presParOf" srcId="{ED3D1A7A-4E18-4F20-ABFB-E2844CE797A5}" destId="{7BB1CFD3-30BB-4402-B4E1-8AB9FC88D1F0}" srcOrd="9" destOrd="0" presId="urn:microsoft.com/office/officeart/2005/8/layout/radial6"/>
    <dgm:cxn modelId="{19723743-6569-4682-8D67-C1178C03D7DD}" type="presParOf" srcId="{ED3D1A7A-4E18-4F20-ABFB-E2844CE797A5}" destId="{3BB3DE89-063A-4F35-AC30-8F8B2AEDBD37}" srcOrd="10" destOrd="0" presId="urn:microsoft.com/office/officeart/2005/8/layout/radial6"/>
    <dgm:cxn modelId="{D134B8E5-1B72-458A-9A12-9101E5C09AFE}" type="presParOf" srcId="{ED3D1A7A-4E18-4F20-ABFB-E2844CE797A5}" destId="{6E4D6001-2C22-44DF-B724-91996F0CB2AD}" srcOrd="11" destOrd="0" presId="urn:microsoft.com/office/officeart/2005/8/layout/radial6"/>
    <dgm:cxn modelId="{2E231F67-729D-405C-BB39-6CAF4EABBD98}" type="presParOf" srcId="{ED3D1A7A-4E18-4F20-ABFB-E2844CE797A5}" destId="{50C1919F-D82E-48DD-9190-2F6ED84969D5}"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C1919F-D82E-48DD-9190-2F6ED84969D5}">
      <dsp:nvSpPr>
        <dsp:cNvPr id="0" name=""/>
        <dsp:cNvSpPr/>
      </dsp:nvSpPr>
      <dsp:spPr>
        <a:xfrm>
          <a:off x="3458254" y="791254"/>
          <a:ext cx="5275490" cy="5275490"/>
        </a:xfrm>
        <a:prstGeom prst="blockArc">
          <a:avLst>
            <a:gd name="adj1" fmla="val 10800000"/>
            <a:gd name="adj2" fmla="val 16200000"/>
            <a:gd name="adj3" fmla="val 464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B1CFD3-30BB-4402-B4E1-8AB9FC88D1F0}">
      <dsp:nvSpPr>
        <dsp:cNvPr id="0" name=""/>
        <dsp:cNvSpPr/>
      </dsp:nvSpPr>
      <dsp:spPr>
        <a:xfrm>
          <a:off x="3458254" y="791254"/>
          <a:ext cx="5275490" cy="5275490"/>
        </a:xfrm>
        <a:prstGeom prst="blockArc">
          <a:avLst>
            <a:gd name="adj1" fmla="val 5400000"/>
            <a:gd name="adj2" fmla="val 10800000"/>
            <a:gd name="adj3" fmla="val 464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6A4697E-6A32-4C3A-89D4-B1D7D42C6059}">
      <dsp:nvSpPr>
        <dsp:cNvPr id="0" name=""/>
        <dsp:cNvSpPr/>
      </dsp:nvSpPr>
      <dsp:spPr>
        <a:xfrm>
          <a:off x="3458254" y="791254"/>
          <a:ext cx="5275490" cy="5275490"/>
        </a:xfrm>
        <a:prstGeom prst="blockArc">
          <a:avLst>
            <a:gd name="adj1" fmla="val 0"/>
            <a:gd name="adj2" fmla="val 5400000"/>
            <a:gd name="adj3" fmla="val 464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9353E29-66C3-475A-B716-0A3A35326C56}">
      <dsp:nvSpPr>
        <dsp:cNvPr id="0" name=""/>
        <dsp:cNvSpPr/>
      </dsp:nvSpPr>
      <dsp:spPr>
        <a:xfrm>
          <a:off x="3458254" y="791254"/>
          <a:ext cx="5275490" cy="5275490"/>
        </a:xfrm>
        <a:prstGeom prst="blockArc">
          <a:avLst>
            <a:gd name="adj1" fmla="val 16200000"/>
            <a:gd name="adj2" fmla="val 0"/>
            <a:gd name="adj3" fmla="val 464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58AE59-A180-46A8-BA05-613BE8451F76}">
      <dsp:nvSpPr>
        <dsp:cNvPr id="0" name=""/>
        <dsp:cNvSpPr/>
      </dsp:nvSpPr>
      <dsp:spPr>
        <a:xfrm>
          <a:off x="4881562" y="2214562"/>
          <a:ext cx="2428874" cy="2428874"/>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r>
            <a:rPr lang="en-US" sz="3300" kern="1200">
              <a:latin typeface="Switzer Black"/>
            </a:rPr>
            <a:t>Why GitHub?</a:t>
          </a:r>
        </a:p>
      </dsp:txBody>
      <dsp:txXfrm>
        <a:off x="5237262" y="2570262"/>
        <a:ext cx="1717474" cy="1717474"/>
      </dsp:txXfrm>
    </dsp:sp>
    <dsp:sp modelId="{D214C036-F993-4F10-9303-1E37D1EDF230}">
      <dsp:nvSpPr>
        <dsp:cNvPr id="0" name=""/>
        <dsp:cNvSpPr/>
      </dsp:nvSpPr>
      <dsp:spPr>
        <a:xfrm>
          <a:off x="4990215" y="202105"/>
          <a:ext cx="2211568" cy="130071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Track changes over time</a:t>
          </a:r>
        </a:p>
      </dsp:txBody>
      <dsp:txXfrm>
        <a:off x="5314092" y="392590"/>
        <a:ext cx="1563814" cy="919743"/>
      </dsp:txXfrm>
    </dsp:sp>
    <dsp:sp modelId="{97FB68DF-8C92-49FB-9FEF-E1A10B51817E}">
      <dsp:nvSpPr>
        <dsp:cNvPr id="0" name=""/>
        <dsp:cNvSpPr/>
      </dsp:nvSpPr>
      <dsp:spPr>
        <a:xfrm>
          <a:off x="7566753" y="2778643"/>
          <a:ext cx="2211568" cy="130071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Collaboration</a:t>
          </a:r>
        </a:p>
      </dsp:txBody>
      <dsp:txXfrm>
        <a:off x="7890630" y="2969128"/>
        <a:ext cx="1563814" cy="919743"/>
      </dsp:txXfrm>
    </dsp:sp>
    <dsp:sp modelId="{CBC1A36B-14C5-4980-83A0-AF6C3C556D82}">
      <dsp:nvSpPr>
        <dsp:cNvPr id="0" name=""/>
        <dsp:cNvSpPr/>
      </dsp:nvSpPr>
      <dsp:spPr>
        <a:xfrm>
          <a:off x="4990215" y="5355180"/>
          <a:ext cx="2211568" cy="130071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Review</a:t>
          </a:r>
        </a:p>
      </dsp:txBody>
      <dsp:txXfrm>
        <a:off x="5314092" y="5545665"/>
        <a:ext cx="1563814" cy="919743"/>
      </dsp:txXfrm>
    </dsp:sp>
    <dsp:sp modelId="{3BB3DE89-063A-4F35-AC30-8F8B2AEDBD37}">
      <dsp:nvSpPr>
        <dsp:cNvPr id="0" name=""/>
        <dsp:cNvSpPr/>
      </dsp:nvSpPr>
      <dsp:spPr>
        <a:xfrm>
          <a:off x="2413678" y="2778643"/>
          <a:ext cx="2211568" cy="130071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Reproducibility</a:t>
          </a:r>
        </a:p>
      </dsp:txBody>
      <dsp:txXfrm>
        <a:off x="2737555" y="2969128"/>
        <a:ext cx="1563814" cy="91974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0761E7-FBA1-439E-A7A3-D2B22F7BE7B5}"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152E5-EEED-4074-8538-024496F10CD4}" type="slidenum">
              <a:rPr lang="en-US" smtClean="0"/>
              <a:t>‹#›</a:t>
            </a:fld>
            <a:endParaRPr lang="en-US"/>
          </a:p>
        </p:txBody>
      </p:sp>
    </p:spTree>
    <p:extLst>
      <p:ext uri="{BB962C8B-B14F-4D97-AF65-F5344CB8AC3E}">
        <p14:creationId xmlns:p14="http://schemas.microsoft.com/office/powerpoint/2010/main" val="2393427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6662-443D-62D1-314A-ED2A407365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A5D1D6-F4F1-BF91-FEBA-A17D289E16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431C32-BBFC-AC4E-4F7C-B1F51DF09C80}"/>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5" name="Footer Placeholder 4">
            <a:extLst>
              <a:ext uri="{FF2B5EF4-FFF2-40B4-BE49-F238E27FC236}">
                <a16:creationId xmlns:a16="http://schemas.microsoft.com/office/drawing/2014/main" id="{EF4479E5-9291-2AF8-2CF2-C52BDA57C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3C5A3-1405-5C45-472C-D4A3432B10A8}"/>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1528893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C33CE-6B7C-EF92-E40F-54476833C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AC8006-8516-3999-E11C-FDBF7D7071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01BCAA-FC66-239C-009F-25109DA21E12}"/>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5" name="Footer Placeholder 4">
            <a:extLst>
              <a:ext uri="{FF2B5EF4-FFF2-40B4-BE49-F238E27FC236}">
                <a16:creationId xmlns:a16="http://schemas.microsoft.com/office/drawing/2014/main" id="{AE4CC25F-963C-C945-5C92-15B801E9A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20B0E1-F4E2-7EA8-013C-D24823DBF0CD}"/>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3376190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BD3F-19A1-7750-81B6-397992097C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93A8D7-4CBC-3D24-F920-C157DE62AF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8681C1-7CD6-555B-160A-209FBFA1818E}"/>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5" name="Footer Placeholder 4">
            <a:extLst>
              <a:ext uri="{FF2B5EF4-FFF2-40B4-BE49-F238E27FC236}">
                <a16:creationId xmlns:a16="http://schemas.microsoft.com/office/drawing/2014/main" id="{27697470-825F-E59A-AD94-6EC8EF5A41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25CDC-F4EA-F549-FF30-0E9485E46FFE}"/>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963191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CF899-C5E8-F4F0-19F3-635C0D1157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C8610F-DB11-920D-7C1B-84ABA5CEC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C21B0F-C974-9F36-0CB3-2C5106B6F1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67FEF7-C418-7F18-2C0F-AEAEAFB8D3CF}"/>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6" name="Footer Placeholder 5">
            <a:extLst>
              <a:ext uri="{FF2B5EF4-FFF2-40B4-BE49-F238E27FC236}">
                <a16:creationId xmlns:a16="http://schemas.microsoft.com/office/drawing/2014/main" id="{7738E72A-D587-63A7-9BEF-4AF1DC76CF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55FCB-6B29-3548-211E-978D71639E59}"/>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3056653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8194-4638-2E32-45A2-2241611991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947D47-919C-92B1-26EE-575904288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611042-F6C9-E6D1-4A08-6ADEC72ED9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6DAE39-5EA0-303E-0FA4-47C45ACF10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C4F37-09BC-CBCE-4D28-C622A8F606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0A978B-5F01-94C4-B550-8EB73291D1BF}"/>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8" name="Footer Placeholder 7">
            <a:extLst>
              <a:ext uri="{FF2B5EF4-FFF2-40B4-BE49-F238E27FC236}">
                <a16:creationId xmlns:a16="http://schemas.microsoft.com/office/drawing/2014/main" id="{09F583E4-F659-D0C4-4E6C-B44CAA0A87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0848B9-CDA7-6097-33C1-7A16EC8C7A9A}"/>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380876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700F1-312C-AF91-E64F-9C27DDB174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930EB-47E6-EAC2-EEC3-7F7A4F4DD9F6}"/>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4" name="Footer Placeholder 3">
            <a:extLst>
              <a:ext uri="{FF2B5EF4-FFF2-40B4-BE49-F238E27FC236}">
                <a16:creationId xmlns:a16="http://schemas.microsoft.com/office/drawing/2014/main" id="{EF44FBAE-F505-1152-782A-0135660F58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145767-D399-4FA7-9F44-93F621C9C0F4}"/>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150841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097956-42D4-E640-97CA-87D0062F0F5B}"/>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3" name="Footer Placeholder 2">
            <a:extLst>
              <a:ext uri="{FF2B5EF4-FFF2-40B4-BE49-F238E27FC236}">
                <a16:creationId xmlns:a16="http://schemas.microsoft.com/office/drawing/2014/main" id="{1947E7F7-7355-D7A2-706B-E813FB6E8D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F647A9-999A-16A1-19DC-FFD3686FD75F}"/>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200382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DBE83-640D-1CB5-428C-4C04214426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161887-6C7E-A793-4A17-5E55B51959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691E57-94E6-0828-F8CC-F141A4E7B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69CA0F-7786-1EE5-6086-2A2503AD6F2B}"/>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6" name="Footer Placeholder 5">
            <a:extLst>
              <a:ext uri="{FF2B5EF4-FFF2-40B4-BE49-F238E27FC236}">
                <a16:creationId xmlns:a16="http://schemas.microsoft.com/office/drawing/2014/main" id="{B17CF04F-EB62-83D8-8434-481F95882A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6809A-3E36-E742-916E-CC02755234D0}"/>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1030116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7CB3D-EB78-1CD3-79C0-9541D1AA48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93A0EA-9FBC-5667-409C-880973743A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42BA15-B22A-A710-F118-4754878E19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CACF60-2B4D-E073-150C-E80B39EFD20A}"/>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6" name="Footer Placeholder 5">
            <a:extLst>
              <a:ext uri="{FF2B5EF4-FFF2-40B4-BE49-F238E27FC236}">
                <a16:creationId xmlns:a16="http://schemas.microsoft.com/office/drawing/2014/main" id="{BF136A12-9021-1A0C-4F4A-731D04B819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527B56-5CDE-8B40-F047-B8636FFA9082}"/>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3977693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0B7B0-FFCA-6A8A-1A61-B8A456AD30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8A22C6-9289-37B0-35DA-C9649DAAE3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F3B156-88AF-679B-1297-14A8D9CC6E0F}"/>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5" name="Footer Placeholder 4">
            <a:extLst>
              <a:ext uri="{FF2B5EF4-FFF2-40B4-BE49-F238E27FC236}">
                <a16:creationId xmlns:a16="http://schemas.microsoft.com/office/drawing/2014/main" id="{5ED726C9-DB9E-DC42-E1AD-4831F974F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564C-D847-4E36-1F92-5E191FC0B8E8}"/>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3098728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FB8FA-C68B-AB59-81D1-D8838C29D5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F51E4D-9C8F-9820-A5C7-F0A2C4E6CE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F69F0E-17FD-F886-29E2-315D46C86554}"/>
              </a:ext>
            </a:extLst>
          </p:cNvPr>
          <p:cNvSpPr>
            <a:spLocks noGrp="1"/>
          </p:cNvSpPr>
          <p:nvPr>
            <p:ph type="dt" sz="half" idx="10"/>
          </p:nvPr>
        </p:nvSpPr>
        <p:spPr/>
        <p:txBody>
          <a:bodyPr/>
          <a:lstStyle/>
          <a:p>
            <a:fld id="{DDCFE431-AEE4-4B03-A19A-890AB54F3030}" type="datetimeFigureOut">
              <a:rPr lang="en-US" smtClean="0"/>
              <a:t>4/27/2026</a:t>
            </a:fld>
            <a:endParaRPr lang="en-US"/>
          </a:p>
        </p:txBody>
      </p:sp>
      <p:sp>
        <p:nvSpPr>
          <p:cNvPr id="5" name="Footer Placeholder 4">
            <a:extLst>
              <a:ext uri="{FF2B5EF4-FFF2-40B4-BE49-F238E27FC236}">
                <a16:creationId xmlns:a16="http://schemas.microsoft.com/office/drawing/2014/main" id="{A79AB890-2F3D-A0DB-61AC-3008144D7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379FC-7B7C-A71C-96EB-B37CBDA47810}"/>
              </a:ext>
            </a:extLst>
          </p:cNvPr>
          <p:cNvSpPr>
            <a:spLocks noGrp="1"/>
          </p:cNvSpPr>
          <p:nvPr>
            <p:ph type="sldNum" sz="quarter" idx="12"/>
          </p:nvPr>
        </p:nvSpPr>
        <p:spPr/>
        <p:txBody>
          <a:bodyPr/>
          <a:lstStyle/>
          <a:p>
            <a:fld id="{22C936A5-7828-463C-A48D-A1D3558A00BE}" type="slidenum">
              <a:rPr lang="en-US" smtClean="0"/>
              <a:t>‹#›</a:t>
            </a:fld>
            <a:endParaRPr lang="en-US"/>
          </a:p>
        </p:txBody>
      </p:sp>
    </p:spTree>
    <p:extLst>
      <p:ext uri="{BB962C8B-B14F-4D97-AF65-F5344CB8AC3E}">
        <p14:creationId xmlns:p14="http://schemas.microsoft.com/office/powerpoint/2010/main" val="1286440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5387C-C13D-45B6-BE22-917C68B83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655EE5-D1CA-4253-83A2-F922D6AA14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A3CE85-D581-41F0-8784-4D9458EB8804}"/>
              </a:ext>
            </a:extLst>
          </p:cNvPr>
          <p:cNvSpPr>
            <a:spLocks noGrp="1"/>
          </p:cNvSpPr>
          <p:nvPr>
            <p:ph type="dt" sz="half" idx="10"/>
          </p:nvPr>
        </p:nvSpPr>
        <p:spPr/>
        <p:txBody>
          <a:bodyPr/>
          <a:lstStyle/>
          <a:p>
            <a:fld id="{B61BEF0D-F0BB-DE4B-95CE-6DB70DBA9567}" type="datetimeFigureOut">
              <a:rPr lang="en-US" smtClean="0"/>
              <a:pPr/>
              <a:t>4/27/2026</a:t>
            </a:fld>
            <a:endParaRPr lang="en-US"/>
          </a:p>
        </p:txBody>
      </p:sp>
      <p:sp>
        <p:nvSpPr>
          <p:cNvPr id="5" name="Footer Placeholder 4">
            <a:extLst>
              <a:ext uri="{FF2B5EF4-FFF2-40B4-BE49-F238E27FC236}">
                <a16:creationId xmlns:a16="http://schemas.microsoft.com/office/drawing/2014/main" id="{8892CCAD-ECD9-4FCD-88C1-58F813A11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C2980D-F527-4348-B164-2EEA1404DA93}"/>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555479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DDF8-7C31-4E33-ABA9-08CED18143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AAF88E-5362-4CEB-9A70-A17846B1D2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1FAAE-979E-48F6-A9A1-0A967CD30311}"/>
              </a:ext>
            </a:extLst>
          </p:cNvPr>
          <p:cNvSpPr>
            <a:spLocks noGrp="1"/>
          </p:cNvSpPr>
          <p:nvPr>
            <p:ph type="dt" sz="half" idx="10"/>
          </p:nvPr>
        </p:nvSpPr>
        <p:spPr/>
        <p:txBody>
          <a:bodyPr/>
          <a:lstStyle/>
          <a:p>
            <a:fld id="{8F8E7A68-82F9-42A3-90DE-B510BA6A015C}" type="datetime1">
              <a:rPr lang="en-US" smtClean="0"/>
              <a:t>4/27/2026</a:t>
            </a:fld>
            <a:endParaRPr lang="en-US"/>
          </a:p>
        </p:txBody>
      </p:sp>
      <p:sp>
        <p:nvSpPr>
          <p:cNvPr id="5" name="Footer Placeholder 4">
            <a:extLst>
              <a:ext uri="{FF2B5EF4-FFF2-40B4-BE49-F238E27FC236}">
                <a16:creationId xmlns:a16="http://schemas.microsoft.com/office/drawing/2014/main" id="{96F61BF4-3C90-42A2-812F-60EE5FBC8A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5E266-5BD8-4FA7-A911-3FB71616866B}"/>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2798084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146C3-78B7-4208-B49C-57C5A2D578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C70F4B-3646-43F6-B548-ECCA6C5106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89E2B8-6985-4399-992F-D9E5B21236F3}"/>
              </a:ext>
            </a:extLst>
          </p:cNvPr>
          <p:cNvSpPr>
            <a:spLocks noGrp="1"/>
          </p:cNvSpPr>
          <p:nvPr>
            <p:ph type="dt" sz="half" idx="10"/>
          </p:nvPr>
        </p:nvSpPr>
        <p:spPr/>
        <p:txBody>
          <a:bodyPr/>
          <a:lstStyle/>
          <a:p>
            <a:fld id="{0B0569D0-BE7E-42C0-9A79-F1A468921007}" type="datetime1">
              <a:rPr lang="en-US" smtClean="0"/>
              <a:t>4/27/2026</a:t>
            </a:fld>
            <a:endParaRPr lang="en-US"/>
          </a:p>
        </p:txBody>
      </p:sp>
      <p:sp>
        <p:nvSpPr>
          <p:cNvPr id="5" name="Footer Placeholder 4">
            <a:extLst>
              <a:ext uri="{FF2B5EF4-FFF2-40B4-BE49-F238E27FC236}">
                <a16:creationId xmlns:a16="http://schemas.microsoft.com/office/drawing/2014/main" id="{39A2875E-EFDE-4A3A-8F8C-39371D87C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DEA2E7-EAB0-4F1E-8C8A-73D22AB3EBCA}"/>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993211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5AA7C-3BB3-4A6D-9C3E-E2F10777A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626605-40E0-41DF-B208-E07296BB5A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D739EC-818F-4C77-91BF-48A1C04CA9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7C0DA1-AED3-4BC9-917E-EB22F4876E64}"/>
              </a:ext>
            </a:extLst>
          </p:cNvPr>
          <p:cNvSpPr>
            <a:spLocks noGrp="1"/>
          </p:cNvSpPr>
          <p:nvPr>
            <p:ph type="dt" sz="half" idx="10"/>
          </p:nvPr>
        </p:nvSpPr>
        <p:spPr/>
        <p:txBody>
          <a:bodyPr/>
          <a:lstStyle/>
          <a:p>
            <a:fld id="{F7EB9314-DCEC-4A65-9466-5C0ED3D3097B}" type="datetime1">
              <a:rPr lang="en-US" smtClean="0"/>
              <a:t>4/27/2026</a:t>
            </a:fld>
            <a:endParaRPr lang="en-US"/>
          </a:p>
        </p:txBody>
      </p:sp>
      <p:sp>
        <p:nvSpPr>
          <p:cNvPr id="6" name="Footer Placeholder 5">
            <a:extLst>
              <a:ext uri="{FF2B5EF4-FFF2-40B4-BE49-F238E27FC236}">
                <a16:creationId xmlns:a16="http://schemas.microsoft.com/office/drawing/2014/main" id="{511CE9DF-F81F-418F-9397-09F9D36ECB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E8CED-7D5F-4142-9F28-89BAF43F8690}"/>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15293549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3AD8-DC35-40C0-AD08-AF47C5674F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A47A32-8EAD-4CB2-8629-F00FDADDAD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F9BC1F-02D2-4AC5-9784-312C4865A8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B93D8B-40E2-420E-AA11-5A6403778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70660A-89C2-4EE2-A8B1-59579B0B95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21A4F5-0900-4091-BEA7-72B277393427}"/>
              </a:ext>
            </a:extLst>
          </p:cNvPr>
          <p:cNvSpPr>
            <a:spLocks noGrp="1"/>
          </p:cNvSpPr>
          <p:nvPr>
            <p:ph type="dt" sz="half" idx="10"/>
          </p:nvPr>
        </p:nvSpPr>
        <p:spPr/>
        <p:txBody>
          <a:bodyPr/>
          <a:lstStyle/>
          <a:p>
            <a:fld id="{03D1C5C5-14B4-457A-87F1-13EDE7FC084C}" type="datetime1">
              <a:rPr lang="en-US" smtClean="0"/>
              <a:t>4/27/2026</a:t>
            </a:fld>
            <a:endParaRPr lang="en-US"/>
          </a:p>
        </p:txBody>
      </p:sp>
      <p:sp>
        <p:nvSpPr>
          <p:cNvPr id="8" name="Footer Placeholder 7">
            <a:extLst>
              <a:ext uri="{FF2B5EF4-FFF2-40B4-BE49-F238E27FC236}">
                <a16:creationId xmlns:a16="http://schemas.microsoft.com/office/drawing/2014/main" id="{462FF0EB-4B17-47A4-8193-AC59F233BE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2393ED-6AF9-4C83-B03B-5AC8495D9AE5}"/>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2272408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2474D-008C-4B8E-BDE9-155CC51B8E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997DF3-B3B7-4E88-967E-020B22480E6E}"/>
              </a:ext>
            </a:extLst>
          </p:cNvPr>
          <p:cNvSpPr>
            <a:spLocks noGrp="1"/>
          </p:cNvSpPr>
          <p:nvPr>
            <p:ph type="dt" sz="half" idx="10"/>
          </p:nvPr>
        </p:nvSpPr>
        <p:spPr/>
        <p:txBody>
          <a:bodyPr/>
          <a:lstStyle/>
          <a:p>
            <a:fld id="{94B6C28D-2F21-4072-AE30-DE33A22CF9EB}" type="datetime1">
              <a:rPr lang="en-US" smtClean="0"/>
              <a:t>4/27/2026</a:t>
            </a:fld>
            <a:endParaRPr lang="en-US"/>
          </a:p>
        </p:txBody>
      </p:sp>
      <p:sp>
        <p:nvSpPr>
          <p:cNvPr id="4" name="Footer Placeholder 3">
            <a:extLst>
              <a:ext uri="{FF2B5EF4-FFF2-40B4-BE49-F238E27FC236}">
                <a16:creationId xmlns:a16="http://schemas.microsoft.com/office/drawing/2014/main" id="{C6471F55-C581-4A07-BC00-C5D7BA6139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3C6E27-991B-4311-BB3B-985055A6B6FF}"/>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32531048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4C2CD-757A-4328-9ACC-085BC846506E}"/>
              </a:ext>
            </a:extLst>
          </p:cNvPr>
          <p:cNvSpPr>
            <a:spLocks noGrp="1"/>
          </p:cNvSpPr>
          <p:nvPr>
            <p:ph type="dt" sz="half" idx="10"/>
          </p:nvPr>
        </p:nvSpPr>
        <p:spPr/>
        <p:txBody>
          <a:bodyPr/>
          <a:lstStyle/>
          <a:p>
            <a:fld id="{B61BEF0D-F0BB-DE4B-95CE-6DB70DBA9567}" type="datetimeFigureOut">
              <a:rPr lang="en-US" smtClean="0"/>
              <a:pPr/>
              <a:t>4/27/2026</a:t>
            </a:fld>
            <a:endParaRPr lang="en-US"/>
          </a:p>
        </p:txBody>
      </p:sp>
      <p:sp>
        <p:nvSpPr>
          <p:cNvPr id="3" name="Footer Placeholder 2">
            <a:extLst>
              <a:ext uri="{FF2B5EF4-FFF2-40B4-BE49-F238E27FC236}">
                <a16:creationId xmlns:a16="http://schemas.microsoft.com/office/drawing/2014/main" id="{E3445121-392F-4D9C-ABC9-706C427FA9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174D25-6DE4-4EEF-A0B6-039529F3543B}"/>
              </a:ext>
            </a:extLst>
          </p:cNvPr>
          <p:cNvSpPr>
            <a:spLocks noGrp="1"/>
          </p:cNvSpPr>
          <p:nvPr>
            <p:ph type="sldNum" sz="quarter" idx="12"/>
          </p:nvPr>
        </p:nvSpPr>
        <p:spPr/>
        <p:txBody>
          <a:bodyPr/>
          <a:lstStyle/>
          <a:p>
            <a:fld id="{694F3B2D-F8DB-4B2E-832D-AE163D115F98}" type="slidenum">
              <a:rPr lang="en-US" smtClean="0"/>
              <a:t>‹#›</a:t>
            </a:fld>
            <a:endParaRPr lang="en-US"/>
          </a:p>
        </p:txBody>
      </p:sp>
      <p:pic>
        <p:nvPicPr>
          <p:cNvPr id="5" name="Picture 4">
            <a:extLst>
              <a:ext uri="{FF2B5EF4-FFF2-40B4-BE49-F238E27FC236}">
                <a16:creationId xmlns:a16="http://schemas.microsoft.com/office/drawing/2014/main" id="{C9E440B1-EE06-4825-8BA7-3CD7B2ADAF05}"/>
              </a:ext>
            </a:extLst>
          </p:cNvPr>
          <p:cNvPicPr>
            <a:picLocks noChangeAspect="1"/>
          </p:cNvPicPr>
          <p:nvPr userDrawn="1"/>
        </p:nvPicPr>
        <p:blipFill>
          <a:blip r:embed="rId2"/>
          <a:stretch>
            <a:fillRect/>
          </a:stretch>
        </p:blipFill>
        <p:spPr>
          <a:xfrm>
            <a:off x="3102604" y="1584800"/>
            <a:ext cx="5986791" cy="3688400"/>
          </a:xfrm>
          <a:prstGeom prst="rect">
            <a:avLst/>
          </a:prstGeom>
        </p:spPr>
      </p:pic>
      <p:grpSp>
        <p:nvGrpSpPr>
          <p:cNvPr id="6" name="Group 5">
            <a:extLst>
              <a:ext uri="{FF2B5EF4-FFF2-40B4-BE49-F238E27FC236}">
                <a16:creationId xmlns:a16="http://schemas.microsoft.com/office/drawing/2014/main" id="{333AC833-1E3A-428B-ADD1-E3CF87E10A8A}"/>
              </a:ext>
            </a:extLst>
          </p:cNvPr>
          <p:cNvGrpSpPr/>
          <p:nvPr userDrawn="1"/>
        </p:nvGrpSpPr>
        <p:grpSpPr>
          <a:xfrm>
            <a:off x="170968" y="5462640"/>
            <a:ext cx="2931636" cy="1258835"/>
            <a:chOff x="166664" y="5474581"/>
            <a:chExt cx="2931636" cy="1258835"/>
          </a:xfrm>
        </p:grpSpPr>
        <p:pic>
          <p:nvPicPr>
            <p:cNvPr id="7" name="Picture 6">
              <a:extLst>
                <a:ext uri="{FF2B5EF4-FFF2-40B4-BE49-F238E27FC236}">
                  <a16:creationId xmlns:a16="http://schemas.microsoft.com/office/drawing/2014/main" id="{185FDC47-F49B-4BCA-A9ED-651142C5C811}"/>
                </a:ext>
              </a:extLst>
            </p:cNvPr>
            <p:cNvPicPr>
              <a:picLocks noChangeAspect="1"/>
            </p:cNvPicPr>
            <p:nvPr/>
          </p:nvPicPr>
          <p:blipFill>
            <a:blip r:embed="rId3"/>
            <a:stretch>
              <a:fillRect/>
            </a:stretch>
          </p:blipFill>
          <p:spPr>
            <a:xfrm>
              <a:off x="252934" y="5474581"/>
              <a:ext cx="1548518" cy="951058"/>
            </a:xfrm>
            <a:prstGeom prst="rect">
              <a:avLst/>
            </a:prstGeom>
          </p:spPr>
        </p:pic>
        <p:sp>
          <p:nvSpPr>
            <p:cNvPr id="8" name="TextBox 7">
              <a:extLst>
                <a:ext uri="{FF2B5EF4-FFF2-40B4-BE49-F238E27FC236}">
                  <a16:creationId xmlns:a16="http://schemas.microsoft.com/office/drawing/2014/main" id="{5EF7E424-F1F8-42DA-A1BE-5EDB241D039A}"/>
                </a:ext>
              </a:extLst>
            </p:cNvPr>
            <p:cNvSpPr txBox="1"/>
            <p:nvPr/>
          </p:nvSpPr>
          <p:spPr>
            <a:xfrm>
              <a:off x="166664" y="6425639"/>
              <a:ext cx="2931636" cy="307777"/>
            </a:xfrm>
            <a:prstGeom prst="rect">
              <a:avLst/>
            </a:prstGeom>
            <a:noFill/>
          </p:spPr>
          <p:txBody>
            <a:bodyPr wrap="none" rtlCol="0">
              <a:spAutoFit/>
            </a:bodyPr>
            <a:lstStyle/>
            <a:p>
              <a:r>
                <a:rPr lang="en-US" sz="1400" b="1"/>
                <a:t>BPHL-SEbioinformatics@flhealth.gov</a:t>
              </a:r>
            </a:p>
          </p:txBody>
        </p:sp>
      </p:grpSp>
    </p:spTree>
    <p:extLst>
      <p:ext uri="{BB962C8B-B14F-4D97-AF65-F5344CB8AC3E}">
        <p14:creationId xmlns:p14="http://schemas.microsoft.com/office/powerpoint/2010/main" val="15056006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1217F-C887-40C0-B46F-7078F2EEF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CDE729-9252-4CAD-A4A9-5D741CC86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6ADCB1-5EF5-4146-BD14-D833B6A908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9D8EA-4E2D-4B8F-8793-E9BDF2780396}"/>
              </a:ext>
            </a:extLst>
          </p:cNvPr>
          <p:cNvSpPr>
            <a:spLocks noGrp="1"/>
          </p:cNvSpPr>
          <p:nvPr>
            <p:ph type="dt" sz="half" idx="10"/>
          </p:nvPr>
        </p:nvSpPr>
        <p:spPr/>
        <p:txBody>
          <a:bodyPr/>
          <a:lstStyle/>
          <a:p>
            <a:fld id="{E3432A0F-147B-4731-AEA3-C5F7696BDBAF}" type="datetime1">
              <a:rPr lang="en-US" smtClean="0"/>
              <a:t>4/27/2026</a:t>
            </a:fld>
            <a:endParaRPr lang="en-US"/>
          </a:p>
        </p:txBody>
      </p:sp>
      <p:sp>
        <p:nvSpPr>
          <p:cNvPr id="6" name="Footer Placeholder 5">
            <a:extLst>
              <a:ext uri="{FF2B5EF4-FFF2-40B4-BE49-F238E27FC236}">
                <a16:creationId xmlns:a16="http://schemas.microsoft.com/office/drawing/2014/main" id="{36B88FA1-9D2E-449B-BC03-BCB1A7588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1F2B26-013F-424E-996F-65474B956EA9}"/>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32655514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29F5-9586-4CDF-8271-25A818BBBB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D15768-1D9B-4F02-9441-DE0D7409B6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13D3FD-BF1B-40FF-AEFB-4DB5067D5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FFEC6-4E23-487A-A63E-99E4507148E1}"/>
              </a:ext>
            </a:extLst>
          </p:cNvPr>
          <p:cNvSpPr>
            <a:spLocks noGrp="1"/>
          </p:cNvSpPr>
          <p:nvPr>
            <p:ph type="dt" sz="half" idx="10"/>
          </p:nvPr>
        </p:nvSpPr>
        <p:spPr/>
        <p:txBody>
          <a:bodyPr/>
          <a:lstStyle/>
          <a:p>
            <a:fld id="{9C52DD97-BF45-492F-BE4E-AAC85EDF447B}" type="datetime1">
              <a:rPr lang="en-US" smtClean="0"/>
              <a:t>4/27/2026</a:t>
            </a:fld>
            <a:endParaRPr lang="en-US"/>
          </a:p>
        </p:txBody>
      </p:sp>
      <p:sp>
        <p:nvSpPr>
          <p:cNvPr id="6" name="Footer Placeholder 5">
            <a:extLst>
              <a:ext uri="{FF2B5EF4-FFF2-40B4-BE49-F238E27FC236}">
                <a16:creationId xmlns:a16="http://schemas.microsoft.com/office/drawing/2014/main" id="{372CB68C-F90A-4150-AD9C-CCD5CA377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92AF83-8C3E-4DFB-96AF-5FF0B731CC61}"/>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2909723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FBFA-D793-4E48-9EDF-92C7FF8F8C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AC7664-E670-49B8-A6C8-0115A79CAF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601C24-270A-4DBC-9A02-646EDEDF8E6E}"/>
              </a:ext>
            </a:extLst>
          </p:cNvPr>
          <p:cNvSpPr>
            <a:spLocks noGrp="1"/>
          </p:cNvSpPr>
          <p:nvPr>
            <p:ph type="dt" sz="half" idx="10"/>
          </p:nvPr>
        </p:nvSpPr>
        <p:spPr/>
        <p:txBody>
          <a:bodyPr/>
          <a:lstStyle/>
          <a:p>
            <a:fld id="{7B906477-AFD1-4359-A44C-97AF817348CA}" type="datetime1">
              <a:rPr lang="en-US" smtClean="0"/>
              <a:t>4/27/2026</a:t>
            </a:fld>
            <a:endParaRPr lang="en-US"/>
          </a:p>
        </p:txBody>
      </p:sp>
      <p:sp>
        <p:nvSpPr>
          <p:cNvPr id="5" name="Footer Placeholder 4">
            <a:extLst>
              <a:ext uri="{FF2B5EF4-FFF2-40B4-BE49-F238E27FC236}">
                <a16:creationId xmlns:a16="http://schemas.microsoft.com/office/drawing/2014/main" id="{AAB10C97-CD09-464B-9B73-78C73EDCA4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B445F2-81E6-49F4-A9B9-6733D45498EA}"/>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171739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CB8EE-6193-447B-ABC4-4E45AB170F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9F232B-A95F-47D2-A489-F0E922D331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1E3DE-D944-46C6-9CCD-1074547F3AFE}"/>
              </a:ext>
            </a:extLst>
          </p:cNvPr>
          <p:cNvSpPr>
            <a:spLocks noGrp="1"/>
          </p:cNvSpPr>
          <p:nvPr>
            <p:ph type="dt" sz="half" idx="10"/>
          </p:nvPr>
        </p:nvSpPr>
        <p:spPr/>
        <p:txBody>
          <a:bodyPr/>
          <a:lstStyle/>
          <a:p>
            <a:fld id="{A2AD3817-FAAC-4C0E-87CA-2800D79D06D4}" type="datetime1">
              <a:rPr lang="en-US" smtClean="0"/>
              <a:t>4/27/2026</a:t>
            </a:fld>
            <a:endParaRPr lang="en-US"/>
          </a:p>
        </p:txBody>
      </p:sp>
      <p:sp>
        <p:nvSpPr>
          <p:cNvPr id="5" name="Footer Placeholder 4">
            <a:extLst>
              <a:ext uri="{FF2B5EF4-FFF2-40B4-BE49-F238E27FC236}">
                <a16:creationId xmlns:a16="http://schemas.microsoft.com/office/drawing/2014/main" id="{BFB43164-C248-4027-9DDF-8229AA227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457F0-0FFE-47D3-8E17-14AE6E9B19F3}"/>
              </a:ext>
            </a:extLst>
          </p:cNvPr>
          <p:cNvSpPr>
            <a:spLocks noGrp="1"/>
          </p:cNvSpPr>
          <p:nvPr>
            <p:ph type="sldNum" sz="quarter" idx="12"/>
          </p:nvPr>
        </p:nvSpPr>
        <p:spPr/>
        <p:txBody>
          <a:bodyPr/>
          <a:lstStyle/>
          <a:p>
            <a:fld id="{694F3B2D-F8DB-4B2E-832D-AE163D115F98}" type="slidenum">
              <a:rPr lang="en-US" smtClean="0"/>
              <a:t>‹#›</a:t>
            </a:fld>
            <a:endParaRPr lang="en-US"/>
          </a:p>
        </p:txBody>
      </p:sp>
    </p:spTree>
    <p:extLst>
      <p:ext uri="{BB962C8B-B14F-4D97-AF65-F5344CB8AC3E}">
        <p14:creationId xmlns:p14="http://schemas.microsoft.com/office/powerpoint/2010/main" val="3856243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6C519-B6CD-B4E4-E568-08A58E81CF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A34B7D-4805-52CF-C6AB-1EA4CB7105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AECF1A-4DC4-8E16-45F5-2C5A3F5591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FE431-AEE4-4B03-A19A-890AB54F3030}" type="datetimeFigureOut">
              <a:rPr lang="en-US" smtClean="0"/>
              <a:t>4/27/2026</a:t>
            </a:fld>
            <a:endParaRPr lang="en-US"/>
          </a:p>
        </p:txBody>
      </p:sp>
      <p:sp>
        <p:nvSpPr>
          <p:cNvPr id="5" name="Footer Placeholder 4">
            <a:extLst>
              <a:ext uri="{FF2B5EF4-FFF2-40B4-BE49-F238E27FC236}">
                <a16:creationId xmlns:a16="http://schemas.microsoft.com/office/drawing/2014/main" id="{6D92F1A5-BD8B-E431-C767-4D673A1809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55D2EF-36CE-60FE-AED3-4D99BCF5CA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C936A5-7828-463C-A48D-A1D3558A00BE}" type="slidenum">
              <a:rPr lang="en-US" smtClean="0"/>
              <a:t>‹#›</a:t>
            </a:fld>
            <a:endParaRPr lang="en-US"/>
          </a:p>
        </p:txBody>
      </p:sp>
    </p:spTree>
    <p:extLst>
      <p:ext uri="{BB962C8B-B14F-4D97-AF65-F5344CB8AC3E}">
        <p14:creationId xmlns:p14="http://schemas.microsoft.com/office/powerpoint/2010/main" val="1375674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438DEC-E871-42A3-B836-02B95A1F8C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66C083-26AA-4C8B-BC69-43670F3938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A36F40-3029-4C2D-8378-569D611C9E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F749F4-242D-4E96-8213-C27E0408D8CD}" type="datetime1">
              <a:rPr lang="en-US" smtClean="0"/>
              <a:t>4/27/2026</a:t>
            </a:fld>
            <a:endParaRPr lang="en-US"/>
          </a:p>
        </p:txBody>
      </p:sp>
      <p:sp>
        <p:nvSpPr>
          <p:cNvPr id="5" name="Footer Placeholder 4">
            <a:extLst>
              <a:ext uri="{FF2B5EF4-FFF2-40B4-BE49-F238E27FC236}">
                <a16:creationId xmlns:a16="http://schemas.microsoft.com/office/drawing/2014/main" id="{E6F45ACC-10A2-476D-B4A4-E4DD44B61A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6FAFA9-F242-4C73-ACF6-71A2466F5D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F3B2D-F8DB-4B2E-832D-AE163D115F98}" type="slidenum">
              <a:rPr lang="en-US" smtClean="0"/>
              <a:t>‹#›</a:t>
            </a:fld>
            <a:endParaRPr lang="en-US"/>
          </a:p>
        </p:txBody>
      </p:sp>
    </p:spTree>
    <p:extLst>
      <p:ext uri="{BB962C8B-B14F-4D97-AF65-F5344CB8AC3E}">
        <p14:creationId xmlns:p14="http://schemas.microsoft.com/office/powerpoint/2010/main" val="4108693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8.png"/><Relationship Id="rId5" Type="http://schemas.openxmlformats.org/officeDocument/2006/relationships/diagramColors" Target="../diagrams/colors1.xml"/><Relationship Id="rId10" Type="http://schemas.openxmlformats.org/officeDocument/2006/relationships/image" Target="../media/image7.png"/><Relationship Id="rId4" Type="http://schemas.openxmlformats.org/officeDocument/2006/relationships/diagramQuickStyle" Target="../diagrams/quickStyle1.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6" name="Right Triangle 5">
            <a:extLst>
              <a:ext uri="{FF2B5EF4-FFF2-40B4-BE49-F238E27FC236}">
                <a16:creationId xmlns:a16="http://schemas.microsoft.com/office/drawing/2014/main" id="{8379F667-6155-5DE6-1EA8-3FC5BDE7D70C}"/>
              </a:ext>
            </a:extLst>
          </p:cNvPr>
          <p:cNvSpPr/>
          <p:nvPr/>
        </p:nvSpPr>
        <p:spPr>
          <a:xfrm rot="16200000">
            <a:off x="8193087" y="2859088"/>
            <a:ext cx="1800225" cy="619760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BA5B825-2363-9D6D-EE74-5F7EE530B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1800225"/>
            <a:ext cx="5791200" cy="3257550"/>
          </a:xfrm>
          <a:prstGeom prst="rect">
            <a:avLst/>
          </a:prstGeom>
        </p:spPr>
      </p:pic>
      <p:sp>
        <p:nvSpPr>
          <p:cNvPr id="8" name="TextBox 7">
            <a:extLst>
              <a:ext uri="{FF2B5EF4-FFF2-40B4-BE49-F238E27FC236}">
                <a16:creationId xmlns:a16="http://schemas.microsoft.com/office/drawing/2014/main" id="{134372C5-7E28-28EA-7989-0E16B3064B32}"/>
              </a:ext>
            </a:extLst>
          </p:cNvPr>
          <p:cNvSpPr txBox="1"/>
          <p:nvPr/>
        </p:nvSpPr>
        <p:spPr>
          <a:xfrm rot="20700000">
            <a:off x="6654093" y="5209125"/>
            <a:ext cx="5708173" cy="1133475"/>
          </a:xfrm>
          <a:prstGeom prst="rect">
            <a:avLst/>
          </a:prstGeom>
          <a:noFill/>
        </p:spPr>
        <p:txBody>
          <a:bodyPr wrap="square" rtlCol="0">
            <a:noAutofit/>
          </a:bodyPr>
          <a:lstStyle/>
          <a:p>
            <a:pPr algn="ctr"/>
            <a:r>
              <a:rPr lang="en-US" sz="4000" b="1" spc="300">
                <a:solidFill>
                  <a:srgbClr val="E33E3F"/>
                </a:solidFill>
                <a:latin typeface="Cochocib Script Latin Pro" panose="02000503000000020003" pitchFamily="2" charset="0"/>
                <a:ea typeface="HFPoet" pitchFamily="2" charset="0"/>
              </a:rPr>
              <a:t>Advanced Molecular Detection Southeast Region</a:t>
            </a:r>
          </a:p>
        </p:txBody>
      </p:sp>
      <p:sp>
        <p:nvSpPr>
          <p:cNvPr id="4" name="TextBox 3">
            <a:extLst>
              <a:ext uri="{FF2B5EF4-FFF2-40B4-BE49-F238E27FC236}">
                <a16:creationId xmlns:a16="http://schemas.microsoft.com/office/drawing/2014/main" id="{4353179A-E4E0-D4CD-0F8B-4FA66E0C83DE}"/>
              </a:ext>
            </a:extLst>
          </p:cNvPr>
          <p:cNvSpPr txBox="1"/>
          <p:nvPr/>
        </p:nvSpPr>
        <p:spPr>
          <a:xfrm>
            <a:off x="0" y="77822"/>
            <a:ext cx="2055779" cy="479898"/>
          </a:xfrm>
          <a:prstGeom prst="rect">
            <a:avLst/>
          </a:prstGeom>
          <a:noFill/>
        </p:spPr>
        <p:txBody>
          <a:bodyPr vert="horz" wrap="none" rtlCol="0" anchor="t" anchorCtr="0">
            <a:noAutofit/>
          </a:bodyPr>
          <a:lstStyle/>
          <a:p>
            <a:r>
              <a:rPr lang="en-US" sz="2400">
                <a:latin typeface="Switzer Light" pitchFamily="50" charset="0"/>
              </a:rPr>
              <a:t>April 27, 2026</a:t>
            </a:r>
          </a:p>
        </p:txBody>
      </p:sp>
      <p:sp>
        <p:nvSpPr>
          <p:cNvPr id="5" name="Right Triangle 4">
            <a:extLst>
              <a:ext uri="{FF2B5EF4-FFF2-40B4-BE49-F238E27FC236}">
                <a16:creationId xmlns:a16="http://schemas.microsoft.com/office/drawing/2014/main" id="{B68BB54D-B21C-3388-255C-D023CC890B1C}"/>
              </a:ext>
            </a:extLst>
          </p:cNvPr>
          <p:cNvSpPr/>
          <p:nvPr/>
        </p:nvSpPr>
        <p:spPr>
          <a:xfrm>
            <a:off x="0" y="512445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a:extLst>
              <a:ext uri="{FF2B5EF4-FFF2-40B4-BE49-F238E27FC236}">
                <a16:creationId xmlns:a16="http://schemas.microsoft.com/office/drawing/2014/main" id="{C1551ACC-7873-1C68-3633-A962D85D5BCF}"/>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1822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D8B1FE99-0CE4-2132-8014-AF49617675D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951CCB3-6A47-C935-BB8D-AD1EB37277E1}"/>
              </a:ext>
            </a:extLst>
          </p:cNvPr>
          <p:cNvSpPr>
            <a:spLocks noGrp="1"/>
          </p:cNvSpPr>
          <p:nvPr>
            <p:ph idx="1"/>
          </p:nvPr>
        </p:nvSpPr>
        <p:spPr>
          <a:xfrm>
            <a:off x="838200" y="1609245"/>
            <a:ext cx="10515600" cy="3639510"/>
          </a:xfrm>
        </p:spPr>
        <p:txBody>
          <a:bodyPr vert="horz" lIns="91440" tIns="45720" rIns="91440" bIns="45720" rtlCol="0" anchor="t">
            <a:normAutofit/>
          </a:bodyPr>
          <a:lstStyle/>
          <a:p>
            <a:pPr marL="0" indent="0" algn="ctr">
              <a:buNone/>
            </a:pPr>
            <a:r>
              <a:rPr lang="en-US" dirty="0">
                <a:latin typeface="Switzer Semibold"/>
                <a:ea typeface="Calibri"/>
                <a:cs typeface="Calibri"/>
              </a:rPr>
              <a:t>This resource was made possible through funding provided under the Epidemiology and Laboratory Capacity for Prevention and Control of Emerging Infectious Diseases (ELC) Cooperative Agreement (CK24-0002), Project D: Advanced Molecular Detection to the Florida Department of Health. The conclusions, findings, and opinions expressed by authors do not necessarily reflect the official position of the U.S. Department of Health and Human Services, the Public Health Service, or the Centers for Disease Control and Prevention.</a:t>
            </a:r>
          </a:p>
        </p:txBody>
      </p:sp>
    </p:spTree>
    <p:extLst>
      <p:ext uri="{BB962C8B-B14F-4D97-AF65-F5344CB8AC3E}">
        <p14:creationId xmlns:p14="http://schemas.microsoft.com/office/powerpoint/2010/main" val="3583423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29F41BE3-A700-3350-1FD6-884233664F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2DD6D4-D5E0-9B26-4179-A863B65A2FCA}"/>
              </a:ext>
            </a:extLst>
          </p:cNvPr>
          <p:cNvSpPr>
            <a:spLocks noGrp="1"/>
          </p:cNvSpPr>
          <p:nvPr>
            <p:ph type="title"/>
          </p:nvPr>
        </p:nvSpPr>
        <p:spPr/>
        <p:txBody>
          <a:bodyPr/>
          <a:lstStyle/>
          <a:p>
            <a:pPr algn="ctr"/>
            <a:r>
              <a:rPr lang="en-US">
                <a:latin typeface="Switzer Black" pitchFamily="50" charset="0"/>
              </a:rPr>
              <a:t>UPDATES</a:t>
            </a:r>
          </a:p>
        </p:txBody>
      </p:sp>
      <p:sp>
        <p:nvSpPr>
          <p:cNvPr id="5" name="Content Placeholder 4">
            <a:extLst>
              <a:ext uri="{FF2B5EF4-FFF2-40B4-BE49-F238E27FC236}">
                <a16:creationId xmlns:a16="http://schemas.microsoft.com/office/drawing/2014/main" id="{77CA80F8-238D-F75F-50AE-3EDF5BD87318}"/>
              </a:ext>
            </a:extLst>
          </p:cNvPr>
          <p:cNvSpPr>
            <a:spLocks noGrp="1"/>
          </p:cNvSpPr>
          <p:nvPr>
            <p:ph idx="1"/>
          </p:nvPr>
        </p:nvSpPr>
        <p:spPr>
          <a:xfrm>
            <a:off x="955057" y="1690688"/>
            <a:ext cx="10281886" cy="4618058"/>
          </a:xfrm>
        </p:spPr>
        <p:txBody>
          <a:bodyPr vert="horz" lIns="91440" tIns="45720" rIns="91440" bIns="45720" rtlCol="0" anchor="t">
            <a:normAutofit/>
          </a:bodyPr>
          <a:lstStyle/>
          <a:p>
            <a:r>
              <a:rPr lang="en-US" dirty="0">
                <a:latin typeface="Switzer Semibold"/>
                <a:ea typeface="Calibri"/>
                <a:cs typeface="Calibri"/>
              </a:rPr>
              <a:t>In‑Person Training (July 16–17, Athens, GA):</a:t>
            </a:r>
          </a:p>
          <a:p>
            <a:pPr lvl="1"/>
            <a:r>
              <a:rPr lang="en-US" sz="2000" dirty="0">
                <a:latin typeface="Switzer" pitchFamily="50" charset="0"/>
                <a:ea typeface="Calibri"/>
                <a:cs typeface="Calibri"/>
              </a:rPr>
              <a:t>Two‑day, on‑site workshop focused on hands‑on genomic epidemiology tools, guided exercises, and real‑world applications.</a:t>
            </a:r>
          </a:p>
          <a:p>
            <a:pPr lvl="1"/>
            <a:r>
              <a:rPr lang="en-US" sz="2000" dirty="0">
                <a:latin typeface="Switzer" pitchFamily="50" charset="0"/>
                <a:ea typeface="Calibri"/>
                <a:cs typeface="Calibri"/>
              </a:rPr>
              <a:t>Supports preparation for the 12‑week series through interactive sessions, pipeline walkthroughs, and small‑group work.</a:t>
            </a:r>
          </a:p>
          <a:p>
            <a:pPr lvl="1"/>
            <a:r>
              <a:rPr lang="en-US" sz="2000" dirty="0">
                <a:highlight>
                  <a:srgbClr val="FFFF00"/>
                </a:highlight>
                <a:latin typeface="Switzer" pitchFamily="50" charset="0"/>
                <a:ea typeface="Calibri"/>
                <a:cs typeface="Calibri"/>
              </a:rPr>
              <a:t>Please begin working</a:t>
            </a:r>
            <a:r>
              <a:rPr lang="en-US" sz="2000" dirty="0">
                <a:latin typeface="Switzer" pitchFamily="50" charset="0"/>
                <a:ea typeface="Calibri"/>
                <a:cs typeface="Calibri"/>
              </a:rPr>
              <a:t> on internal </a:t>
            </a:r>
            <a:r>
              <a:rPr lang="en-US" sz="2000" dirty="0">
                <a:highlight>
                  <a:srgbClr val="FFFF00"/>
                </a:highlight>
                <a:latin typeface="Switzer" pitchFamily="50" charset="0"/>
                <a:ea typeface="Calibri"/>
                <a:cs typeface="Calibri"/>
              </a:rPr>
              <a:t>travel approvals</a:t>
            </a:r>
            <a:r>
              <a:rPr lang="en-US" sz="2000" dirty="0">
                <a:latin typeface="Switzer" pitchFamily="50" charset="0"/>
                <a:ea typeface="Calibri"/>
                <a:cs typeface="Calibri"/>
              </a:rPr>
              <a:t> for 2 people, ideally one epidemiologist and one lead laboratorian</a:t>
            </a:r>
          </a:p>
          <a:p>
            <a:r>
              <a:rPr lang="en-US" dirty="0">
                <a:latin typeface="Switzer Semibold"/>
                <a:ea typeface="Calibri"/>
                <a:cs typeface="Calibri"/>
              </a:rPr>
              <a:t>15-week training online – expansion on Genomic Epi </a:t>
            </a:r>
            <a:endParaRPr lang="en-US" dirty="0">
              <a:latin typeface="Switzer Semibold" pitchFamily="50" charset="0"/>
              <a:ea typeface="Calibri"/>
              <a:cs typeface="Calibri"/>
            </a:endParaRPr>
          </a:p>
          <a:p>
            <a:r>
              <a:rPr lang="en-US" dirty="0" err="1">
                <a:latin typeface="Switzer Semibold"/>
                <a:ea typeface="Calibri"/>
                <a:cs typeface="Calibri"/>
              </a:rPr>
              <a:t>HiPerGator</a:t>
            </a:r>
            <a:endParaRPr lang="en-US" dirty="0">
              <a:latin typeface="Switzer Semibold"/>
              <a:ea typeface="Calibri"/>
              <a:cs typeface="Calibri"/>
            </a:endParaRPr>
          </a:p>
          <a:p>
            <a:pPr lvl="1"/>
            <a:r>
              <a:rPr lang="en-US" sz="2000" dirty="0">
                <a:latin typeface="Switzer" pitchFamily="50" charset="0"/>
                <a:ea typeface="Calibri"/>
                <a:cs typeface="Calibri"/>
              </a:rPr>
              <a:t>Changes to how we request new accounts </a:t>
            </a:r>
          </a:p>
          <a:p>
            <a:pPr lvl="1"/>
            <a:r>
              <a:rPr lang="en-US" sz="2000" dirty="0">
                <a:latin typeface="Switzer" pitchFamily="50" charset="0"/>
                <a:ea typeface="Calibri"/>
                <a:cs typeface="Calibri"/>
              </a:rPr>
              <a:t>Still figuring out the system and will update our directions as needed</a:t>
            </a:r>
          </a:p>
          <a:p>
            <a:pPr lvl="1"/>
            <a:r>
              <a:rPr lang="en-US" sz="2000" dirty="0">
                <a:latin typeface="Switzer" pitchFamily="50" charset="0"/>
                <a:ea typeface="Calibri"/>
                <a:cs typeface="Calibri"/>
              </a:rPr>
              <a:t>IF you have any issues with accessing HPG, let Molly Mitchell know ASAP</a:t>
            </a:r>
          </a:p>
        </p:txBody>
      </p:sp>
    </p:spTree>
    <p:extLst>
      <p:ext uri="{BB962C8B-B14F-4D97-AF65-F5344CB8AC3E}">
        <p14:creationId xmlns:p14="http://schemas.microsoft.com/office/powerpoint/2010/main" val="2563349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B1BA213E-54D9-1C25-3413-955241FD1210}"/>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26CCC5E5-14D1-9D5E-C021-AA3F3E8F147C}"/>
              </a:ext>
            </a:extLst>
          </p:cNvPr>
          <p:cNvGraphicFramePr>
            <a:graphicFrameLocks noGrp="1"/>
          </p:cNvGraphicFramePr>
          <p:nvPr>
            <p:ph idx="1"/>
            <p:extLst>
              <p:ext uri="{D42A27DB-BD31-4B8C-83A1-F6EECF244321}">
                <p14:modId xmlns:p14="http://schemas.microsoft.com/office/powerpoint/2010/main" val="1295202"/>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Content Placeholder 4">
            <a:extLst>
              <a:ext uri="{FF2B5EF4-FFF2-40B4-BE49-F238E27FC236}">
                <a16:creationId xmlns:a16="http://schemas.microsoft.com/office/drawing/2014/main" id="{BEE17ECE-1111-753B-9C75-D9FDF3758819}"/>
              </a:ext>
            </a:extLst>
          </p:cNvPr>
          <p:cNvPicPr>
            <a:picLocks noChangeAspect="1"/>
          </p:cNvPicPr>
          <p:nvPr/>
        </p:nvPicPr>
        <p:blipFill>
          <a:blip r:embed="rId7"/>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A1E89CB6-571C-1624-10E6-66707271D2EB}"/>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slz="http://schemas.microsoft.com/office/powerpoint/2016/slidezoom" Requires="pslz">
          <p:graphicFrame>
            <p:nvGraphicFramePr>
              <p:cNvPr id="14" name="Slide Zoom 13">
                <a:extLst>
                  <a:ext uri="{FF2B5EF4-FFF2-40B4-BE49-F238E27FC236}">
                    <a16:creationId xmlns:a16="http://schemas.microsoft.com/office/drawing/2014/main" id="{751948D5-4D77-A54F-19B8-43CF72A2CCF1}"/>
                  </a:ext>
                </a:extLst>
              </p:cNvPr>
              <p:cNvGraphicFramePr>
                <a:graphicFrameLocks noChangeAspect="1"/>
              </p:cNvGraphicFramePr>
              <p:nvPr>
                <p:extLst>
                  <p:ext uri="{D42A27DB-BD31-4B8C-83A1-F6EECF244321}">
                    <p14:modId xmlns:p14="http://schemas.microsoft.com/office/powerpoint/2010/main" val="3710530440"/>
                  </p:ext>
                </p:extLst>
              </p:nvPr>
            </p:nvGraphicFramePr>
            <p:xfrm>
              <a:off x="4984539" y="191385"/>
              <a:ext cx="2222921" cy="1312160"/>
            </p:xfrm>
            <a:graphic>
              <a:graphicData uri="http://schemas.microsoft.com/office/powerpoint/2016/slidezoom">
                <pslz:sldZm>
                  <pslz:sldZmObj sldId="260" cId="28987638">
                    <pslz:zmPr id="{458E58B1-F625-41AF-ABDA-3AD2F996850E}" imageType="cover" transitionDur="750">
                      <p166:blipFill xmlns:p166="http://schemas.microsoft.com/office/powerpoint/2016/6/main">
                        <a:blip r:embed="rId8">
                          <a:extLst>
                            <a:ext uri="{28A0092B-C50C-407E-A947-70E740481C1C}">
                              <a14:useLocalDpi xmlns:a14="http://schemas.microsoft.com/office/drawing/2010/main" val="0"/>
                            </a:ext>
                          </a:extLst>
                        </a:blip>
                        <a:stretch>
                          <a:fillRect/>
                        </a:stretch>
                      </p166:blipFill>
                      <p166:spPr xmlns:p166="http://schemas.microsoft.com/office/powerpoint/2016/6/main">
                        <a:xfrm>
                          <a:off x="0" y="0"/>
                          <a:ext cx="2222921" cy="1312160"/>
                        </a:xfrm>
                        <a:prstGeom prst="rect">
                          <a:avLst/>
                        </a:prstGeom>
                        <a:ln w="3175">
                          <a:noFill/>
                        </a:ln>
                      </p166:spPr>
                    </pslz:zmPr>
                  </pslz:sldZmObj>
                </pslz:sldZm>
              </a:graphicData>
            </a:graphic>
          </p:graphicFrame>
        </mc:Choice>
        <mc:Fallback>
          <p:pic>
            <p:nvPicPr>
              <p:cNvPr id="14" name="Slide Zoom 13">
                <a:extLst>
                  <a:ext uri="{FF2B5EF4-FFF2-40B4-BE49-F238E27FC236}">
                    <a16:creationId xmlns:a16="http://schemas.microsoft.com/office/drawing/2014/main" id="{751948D5-4D77-A54F-19B8-43CF72A2CCF1}"/>
                  </a:ext>
                </a:extLst>
              </p:cNvPr>
              <p:cNvPicPr>
                <a:picLocks noGrp="1" noRot="1" noChangeAspect="1" noMove="1" noResize="1" noEditPoints="1" noAdjustHandles="1" noChangeArrowheads="1" noChangeShapeType="1"/>
              </p:cNvPicPr>
              <p:nvPr/>
            </p:nvPicPr>
            <p:blipFill>
              <a:blip r:embed="rId8">
                <a:extLst>
                  <a:ext uri="{28A0092B-C50C-407E-A947-70E740481C1C}">
                    <a14:useLocalDpi xmlns:a14="http://schemas.microsoft.com/office/drawing/2010/main" val="0"/>
                  </a:ext>
                </a:extLst>
              </a:blip>
              <a:stretch>
                <a:fillRect/>
              </a:stretch>
            </p:blipFill>
            <p:spPr>
              <a:xfrm>
                <a:off x="4984539" y="191385"/>
                <a:ext cx="2222921" cy="131216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6" name="Slide Zoom 15">
                <a:extLst>
                  <a:ext uri="{FF2B5EF4-FFF2-40B4-BE49-F238E27FC236}">
                    <a16:creationId xmlns:a16="http://schemas.microsoft.com/office/drawing/2014/main" id="{8233F407-4DFC-5811-8216-92570D10A151}"/>
                  </a:ext>
                </a:extLst>
              </p:cNvPr>
              <p:cNvGraphicFramePr>
                <a:graphicFrameLocks noChangeAspect="1"/>
              </p:cNvGraphicFramePr>
              <p:nvPr>
                <p:extLst>
                  <p:ext uri="{D42A27DB-BD31-4B8C-83A1-F6EECF244321}">
                    <p14:modId xmlns:p14="http://schemas.microsoft.com/office/powerpoint/2010/main" val="1402233657"/>
                  </p:ext>
                </p:extLst>
              </p:nvPr>
            </p:nvGraphicFramePr>
            <p:xfrm>
              <a:off x="7548259" y="2771833"/>
              <a:ext cx="2226605" cy="1314334"/>
            </p:xfrm>
            <a:graphic>
              <a:graphicData uri="http://schemas.microsoft.com/office/powerpoint/2016/slidezoom">
                <pslz:sldZm>
                  <pslz:sldZmObj sldId="262" cId="4261019890">
                    <pslz:zmPr id="{946BE537-4A83-40E9-882E-BB0238CBD034}" imageType="cover" transitionDur="750">
                      <p166:blipFill xmlns:p166="http://schemas.microsoft.com/office/powerpoint/2016/6/main">
                        <a:blip r:embed="rId9">
                          <a:extLst>
                            <a:ext uri="{28A0092B-C50C-407E-A947-70E740481C1C}">
                              <a14:useLocalDpi xmlns:a14="http://schemas.microsoft.com/office/drawing/2010/main" val="0"/>
                            </a:ext>
                          </a:extLst>
                        </a:blip>
                        <a:stretch>
                          <a:fillRect/>
                        </a:stretch>
                      </p166:blipFill>
                      <p166:spPr xmlns:p166="http://schemas.microsoft.com/office/powerpoint/2016/6/main">
                        <a:xfrm>
                          <a:off x="0" y="0"/>
                          <a:ext cx="2226605" cy="1314334"/>
                        </a:xfrm>
                        <a:prstGeom prst="rect">
                          <a:avLst/>
                        </a:prstGeom>
                        <a:ln w="3175">
                          <a:noFill/>
                        </a:ln>
                      </p166:spPr>
                    </pslz:zmPr>
                  </pslz:sldZmObj>
                </pslz:sldZm>
              </a:graphicData>
            </a:graphic>
          </p:graphicFrame>
        </mc:Choice>
        <mc:Fallback>
          <p:pic>
            <p:nvPicPr>
              <p:cNvPr id="16" name="Slide Zoom 15">
                <a:extLst>
                  <a:ext uri="{FF2B5EF4-FFF2-40B4-BE49-F238E27FC236}">
                    <a16:creationId xmlns:a16="http://schemas.microsoft.com/office/drawing/2014/main" id="{8233F407-4DFC-5811-8216-92570D10A151}"/>
                  </a:ext>
                </a:extLst>
              </p:cNvPr>
              <p:cNvPicPr>
                <a:picLocks noGrp="1" noRot="1" noChangeAspect="1" noMove="1" noResize="1" noEditPoints="1" noAdjustHandles="1" noChangeArrowheads="1" noChangeShapeType="1"/>
              </p:cNvPicPr>
              <p:nvPr/>
            </p:nvPicPr>
            <p:blipFill>
              <a:blip r:embed="rId9">
                <a:extLst>
                  <a:ext uri="{28A0092B-C50C-407E-A947-70E740481C1C}">
                    <a14:useLocalDpi xmlns:a14="http://schemas.microsoft.com/office/drawing/2010/main" val="0"/>
                  </a:ext>
                </a:extLst>
              </a:blip>
              <a:stretch>
                <a:fillRect/>
              </a:stretch>
            </p:blipFill>
            <p:spPr>
              <a:xfrm>
                <a:off x="7548259" y="2771833"/>
                <a:ext cx="2226605" cy="1314334"/>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8" name="Slide Zoom 17">
                <a:extLst>
                  <a:ext uri="{FF2B5EF4-FFF2-40B4-BE49-F238E27FC236}">
                    <a16:creationId xmlns:a16="http://schemas.microsoft.com/office/drawing/2014/main" id="{A3AD334F-806C-C39E-147F-56F7B4894F00}"/>
                  </a:ext>
                </a:extLst>
              </p:cNvPr>
              <p:cNvGraphicFramePr>
                <a:graphicFrameLocks noChangeAspect="1"/>
              </p:cNvGraphicFramePr>
              <p:nvPr>
                <p:extLst>
                  <p:ext uri="{D42A27DB-BD31-4B8C-83A1-F6EECF244321}">
                    <p14:modId xmlns:p14="http://schemas.microsoft.com/office/powerpoint/2010/main" val="690858792"/>
                  </p:ext>
                </p:extLst>
              </p:nvPr>
            </p:nvGraphicFramePr>
            <p:xfrm>
              <a:off x="4979972" y="5354455"/>
              <a:ext cx="2222921" cy="1312160"/>
            </p:xfrm>
            <a:graphic>
              <a:graphicData uri="http://schemas.microsoft.com/office/powerpoint/2016/slidezoom">
                <pslz:sldZm>
                  <pslz:sldZmObj sldId="263" cId="1546860898">
                    <pslz:zmPr id="{C8E93C53-5C76-49DA-BD93-CA87FFEFAFF8}" imageType="cover" transitionDur="750">
                      <p166:blipFill xmlns:p166="http://schemas.microsoft.com/office/powerpoint/2016/6/main">
                        <a:blip r:embed="rId10">
                          <a:extLst>
                            <a:ext uri="{28A0092B-C50C-407E-A947-70E740481C1C}">
                              <a14:useLocalDpi xmlns:a14="http://schemas.microsoft.com/office/drawing/2010/main" val="0"/>
                            </a:ext>
                          </a:extLst>
                        </a:blip>
                        <a:stretch>
                          <a:fillRect/>
                        </a:stretch>
                      </p166:blipFill>
                      <p166:spPr xmlns:p166="http://schemas.microsoft.com/office/powerpoint/2016/6/main">
                        <a:xfrm>
                          <a:off x="0" y="0"/>
                          <a:ext cx="2222921" cy="1312160"/>
                        </a:xfrm>
                        <a:prstGeom prst="rect">
                          <a:avLst/>
                        </a:prstGeom>
                        <a:ln w="3175">
                          <a:noFill/>
                        </a:ln>
                      </p166:spPr>
                    </pslz:zmPr>
                  </pslz:sldZmObj>
                </pslz:sldZm>
              </a:graphicData>
            </a:graphic>
          </p:graphicFrame>
        </mc:Choice>
        <mc:Fallback>
          <p:pic>
            <p:nvPicPr>
              <p:cNvPr id="18" name="Slide Zoom 17">
                <a:extLst>
                  <a:ext uri="{FF2B5EF4-FFF2-40B4-BE49-F238E27FC236}">
                    <a16:creationId xmlns:a16="http://schemas.microsoft.com/office/drawing/2014/main" id="{A3AD334F-806C-C39E-147F-56F7B4894F00}"/>
                  </a:ext>
                </a:extLst>
              </p:cNvPr>
              <p:cNvPicPr>
                <a:picLocks noGrp="1" noRot="1" noChangeAspect="1" noMove="1" noResize="1" noEditPoints="1" noAdjustHandles="1" noChangeArrowheads="1" noChangeShapeType="1"/>
              </p:cNvPicPr>
              <p:nvPr/>
            </p:nvPicPr>
            <p:blipFill>
              <a:blip r:embed="rId10">
                <a:extLst>
                  <a:ext uri="{28A0092B-C50C-407E-A947-70E740481C1C}">
                    <a14:useLocalDpi xmlns:a14="http://schemas.microsoft.com/office/drawing/2010/main" val="0"/>
                  </a:ext>
                </a:extLst>
              </a:blip>
              <a:stretch>
                <a:fillRect/>
              </a:stretch>
            </p:blipFill>
            <p:spPr>
              <a:xfrm>
                <a:off x="4979972" y="5354455"/>
                <a:ext cx="2222921" cy="131216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0" name="Slide Zoom 19">
                <a:extLst>
                  <a:ext uri="{FF2B5EF4-FFF2-40B4-BE49-F238E27FC236}">
                    <a16:creationId xmlns:a16="http://schemas.microsoft.com/office/drawing/2014/main" id="{1005A164-9163-F31D-BEF4-8EC444FA4B9F}"/>
                  </a:ext>
                </a:extLst>
              </p:cNvPr>
              <p:cNvGraphicFramePr>
                <a:graphicFrameLocks noChangeAspect="1"/>
              </p:cNvGraphicFramePr>
              <p:nvPr>
                <p:extLst>
                  <p:ext uri="{D42A27DB-BD31-4B8C-83A1-F6EECF244321}">
                    <p14:modId xmlns:p14="http://schemas.microsoft.com/office/powerpoint/2010/main" val="18894605"/>
                  </p:ext>
                </p:extLst>
              </p:nvPr>
            </p:nvGraphicFramePr>
            <p:xfrm>
              <a:off x="2417134" y="2771832"/>
              <a:ext cx="2226605" cy="1314335"/>
            </p:xfrm>
            <a:graphic>
              <a:graphicData uri="http://schemas.microsoft.com/office/powerpoint/2016/slidezoom">
                <pslz:sldZm>
                  <pslz:sldZmObj sldId="264" cId="707248812">
                    <pslz:zmPr id="{1BD3BBD8-95A9-4C54-B3F0-BC2144F350E4}" imageType="cover" transitionDur="750">
                      <p166:blipFill xmlns:p166="http://schemas.microsoft.com/office/powerpoint/2016/6/main">
                        <a:blip r:embed="rId11">
                          <a:extLst>
                            <a:ext uri="{28A0092B-C50C-407E-A947-70E740481C1C}">
                              <a14:useLocalDpi xmlns:a14="http://schemas.microsoft.com/office/drawing/2010/main" val="0"/>
                            </a:ext>
                          </a:extLst>
                        </a:blip>
                        <a:stretch>
                          <a:fillRect/>
                        </a:stretch>
                      </p166:blipFill>
                      <p166:spPr xmlns:p166="http://schemas.microsoft.com/office/powerpoint/2016/6/main">
                        <a:xfrm>
                          <a:off x="0" y="0"/>
                          <a:ext cx="2226605" cy="1314335"/>
                        </a:xfrm>
                        <a:prstGeom prst="rect">
                          <a:avLst/>
                        </a:prstGeom>
                        <a:ln w="3175">
                          <a:noFill/>
                        </a:ln>
                      </p166:spPr>
                    </pslz:zmPr>
                  </pslz:sldZmObj>
                </pslz:sldZm>
              </a:graphicData>
            </a:graphic>
          </p:graphicFrame>
        </mc:Choice>
        <mc:Fallback>
          <p:pic>
            <p:nvPicPr>
              <p:cNvPr id="20" name="Slide Zoom 19">
                <a:extLst>
                  <a:ext uri="{FF2B5EF4-FFF2-40B4-BE49-F238E27FC236}">
                    <a16:creationId xmlns:a16="http://schemas.microsoft.com/office/drawing/2014/main" id="{1005A164-9163-F31D-BEF4-8EC444FA4B9F}"/>
                  </a:ext>
                </a:extLst>
              </p:cNvPr>
              <p:cNvPicPr>
                <a:picLocks noGrp="1" noRot="1" noChangeAspect="1" noMove="1" noResize="1" noEditPoints="1" noAdjustHandles="1" noChangeArrowheads="1" noChangeShapeType="1"/>
              </p:cNvPicPr>
              <p:nvPr/>
            </p:nvPicPr>
            <p:blipFill>
              <a:blip r:embed="rId11">
                <a:extLst>
                  <a:ext uri="{28A0092B-C50C-407E-A947-70E740481C1C}">
                    <a14:useLocalDpi xmlns:a14="http://schemas.microsoft.com/office/drawing/2010/main" val="0"/>
                  </a:ext>
                </a:extLst>
              </a:blip>
              <a:stretch>
                <a:fillRect/>
              </a:stretch>
            </p:blipFill>
            <p:spPr>
              <a:xfrm>
                <a:off x="2417134" y="2771832"/>
                <a:ext cx="2226605" cy="1314335"/>
              </a:xfrm>
              <a:prstGeom prst="rect">
                <a:avLst/>
              </a:prstGeom>
              <a:ln w="3175">
                <a:noFill/>
              </a:ln>
            </p:spPr>
          </p:pic>
        </mc:Fallback>
      </mc:AlternateContent>
      <p:sp>
        <p:nvSpPr>
          <p:cNvPr id="21" name="Right Triangle 20">
            <a:extLst>
              <a:ext uri="{FF2B5EF4-FFF2-40B4-BE49-F238E27FC236}">
                <a16:creationId xmlns:a16="http://schemas.microsoft.com/office/drawing/2014/main" id="{2313C600-9792-6DC4-4B8B-EE50C378D67E}"/>
              </a:ext>
            </a:extLst>
          </p:cNvPr>
          <p:cNvSpPr/>
          <p:nvPr/>
        </p:nvSpPr>
        <p:spPr>
          <a:xfrm rot="5400000">
            <a:off x="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Triangle 21">
            <a:extLst>
              <a:ext uri="{FF2B5EF4-FFF2-40B4-BE49-F238E27FC236}">
                <a16:creationId xmlns:a16="http://schemas.microsoft.com/office/drawing/2014/main" id="{E2A1F0F7-097D-8724-AC64-D28ACD0D2A35}"/>
              </a:ext>
            </a:extLst>
          </p:cNvPr>
          <p:cNvSpPr/>
          <p:nvPr/>
        </p:nvSpPr>
        <p:spPr>
          <a:xfrm rot="16200000">
            <a:off x="10458450" y="514376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4627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A21FBD74-E200-8DDD-A994-5C0D8A7806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2D141F-F271-96E5-345E-F0630ACD1AEC}"/>
              </a:ext>
            </a:extLst>
          </p:cNvPr>
          <p:cNvSpPr>
            <a:spLocks noGrp="1"/>
          </p:cNvSpPr>
          <p:nvPr>
            <p:ph type="title"/>
          </p:nvPr>
        </p:nvSpPr>
        <p:spPr/>
        <p:txBody>
          <a:bodyPr/>
          <a:lstStyle/>
          <a:p>
            <a:pPr algn="ctr"/>
            <a:r>
              <a:rPr lang="en-US">
                <a:latin typeface="Switzer Black"/>
              </a:rPr>
              <a:t>GitHub Vs. HPG</a:t>
            </a:r>
          </a:p>
        </p:txBody>
      </p:sp>
      <p:pic>
        <p:nvPicPr>
          <p:cNvPr id="3" name="Content Placeholder 4">
            <a:extLst>
              <a:ext uri="{FF2B5EF4-FFF2-40B4-BE49-F238E27FC236}">
                <a16:creationId xmlns:a16="http://schemas.microsoft.com/office/drawing/2014/main" id="{3958986B-2EA3-E537-008B-DD854A5BFB58}"/>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602551B1-F2A0-EBF7-FDEB-E53275B3B9EA}"/>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1A11AC4D-138D-7535-3711-AD775B91BC77}"/>
              </a:ext>
            </a:extLst>
          </p:cNvPr>
          <p:cNvSpPr txBox="1">
            <a:spLocks/>
          </p:cNvSpPr>
          <p:nvPr/>
        </p:nvSpPr>
        <p:spPr>
          <a:xfrm>
            <a:off x="3162394" y="2667910"/>
            <a:ext cx="5867212" cy="152218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witzer Semibold"/>
              </a:rPr>
              <a:t>GitHub </a:t>
            </a:r>
            <a:r>
              <a:rPr lang="en-US" dirty="0">
                <a:latin typeface="Switzer Semibold"/>
                <a:sym typeface="Wingdings" panose="05000000000000000000" pitchFamily="2" charset="2"/>
              </a:rPr>
              <a:t> Code Management</a:t>
            </a:r>
            <a:endParaRPr lang="en-US" dirty="0">
              <a:latin typeface="Switzer Semibold"/>
            </a:endParaRPr>
          </a:p>
          <a:p>
            <a:r>
              <a:rPr lang="en-US" dirty="0">
                <a:latin typeface="Switzer Semibold" pitchFamily="50" charset="0"/>
              </a:rPr>
              <a:t>HPG </a:t>
            </a:r>
            <a:r>
              <a:rPr lang="en-US" dirty="0">
                <a:latin typeface="Switzer Semibold" pitchFamily="50" charset="0"/>
                <a:sym typeface="Wingdings" panose="05000000000000000000" pitchFamily="2" charset="2"/>
              </a:rPr>
              <a:t></a:t>
            </a:r>
            <a:r>
              <a:rPr lang="en-US" dirty="0">
                <a:latin typeface="Switzer Semibold" pitchFamily="50" charset="0"/>
              </a:rPr>
              <a:t> Pipeline Execution</a:t>
            </a:r>
          </a:p>
          <a:p>
            <a:r>
              <a:rPr lang="en-US" dirty="0">
                <a:latin typeface="Switzer Semibold" pitchFamily="50" charset="0"/>
              </a:rPr>
              <a:t>Together </a:t>
            </a:r>
            <a:r>
              <a:rPr lang="en-US" dirty="0">
                <a:latin typeface="Switzer Semibold" pitchFamily="50" charset="0"/>
                <a:sym typeface="Wingdings" panose="05000000000000000000" pitchFamily="2" charset="2"/>
              </a:rPr>
              <a:t></a:t>
            </a:r>
            <a:r>
              <a:rPr lang="en-US" dirty="0">
                <a:latin typeface="Switzer Semibold" pitchFamily="50" charset="0"/>
              </a:rPr>
              <a:t> Complete Workflow</a:t>
            </a:r>
          </a:p>
        </p:txBody>
      </p:sp>
    </p:spTree>
    <p:extLst>
      <p:ext uri="{BB962C8B-B14F-4D97-AF65-F5344CB8AC3E}">
        <p14:creationId xmlns:p14="http://schemas.microsoft.com/office/powerpoint/2010/main" val="901371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81352E41-7938-4F54-845B-F5B8C9D2AA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060379-D12F-DA5C-64AE-CD912810D0EB}"/>
              </a:ext>
            </a:extLst>
          </p:cNvPr>
          <p:cNvSpPr>
            <a:spLocks noGrp="1"/>
          </p:cNvSpPr>
          <p:nvPr>
            <p:ph type="title"/>
          </p:nvPr>
        </p:nvSpPr>
        <p:spPr/>
        <p:txBody>
          <a:bodyPr/>
          <a:lstStyle/>
          <a:p>
            <a:pPr algn="ctr"/>
            <a:r>
              <a:rPr lang="en-US">
                <a:latin typeface="Switzer Black" pitchFamily="50" charset="0"/>
              </a:rPr>
              <a:t>Core Concepts </a:t>
            </a:r>
            <a:endParaRPr lang="en-US"/>
          </a:p>
        </p:txBody>
      </p:sp>
      <p:pic>
        <p:nvPicPr>
          <p:cNvPr id="3" name="Content Placeholder 4">
            <a:extLst>
              <a:ext uri="{FF2B5EF4-FFF2-40B4-BE49-F238E27FC236}">
                <a16:creationId xmlns:a16="http://schemas.microsoft.com/office/drawing/2014/main" id="{939B95E5-A3B0-946E-58E7-ABB4B7B3F711}"/>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AC536FF2-F769-D633-A073-D42F5D883048}"/>
              </a:ext>
            </a:extLst>
          </p:cNvPr>
          <p:cNvSpPr/>
          <p:nvPr/>
        </p:nvSpPr>
        <p:spPr>
          <a:xfrm rot="5400000">
            <a:off x="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0BB279FC-8735-2073-8DD5-534E0069935E}"/>
              </a:ext>
            </a:extLst>
          </p:cNvPr>
          <p:cNvSpPr>
            <a:spLocks noGrp="1"/>
          </p:cNvSpPr>
          <p:nvPr>
            <p:ph idx="1"/>
          </p:nvPr>
        </p:nvSpPr>
        <p:spPr>
          <a:xfrm>
            <a:off x="3674657" y="2418954"/>
            <a:ext cx="4842687" cy="2020093"/>
          </a:xfrm>
        </p:spPr>
        <p:txBody>
          <a:bodyPr vert="horz" lIns="91440" tIns="45720" rIns="91440" bIns="45720" rtlCol="0" anchor="t">
            <a:noAutofit/>
          </a:bodyPr>
          <a:lstStyle/>
          <a:p>
            <a:pPr>
              <a:buFont typeface="Switzer Semibold" pitchFamily="50" charset="0"/>
              <a:buChar char="›"/>
            </a:pPr>
            <a:r>
              <a:rPr lang="en-US">
                <a:latin typeface="Switzer Semibold" pitchFamily="50" charset="0"/>
              </a:rPr>
              <a:t>Repository = Project</a:t>
            </a:r>
            <a:endParaRPr lang="en-US"/>
          </a:p>
          <a:p>
            <a:pPr>
              <a:buFont typeface="Switzer Semibold" pitchFamily="50" charset="0"/>
              <a:buChar char="›"/>
            </a:pPr>
            <a:r>
              <a:rPr lang="en-US">
                <a:latin typeface="Switzer Semibold" pitchFamily="50" charset="0"/>
              </a:rPr>
              <a:t>Commit = Save</a:t>
            </a:r>
          </a:p>
          <a:p>
            <a:pPr>
              <a:buFont typeface="Switzer Semibold" pitchFamily="50" charset="0"/>
              <a:buChar char="›"/>
            </a:pPr>
            <a:r>
              <a:rPr lang="en-US">
                <a:latin typeface="Switzer Semibold" pitchFamily="50" charset="0"/>
              </a:rPr>
              <a:t>Branch = Separate Work</a:t>
            </a:r>
          </a:p>
          <a:p>
            <a:pPr>
              <a:buFont typeface="Switzer Semibold" pitchFamily="50" charset="0"/>
              <a:buChar char="›"/>
            </a:pPr>
            <a:r>
              <a:rPr lang="en-US">
                <a:latin typeface="Switzer Semibold" pitchFamily="50" charset="0"/>
              </a:rPr>
              <a:t>Pull Request = Review</a:t>
            </a:r>
          </a:p>
          <a:p>
            <a:pPr>
              <a:buFont typeface="Switzer Semibold" pitchFamily="50" charset="0"/>
              <a:buChar char="›"/>
            </a:pPr>
            <a:endParaRPr lang="en-US">
              <a:latin typeface="Switzer Light" pitchFamily="50" charset="0"/>
            </a:endParaRPr>
          </a:p>
        </p:txBody>
      </p:sp>
    </p:spTree>
    <p:extLst>
      <p:ext uri="{BB962C8B-B14F-4D97-AF65-F5344CB8AC3E}">
        <p14:creationId xmlns:p14="http://schemas.microsoft.com/office/powerpoint/2010/main" val="29289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4FF5ABEC-1790-7064-85A8-B526B1FC70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435EE8-C023-E54B-9229-74FF7EA4E1B4}"/>
              </a:ext>
            </a:extLst>
          </p:cNvPr>
          <p:cNvSpPr>
            <a:spLocks noGrp="1"/>
          </p:cNvSpPr>
          <p:nvPr>
            <p:ph type="title"/>
          </p:nvPr>
        </p:nvSpPr>
        <p:spPr>
          <a:xfrm>
            <a:off x="0" y="0"/>
            <a:ext cx="3199410" cy="763031"/>
          </a:xfrm>
        </p:spPr>
        <p:txBody>
          <a:bodyPr/>
          <a:lstStyle/>
          <a:p>
            <a:pPr algn="ctr"/>
            <a:r>
              <a:rPr lang="en-US">
                <a:latin typeface="Switzer Black" pitchFamily="50" charset="0"/>
              </a:rPr>
              <a:t>Workflow</a:t>
            </a:r>
            <a:endParaRPr lang="en-US"/>
          </a:p>
        </p:txBody>
      </p:sp>
      <p:pic>
        <p:nvPicPr>
          <p:cNvPr id="3" name="Content Placeholder 4">
            <a:extLst>
              <a:ext uri="{FF2B5EF4-FFF2-40B4-BE49-F238E27FC236}">
                <a16:creationId xmlns:a16="http://schemas.microsoft.com/office/drawing/2014/main" id="{8F4510EF-6B8C-D65E-1DEF-B2A7895A9745}"/>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ectangle: Rounded Corners 1">
            <a:extLst>
              <a:ext uri="{FF2B5EF4-FFF2-40B4-BE49-F238E27FC236}">
                <a16:creationId xmlns:a16="http://schemas.microsoft.com/office/drawing/2014/main" id="{4B7D259A-1E2F-9764-88EF-78C58F3EBD64}"/>
              </a:ext>
            </a:extLst>
          </p:cNvPr>
          <p:cNvSpPr/>
          <p:nvPr/>
        </p:nvSpPr>
        <p:spPr>
          <a:xfrm>
            <a:off x="4596640" y="1352717"/>
            <a:ext cx="2998721" cy="49322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Switzer Light" pitchFamily="50" charset="0"/>
                <a:ea typeface="JetBrains Mono" panose="02000009000000000000" pitchFamily="49" charset="0"/>
                <a:cs typeface="JetBrains Mono" panose="02000009000000000000" pitchFamily="49" charset="0"/>
              </a:rPr>
              <a:t>Main (stable)</a:t>
            </a:r>
          </a:p>
        </p:txBody>
      </p:sp>
      <p:sp>
        <p:nvSpPr>
          <p:cNvPr id="6" name="Rectangle: Rounded Corners 5">
            <a:extLst>
              <a:ext uri="{FF2B5EF4-FFF2-40B4-BE49-F238E27FC236}">
                <a16:creationId xmlns:a16="http://schemas.microsoft.com/office/drawing/2014/main" id="{B08E06D7-C6E1-36D8-2430-3D74A9DF1815}"/>
              </a:ext>
            </a:extLst>
          </p:cNvPr>
          <p:cNvSpPr/>
          <p:nvPr/>
        </p:nvSpPr>
        <p:spPr>
          <a:xfrm>
            <a:off x="4596640" y="2181138"/>
            <a:ext cx="2998721" cy="49322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Switzer" pitchFamily="50" charset="0"/>
                <a:ea typeface="JetBrains Mono" panose="02000009000000000000" pitchFamily="49" charset="0"/>
                <a:cs typeface="JetBrains Mono" panose="02000009000000000000" pitchFamily="49" charset="0"/>
              </a:rPr>
              <a:t>Clone/Fork</a:t>
            </a:r>
          </a:p>
        </p:txBody>
      </p:sp>
      <p:cxnSp>
        <p:nvCxnSpPr>
          <p:cNvPr id="7" name="Straight Arrow Connector 6">
            <a:extLst>
              <a:ext uri="{FF2B5EF4-FFF2-40B4-BE49-F238E27FC236}">
                <a16:creationId xmlns:a16="http://schemas.microsoft.com/office/drawing/2014/main" id="{69FB2029-B383-FE6A-2D48-ADB9C446DCE2}"/>
              </a:ext>
            </a:extLst>
          </p:cNvPr>
          <p:cNvCxnSpPr>
            <a:cxnSpLocks/>
            <a:stCxn id="2" idx="2"/>
            <a:endCxn id="6" idx="0"/>
          </p:cNvCxnSpPr>
          <p:nvPr/>
        </p:nvCxnSpPr>
        <p:spPr>
          <a:xfrm>
            <a:off x="6096001" y="1845941"/>
            <a:ext cx="0" cy="335197"/>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C0BF0B29-A1E9-BDD1-61B8-39531DF53121}"/>
              </a:ext>
            </a:extLst>
          </p:cNvPr>
          <p:cNvSpPr/>
          <p:nvPr/>
        </p:nvSpPr>
        <p:spPr>
          <a:xfrm>
            <a:off x="4596641" y="3009559"/>
            <a:ext cx="2998721" cy="49322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Switzer" pitchFamily="50" charset="0"/>
                <a:ea typeface="JetBrains Mono" panose="02000009000000000000" pitchFamily="49" charset="0"/>
                <a:cs typeface="JetBrains Mono" panose="02000009000000000000" pitchFamily="49" charset="0"/>
              </a:rPr>
              <a:t>Feature Branch</a:t>
            </a:r>
          </a:p>
        </p:txBody>
      </p:sp>
      <p:cxnSp>
        <p:nvCxnSpPr>
          <p:cNvPr id="9" name="Straight Arrow Connector 8">
            <a:extLst>
              <a:ext uri="{FF2B5EF4-FFF2-40B4-BE49-F238E27FC236}">
                <a16:creationId xmlns:a16="http://schemas.microsoft.com/office/drawing/2014/main" id="{58F5E380-DADC-3A08-D2D2-5F1F2E23AEEE}"/>
              </a:ext>
            </a:extLst>
          </p:cNvPr>
          <p:cNvCxnSpPr>
            <a:cxnSpLocks/>
            <a:stCxn id="6" idx="2"/>
            <a:endCxn id="8" idx="0"/>
          </p:cNvCxnSpPr>
          <p:nvPr/>
        </p:nvCxnSpPr>
        <p:spPr>
          <a:xfrm>
            <a:off x="6096001" y="2674362"/>
            <a:ext cx="1" cy="335197"/>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FDC1FC3E-B553-A13C-B0D3-276C68ECCC57}"/>
              </a:ext>
            </a:extLst>
          </p:cNvPr>
          <p:cNvSpPr/>
          <p:nvPr/>
        </p:nvSpPr>
        <p:spPr>
          <a:xfrm>
            <a:off x="4596641" y="3857219"/>
            <a:ext cx="2998721" cy="49322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Switzer" pitchFamily="50" charset="0"/>
                <a:ea typeface="JetBrains Mono" panose="02000009000000000000" pitchFamily="49" charset="0"/>
                <a:cs typeface="JetBrains Mono" panose="02000009000000000000" pitchFamily="49" charset="0"/>
              </a:rPr>
              <a:t>Develop (working)</a:t>
            </a:r>
          </a:p>
        </p:txBody>
      </p:sp>
      <p:cxnSp>
        <p:nvCxnSpPr>
          <p:cNvPr id="16" name="Straight Arrow Connector 15">
            <a:extLst>
              <a:ext uri="{FF2B5EF4-FFF2-40B4-BE49-F238E27FC236}">
                <a16:creationId xmlns:a16="http://schemas.microsoft.com/office/drawing/2014/main" id="{97CDBF72-2FF0-3AB9-7B59-9A4803D3FA02}"/>
              </a:ext>
            </a:extLst>
          </p:cNvPr>
          <p:cNvCxnSpPr>
            <a:cxnSpLocks/>
            <a:stCxn id="8" idx="2"/>
            <a:endCxn id="10" idx="0"/>
          </p:cNvCxnSpPr>
          <p:nvPr/>
        </p:nvCxnSpPr>
        <p:spPr>
          <a:xfrm>
            <a:off x="6096002" y="3502783"/>
            <a:ext cx="0" cy="354436"/>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83BBD464-4611-7A3A-8016-1B033E0029BC}"/>
              </a:ext>
            </a:extLst>
          </p:cNvPr>
          <p:cNvSpPr/>
          <p:nvPr/>
        </p:nvSpPr>
        <p:spPr>
          <a:xfrm>
            <a:off x="4596639" y="4666401"/>
            <a:ext cx="2998721" cy="493224"/>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Switzer" pitchFamily="50" charset="0"/>
                <a:ea typeface="JetBrains Mono" panose="02000009000000000000" pitchFamily="49" charset="0"/>
                <a:cs typeface="JetBrains Mono" panose="02000009000000000000" pitchFamily="49" charset="0"/>
              </a:rPr>
              <a:t>Commit + Push </a:t>
            </a:r>
          </a:p>
        </p:txBody>
      </p:sp>
      <p:cxnSp>
        <p:nvCxnSpPr>
          <p:cNvPr id="21" name="Straight Arrow Connector 20">
            <a:extLst>
              <a:ext uri="{FF2B5EF4-FFF2-40B4-BE49-F238E27FC236}">
                <a16:creationId xmlns:a16="http://schemas.microsoft.com/office/drawing/2014/main" id="{5F083A83-4106-DF89-C21C-11251D2245E5}"/>
              </a:ext>
            </a:extLst>
          </p:cNvPr>
          <p:cNvCxnSpPr>
            <a:cxnSpLocks/>
            <a:stCxn id="10" idx="2"/>
            <a:endCxn id="5" idx="0"/>
          </p:cNvCxnSpPr>
          <p:nvPr/>
        </p:nvCxnSpPr>
        <p:spPr>
          <a:xfrm flipH="1">
            <a:off x="6096000" y="4350443"/>
            <a:ext cx="2" cy="315958"/>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80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A7A50C45-51BE-CE35-41E0-649728BDC0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C80068-8346-BBB4-485A-B7E3080C3677}"/>
              </a:ext>
            </a:extLst>
          </p:cNvPr>
          <p:cNvSpPr>
            <a:spLocks noGrp="1"/>
          </p:cNvSpPr>
          <p:nvPr>
            <p:ph type="title"/>
          </p:nvPr>
        </p:nvSpPr>
        <p:spPr/>
        <p:txBody>
          <a:bodyPr/>
          <a:lstStyle/>
          <a:p>
            <a:pPr algn="ctr"/>
            <a:r>
              <a:rPr lang="en-US">
                <a:latin typeface="Switzer Black" pitchFamily="50" charset="0"/>
              </a:rPr>
              <a:t>Review Process</a:t>
            </a:r>
            <a:endParaRPr lang="en-US"/>
          </a:p>
        </p:txBody>
      </p:sp>
      <p:pic>
        <p:nvPicPr>
          <p:cNvPr id="3" name="Content Placeholder 4">
            <a:extLst>
              <a:ext uri="{FF2B5EF4-FFF2-40B4-BE49-F238E27FC236}">
                <a16:creationId xmlns:a16="http://schemas.microsoft.com/office/drawing/2014/main" id="{92A7BBF5-7686-B364-E0E9-0126E536A020}"/>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38681C39-EF52-45BA-A147-2B992E3D79FA}"/>
              </a:ext>
            </a:extLst>
          </p:cNvPr>
          <p:cNvSpPr/>
          <p:nvPr/>
        </p:nvSpPr>
        <p:spPr>
          <a:xfrm rot="5400000">
            <a:off x="-28575" y="-42862"/>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3184163C-A679-953A-E7C5-27E6962D9052}"/>
              </a:ext>
            </a:extLst>
          </p:cNvPr>
          <p:cNvSpPr txBox="1">
            <a:spLocks/>
          </p:cNvSpPr>
          <p:nvPr/>
        </p:nvSpPr>
        <p:spPr>
          <a:xfrm>
            <a:off x="4128840" y="2411641"/>
            <a:ext cx="3934321" cy="203471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witzer Semibold"/>
              </a:rPr>
              <a:t>Create a pull request</a:t>
            </a:r>
            <a:endParaRPr lang="en-US" dirty="0"/>
          </a:p>
          <a:p>
            <a:r>
              <a:rPr lang="en-US" dirty="0">
                <a:latin typeface="Switzer Semibold" pitchFamily="50" charset="0"/>
              </a:rPr>
              <a:t>Assign reviewers</a:t>
            </a:r>
          </a:p>
          <a:p>
            <a:r>
              <a:rPr lang="en-US" dirty="0">
                <a:latin typeface="Switzer Semibold" pitchFamily="50" charset="0"/>
              </a:rPr>
              <a:t>Address feedback</a:t>
            </a:r>
          </a:p>
          <a:p>
            <a:r>
              <a:rPr lang="en-US" dirty="0">
                <a:latin typeface="Switzer Semibold" pitchFamily="50" charset="0"/>
              </a:rPr>
              <a:t>Merge after approval</a:t>
            </a:r>
          </a:p>
        </p:txBody>
      </p:sp>
    </p:spTree>
    <p:extLst>
      <p:ext uri="{BB962C8B-B14F-4D97-AF65-F5344CB8AC3E}">
        <p14:creationId xmlns:p14="http://schemas.microsoft.com/office/powerpoint/2010/main" val="398958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E3982BA2-DE2E-13C5-2A19-904BEA08E0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EB6B67-AAB9-99CE-BAA1-811F746F4CE0}"/>
              </a:ext>
            </a:extLst>
          </p:cNvPr>
          <p:cNvSpPr>
            <a:spLocks noGrp="1"/>
          </p:cNvSpPr>
          <p:nvPr>
            <p:ph type="title"/>
          </p:nvPr>
        </p:nvSpPr>
        <p:spPr/>
        <p:txBody>
          <a:bodyPr/>
          <a:lstStyle/>
          <a:p>
            <a:pPr algn="ctr"/>
            <a:r>
              <a:rPr lang="en-US">
                <a:latin typeface="Switzer Black" pitchFamily="50" charset="0"/>
              </a:rPr>
              <a:t>Repository Structure</a:t>
            </a:r>
            <a:endParaRPr lang="en-US"/>
          </a:p>
        </p:txBody>
      </p:sp>
      <p:pic>
        <p:nvPicPr>
          <p:cNvPr id="3" name="Content Placeholder 4">
            <a:extLst>
              <a:ext uri="{FF2B5EF4-FFF2-40B4-BE49-F238E27FC236}">
                <a16:creationId xmlns:a16="http://schemas.microsoft.com/office/drawing/2014/main" id="{5B930B5B-29FF-FFCF-4951-46D07E458341}"/>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D0D82925-E0D2-3A60-68C5-F4EE3F3C9265}"/>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3420A16B-232F-B393-A508-0A8705BCAC56}"/>
              </a:ext>
            </a:extLst>
          </p:cNvPr>
          <p:cNvSpPr txBox="1">
            <a:spLocks/>
          </p:cNvSpPr>
          <p:nvPr/>
        </p:nvSpPr>
        <p:spPr>
          <a:xfrm>
            <a:off x="3088958" y="1546463"/>
            <a:ext cx="2886322" cy="49872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latin typeface="Switzer Semibold" pitchFamily="50" charset="0"/>
              </a:rPr>
              <a:t>Core Files</a:t>
            </a:r>
          </a:p>
          <a:p>
            <a:pPr lvl="1">
              <a:buFont typeface="Switzer Light" pitchFamily="50" charset="0"/>
              <a:buChar char="›"/>
            </a:pPr>
            <a:r>
              <a:rPr lang="en-US" sz="1800">
                <a:latin typeface="Switzer" pitchFamily="50" charset="0"/>
              </a:rPr>
              <a:t>README.md</a:t>
            </a:r>
          </a:p>
          <a:p>
            <a:pPr lvl="1">
              <a:buFont typeface="Switzer Light" pitchFamily="50" charset="0"/>
              <a:buChar char="›"/>
            </a:pPr>
            <a:r>
              <a:rPr lang="en-US" sz="1800">
                <a:latin typeface="Switzer" pitchFamily="50" charset="0"/>
              </a:rPr>
              <a:t>LICENSE</a:t>
            </a:r>
          </a:p>
          <a:p>
            <a:pPr lvl="1">
              <a:buFont typeface="Switzer Light" pitchFamily="50" charset="0"/>
              <a:buChar char="›"/>
            </a:pPr>
            <a:r>
              <a:rPr lang="en-US" sz="1800">
                <a:latin typeface="Switzer" pitchFamily="50" charset="0"/>
              </a:rPr>
              <a:t>CHANGELOG.md</a:t>
            </a:r>
          </a:p>
          <a:p>
            <a:pPr lvl="1">
              <a:buFont typeface="Switzer Light" pitchFamily="50" charset="0"/>
              <a:buChar char="›"/>
            </a:pPr>
            <a:r>
              <a:rPr lang="en-US" sz="1800" err="1">
                <a:latin typeface="Switzer" pitchFamily="50" charset="0"/>
              </a:rPr>
              <a:t>Nextflow.config</a:t>
            </a:r>
            <a:endParaRPr lang="en-US" sz="1800">
              <a:latin typeface="Switzer" pitchFamily="50" charset="0"/>
            </a:endParaRPr>
          </a:p>
          <a:p>
            <a:pPr lvl="1">
              <a:buFont typeface="Switzer Light" pitchFamily="50" charset="0"/>
              <a:buChar char="›"/>
            </a:pPr>
            <a:r>
              <a:rPr lang="en-US" sz="1800" err="1">
                <a:latin typeface="Switzer" pitchFamily="50" charset="0"/>
              </a:rPr>
              <a:t>params.yaml</a:t>
            </a:r>
            <a:endParaRPr lang="en-US" sz="1800">
              <a:latin typeface="Switzer" pitchFamily="50" charset="0"/>
            </a:endParaRPr>
          </a:p>
          <a:p>
            <a:pPr lvl="1">
              <a:buFont typeface="Switzer Light" pitchFamily="50" charset="0"/>
              <a:buChar char="›"/>
            </a:pPr>
            <a:r>
              <a:rPr lang="en-US" sz="1800">
                <a:latin typeface="Switzer" pitchFamily="50" charset="0"/>
              </a:rPr>
              <a:t>main.nf</a:t>
            </a:r>
          </a:p>
          <a:p>
            <a:r>
              <a:rPr lang="en-US" sz="2000">
                <a:latin typeface="Switzer Semibold" pitchFamily="50" charset="0"/>
              </a:rPr>
              <a:t>Common Folders</a:t>
            </a:r>
          </a:p>
          <a:p>
            <a:pPr lvl="1">
              <a:buFont typeface="Switzer Light" pitchFamily="50" charset="0"/>
              <a:buChar char="›"/>
            </a:pPr>
            <a:r>
              <a:rPr lang="en-US" sz="1800">
                <a:latin typeface="Switzer" pitchFamily="50" charset="0"/>
              </a:rPr>
              <a:t>modules/</a:t>
            </a:r>
          </a:p>
          <a:p>
            <a:pPr lvl="1">
              <a:buFont typeface="Switzer Light" pitchFamily="50" charset="0"/>
              <a:buChar char="›"/>
            </a:pPr>
            <a:r>
              <a:rPr lang="en-US" sz="1800" err="1">
                <a:latin typeface="Switzer" pitchFamily="50" charset="0"/>
              </a:rPr>
              <a:t>subworkflows</a:t>
            </a:r>
            <a:r>
              <a:rPr lang="en-US" sz="1800">
                <a:latin typeface="Switzer" pitchFamily="50" charset="0"/>
              </a:rPr>
              <a:t>/</a:t>
            </a:r>
          </a:p>
          <a:p>
            <a:pPr lvl="1">
              <a:buFont typeface="Switzer Light" pitchFamily="50" charset="0"/>
              <a:buChar char="›"/>
            </a:pPr>
            <a:r>
              <a:rPr lang="en-US" sz="1800">
                <a:latin typeface="Switzer" pitchFamily="50" charset="0"/>
              </a:rPr>
              <a:t>bin/</a:t>
            </a:r>
          </a:p>
          <a:p>
            <a:pPr lvl="1">
              <a:buFont typeface="Switzer Light" pitchFamily="50" charset="0"/>
              <a:buChar char="›"/>
            </a:pPr>
            <a:r>
              <a:rPr lang="en-US" sz="1800">
                <a:latin typeface="Switzer" pitchFamily="50" charset="0"/>
              </a:rPr>
              <a:t>assets/</a:t>
            </a:r>
          </a:p>
          <a:p>
            <a:pPr lvl="1">
              <a:buFont typeface="Switzer Light" pitchFamily="50" charset="0"/>
              <a:buChar char="›"/>
            </a:pPr>
            <a:r>
              <a:rPr lang="en-US" sz="1800">
                <a:latin typeface="Switzer" pitchFamily="50" charset="0"/>
              </a:rPr>
              <a:t>test/</a:t>
            </a:r>
          </a:p>
          <a:p>
            <a:r>
              <a:rPr lang="en-US" sz="2000">
                <a:latin typeface="Switzer Semibold" pitchFamily="50" charset="0"/>
              </a:rPr>
              <a:t>Environment</a:t>
            </a:r>
          </a:p>
          <a:p>
            <a:pPr lvl="1">
              <a:buFont typeface="Switzer Light" pitchFamily="50" charset="0"/>
              <a:buChar char="›"/>
            </a:pPr>
            <a:r>
              <a:rPr lang="en-US" sz="1800" err="1">
                <a:latin typeface="Switzer" pitchFamily="50" charset="0"/>
              </a:rPr>
              <a:t>environment.yaml</a:t>
            </a:r>
            <a:endParaRPr lang="en-US" sz="2000">
              <a:latin typeface="Switzer" pitchFamily="50" charset="0"/>
            </a:endParaRPr>
          </a:p>
          <a:p>
            <a:endParaRPr lang="en-US" sz="2000">
              <a:latin typeface="Switzer Semibold" pitchFamily="50" charset="0"/>
            </a:endParaRPr>
          </a:p>
        </p:txBody>
      </p:sp>
      <p:sp>
        <p:nvSpPr>
          <p:cNvPr id="5" name="Content Placeholder 4">
            <a:extLst>
              <a:ext uri="{FF2B5EF4-FFF2-40B4-BE49-F238E27FC236}">
                <a16:creationId xmlns:a16="http://schemas.microsoft.com/office/drawing/2014/main" id="{1EA440FA-7C3A-3D90-05F5-1785A9FF2263}"/>
              </a:ext>
            </a:extLst>
          </p:cNvPr>
          <p:cNvSpPr txBox="1">
            <a:spLocks/>
          </p:cNvSpPr>
          <p:nvPr/>
        </p:nvSpPr>
        <p:spPr>
          <a:xfrm>
            <a:off x="6096000" y="2219078"/>
            <a:ext cx="4265776" cy="7334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a:latin typeface="Switzer Semibold" pitchFamily="50" charset="0"/>
              </a:rPr>
              <a:t>Side Note:</a:t>
            </a:r>
          </a:p>
          <a:p>
            <a:pPr lvl="1">
              <a:buFont typeface="Switzer Light" pitchFamily="50" charset="0"/>
              <a:buChar char="›"/>
            </a:pPr>
            <a:r>
              <a:rPr lang="en-US" sz="1800">
                <a:latin typeface="Switzer" pitchFamily="50" charset="0"/>
              </a:rPr>
              <a:t>Example for </a:t>
            </a:r>
            <a:r>
              <a:rPr lang="en-US" sz="1800" err="1">
                <a:latin typeface="Switzer" pitchFamily="50" charset="0"/>
              </a:rPr>
              <a:t>Nextflow</a:t>
            </a:r>
            <a:r>
              <a:rPr lang="en-US" sz="1800">
                <a:latin typeface="Switzer" pitchFamily="50" charset="0"/>
              </a:rPr>
              <a:t> Pipelines</a:t>
            </a:r>
            <a:endParaRPr lang="en-US" sz="1800">
              <a:latin typeface="Switzer Semibold" pitchFamily="50" charset="0"/>
            </a:endParaRPr>
          </a:p>
        </p:txBody>
      </p:sp>
    </p:spTree>
    <p:extLst>
      <p:ext uri="{BB962C8B-B14F-4D97-AF65-F5344CB8AC3E}">
        <p14:creationId xmlns:p14="http://schemas.microsoft.com/office/powerpoint/2010/main" val="1237155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BAAEA7F5-8679-97B7-CCEA-0BB27028A940}"/>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B1784ECC-B2C9-B861-F721-BEA6CDC7C694}"/>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0A7E12D8-FC1D-14D1-8699-BEC8BC3E8912}"/>
              </a:ext>
            </a:extLst>
          </p:cNvPr>
          <p:cNvSpPr/>
          <p:nvPr/>
        </p:nvSpPr>
        <p:spPr>
          <a:xfrm rot="5400000">
            <a:off x="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3">
            <a:extLst>
              <a:ext uri="{FF2B5EF4-FFF2-40B4-BE49-F238E27FC236}">
                <a16:creationId xmlns:a16="http://schemas.microsoft.com/office/drawing/2014/main" id="{06F1F117-DE64-2F4B-7107-9A48B615ACE1}"/>
              </a:ext>
            </a:extLst>
          </p:cNvPr>
          <p:cNvSpPr>
            <a:spLocks noGrp="1"/>
          </p:cNvSpPr>
          <p:nvPr>
            <p:ph type="title"/>
          </p:nvPr>
        </p:nvSpPr>
        <p:spPr>
          <a:xfrm>
            <a:off x="838200" y="365125"/>
            <a:ext cx="10515600" cy="1325563"/>
          </a:xfrm>
        </p:spPr>
        <p:txBody>
          <a:bodyPr/>
          <a:lstStyle/>
          <a:p>
            <a:pPr algn="ctr"/>
            <a:r>
              <a:rPr lang="en-US">
                <a:latin typeface="Switzer Black" pitchFamily="50" charset="0"/>
              </a:rPr>
              <a:t>License</a:t>
            </a:r>
            <a:endParaRPr lang="en-US"/>
          </a:p>
        </p:txBody>
      </p:sp>
      <p:sp>
        <p:nvSpPr>
          <p:cNvPr id="10" name="Content Placeholder 4">
            <a:extLst>
              <a:ext uri="{FF2B5EF4-FFF2-40B4-BE49-F238E27FC236}">
                <a16:creationId xmlns:a16="http://schemas.microsoft.com/office/drawing/2014/main" id="{F82DA6CC-DD3E-FC4A-2372-FA2CD7E031E9}"/>
              </a:ext>
            </a:extLst>
          </p:cNvPr>
          <p:cNvSpPr txBox="1">
            <a:spLocks/>
          </p:cNvSpPr>
          <p:nvPr/>
        </p:nvSpPr>
        <p:spPr>
          <a:xfrm>
            <a:off x="2278261" y="1881519"/>
            <a:ext cx="7635477" cy="3628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witzer Semibold" pitchFamily="50" charset="0"/>
              </a:rPr>
              <a:t>Defines how code can be used and shared</a:t>
            </a:r>
          </a:p>
          <a:p>
            <a:r>
              <a:rPr lang="en-US" dirty="0">
                <a:latin typeface="Switzer Semibold" pitchFamily="50" charset="0"/>
              </a:rPr>
              <a:t>Required repository file</a:t>
            </a:r>
          </a:p>
          <a:p>
            <a:r>
              <a:rPr lang="en-US" dirty="0">
                <a:latin typeface="Switzer Semibold" pitchFamily="50" charset="0"/>
              </a:rPr>
              <a:t>MIT </a:t>
            </a:r>
            <a:r>
              <a:rPr lang="en-US" dirty="0">
                <a:latin typeface="Switzer Semibold" pitchFamily="50" charset="0"/>
                <a:sym typeface="Wingdings" panose="05000000000000000000" pitchFamily="2" charset="2"/>
              </a:rPr>
              <a:t> </a:t>
            </a:r>
            <a:r>
              <a:rPr lang="en-US" dirty="0">
                <a:latin typeface="Switzer Semibold" pitchFamily="50" charset="0"/>
              </a:rPr>
              <a:t>default</a:t>
            </a:r>
          </a:p>
          <a:p>
            <a:r>
              <a:rPr lang="en-US" dirty="0">
                <a:latin typeface="Switzer Semibold" pitchFamily="50" charset="0"/>
              </a:rPr>
              <a:t>Other Options:</a:t>
            </a:r>
          </a:p>
          <a:p>
            <a:pPr lvl="1">
              <a:buFont typeface="Switzer Light" pitchFamily="50" charset="0"/>
              <a:buChar char="›"/>
            </a:pPr>
            <a:r>
              <a:rPr lang="en-US" dirty="0">
                <a:latin typeface="Switzer" pitchFamily="50" charset="0"/>
              </a:rPr>
              <a:t>Apache 2.0</a:t>
            </a:r>
          </a:p>
          <a:p>
            <a:pPr lvl="1">
              <a:buFont typeface="Switzer Light" pitchFamily="50" charset="0"/>
              <a:buChar char="›"/>
            </a:pPr>
            <a:r>
              <a:rPr lang="en-US" dirty="0">
                <a:latin typeface="Switzer" pitchFamily="50" charset="0"/>
              </a:rPr>
              <a:t>GPL v3</a:t>
            </a:r>
          </a:p>
          <a:p>
            <a:pPr lvl="1">
              <a:buFont typeface="Switzer Light" pitchFamily="50" charset="0"/>
              <a:buChar char="›"/>
            </a:pPr>
            <a:r>
              <a:rPr lang="en-US" dirty="0">
                <a:latin typeface="Switzer" pitchFamily="50" charset="0"/>
              </a:rPr>
              <a:t>CC BY 4.0</a:t>
            </a:r>
          </a:p>
          <a:p>
            <a:pPr lvl="1">
              <a:buFont typeface="Switzer Light" pitchFamily="50" charset="0"/>
              <a:buChar char="›"/>
            </a:pPr>
            <a:r>
              <a:rPr lang="en-US" dirty="0">
                <a:latin typeface="Switzer" pitchFamily="50" charset="0"/>
              </a:rPr>
              <a:t>Custom / Institutional</a:t>
            </a:r>
          </a:p>
        </p:txBody>
      </p:sp>
    </p:spTree>
    <p:extLst>
      <p:ext uri="{BB962C8B-B14F-4D97-AF65-F5344CB8AC3E}">
        <p14:creationId xmlns:p14="http://schemas.microsoft.com/office/powerpoint/2010/main" val="1099142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784AD32B-A4F3-5398-5AB1-DE39126380EB}"/>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33F3BA67-93AF-76D5-1B78-E745D8D9BF37}"/>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9327A2BD-FC6A-2CD0-BD68-4EE246FA66AD}"/>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3">
            <a:extLst>
              <a:ext uri="{FF2B5EF4-FFF2-40B4-BE49-F238E27FC236}">
                <a16:creationId xmlns:a16="http://schemas.microsoft.com/office/drawing/2014/main" id="{D8BE1046-6756-D50A-D5AF-CBD5B1D12B84}"/>
              </a:ext>
            </a:extLst>
          </p:cNvPr>
          <p:cNvSpPr>
            <a:spLocks noGrp="1"/>
          </p:cNvSpPr>
          <p:nvPr>
            <p:ph type="title"/>
          </p:nvPr>
        </p:nvSpPr>
        <p:spPr>
          <a:xfrm>
            <a:off x="838200" y="365125"/>
            <a:ext cx="10515600" cy="1325563"/>
          </a:xfrm>
        </p:spPr>
        <p:txBody>
          <a:bodyPr/>
          <a:lstStyle/>
          <a:p>
            <a:pPr algn="ctr"/>
            <a:r>
              <a:rPr lang="en-US">
                <a:latin typeface="Switzer Black" pitchFamily="50" charset="0"/>
              </a:rPr>
              <a:t>Versioning</a:t>
            </a:r>
            <a:endParaRPr lang="en-US"/>
          </a:p>
        </p:txBody>
      </p:sp>
      <p:sp>
        <p:nvSpPr>
          <p:cNvPr id="12" name="Content Placeholder 4">
            <a:extLst>
              <a:ext uri="{FF2B5EF4-FFF2-40B4-BE49-F238E27FC236}">
                <a16:creationId xmlns:a16="http://schemas.microsoft.com/office/drawing/2014/main" id="{E325563B-86F1-F96F-035A-8C93B111DF2A}"/>
              </a:ext>
            </a:extLst>
          </p:cNvPr>
          <p:cNvSpPr txBox="1">
            <a:spLocks/>
          </p:cNvSpPr>
          <p:nvPr/>
        </p:nvSpPr>
        <p:spPr>
          <a:xfrm>
            <a:off x="2278261" y="1881519"/>
            <a:ext cx="7635477" cy="3493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u="sng" dirty="0">
                <a:latin typeface="Switzer Semibold" pitchFamily="50" charset="0"/>
              </a:rPr>
              <a:t>Version Numbering Schema</a:t>
            </a:r>
          </a:p>
          <a:p>
            <a:pPr marL="0" indent="0" algn="ctr">
              <a:buNone/>
            </a:pPr>
            <a:r>
              <a:rPr lang="en-US" b="1" dirty="0">
                <a:latin typeface="Switzer" pitchFamily="50" charset="0"/>
              </a:rPr>
              <a:t>X.Y.Z</a:t>
            </a:r>
          </a:p>
          <a:p>
            <a:r>
              <a:rPr lang="en-US" dirty="0">
                <a:latin typeface="Switzer Semibold" pitchFamily="50" charset="0"/>
              </a:rPr>
              <a:t>X </a:t>
            </a:r>
            <a:r>
              <a:rPr lang="en-US" dirty="0">
                <a:latin typeface="Switzer Semibold" pitchFamily="50" charset="0"/>
                <a:sym typeface="Wingdings" panose="05000000000000000000" pitchFamily="2" charset="2"/>
              </a:rPr>
              <a:t> </a:t>
            </a:r>
            <a:r>
              <a:rPr lang="en-US" dirty="0">
                <a:latin typeface="Switzer Semibold" pitchFamily="50" charset="0"/>
              </a:rPr>
              <a:t>Major Change</a:t>
            </a:r>
          </a:p>
          <a:p>
            <a:r>
              <a:rPr lang="en-US" dirty="0">
                <a:latin typeface="Switzer Semibold" pitchFamily="50" charset="0"/>
              </a:rPr>
              <a:t>Y </a:t>
            </a:r>
            <a:r>
              <a:rPr lang="en-US" dirty="0">
                <a:latin typeface="Switzer Semibold" pitchFamily="50" charset="0"/>
                <a:sym typeface="Wingdings" panose="05000000000000000000" pitchFamily="2" charset="2"/>
              </a:rPr>
              <a:t> </a:t>
            </a:r>
            <a:r>
              <a:rPr lang="en-US" dirty="0">
                <a:latin typeface="Switzer Semibold" pitchFamily="50" charset="0"/>
              </a:rPr>
              <a:t>Minor Change</a:t>
            </a:r>
          </a:p>
          <a:p>
            <a:r>
              <a:rPr lang="en-US" dirty="0">
                <a:latin typeface="Switzer Semibold" pitchFamily="50" charset="0"/>
              </a:rPr>
              <a:t>Z </a:t>
            </a:r>
            <a:r>
              <a:rPr lang="en-US" dirty="0">
                <a:latin typeface="Switzer Semibold" pitchFamily="50" charset="0"/>
                <a:sym typeface="Wingdings" panose="05000000000000000000" pitchFamily="2" charset="2"/>
              </a:rPr>
              <a:t> </a:t>
            </a:r>
            <a:r>
              <a:rPr lang="en-US" dirty="0">
                <a:latin typeface="Switzer Semibold" pitchFamily="50" charset="0"/>
              </a:rPr>
              <a:t>Patch Change</a:t>
            </a:r>
          </a:p>
          <a:p>
            <a:r>
              <a:rPr lang="en-US" dirty="0">
                <a:latin typeface="Switzer Semibold" pitchFamily="50" charset="0"/>
              </a:rPr>
              <a:t>Side Note:</a:t>
            </a:r>
          </a:p>
          <a:p>
            <a:pPr lvl="1">
              <a:buFont typeface="Switzer Light" pitchFamily="50" charset="0"/>
              <a:buChar char="›"/>
            </a:pPr>
            <a:r>
              <a:rPr lang="en-US" dirty="0">
                <a:latin typeface="Switzer" pitchFamily="50" charset="0"/>
              </a:rPr>
              <a:t>Tag stable releases on main</a:t>
            </a:r>
            <a:endParaRPr lang="en-US" dirty="0">
              <a:latin typeface="Switzer Semibold" pitchFamily="50" charset="0"/>
            </a:endParaRPr>
          </a:p>
        </p:txBody>
      </p:sp>
    </p:spTree>
    <p:extLst>
      <p:ext uri="{BB962C8B-B14F-4D97-AF65-F5344CB8AC3E}">
        <p14:creationId xmlns:p14="http://schemas.microsoft.com/office/powerpoint/2010/main" val="3650350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52820880-7787-9AC7-CE4F-11ECFDCA9F3A}"/>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267DE5F0-D3F9-38B7-F02E-A13C960D5CAF}"/>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ACC459D0-A209-E0C7-4FC3-345EDDC3B805}"/>
              </a:ext>
            </a:extLst>
          </p:cNvPr>
          <p:cNvSpPr/>
          <p:nvPr/>
        </p:nvSpPr>
        <p:spPr>
          <a:xfrm rot="5400000">
            <a:off x="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3">
            <a:extLst>
              <a:ext uri="{FF2B5EF4-FFF2-40B4-BE49-F238E27FC236}">
                <a16:creationId xmlns:a16="http://schemas.microsoft.com/office/drawing/2014/main" id="{2AC206B9-23B0-85C1-643D-605D048399AF}"/>
              </a:ext>
            </a:extLst>
          </p:cNvPr>
          <p:cNvSpPr>
            <a:spLocks noGrp="1"/>
          </p:cNvSpPr>
          <p:nvPr>
            <p:ph type="title"/>
          </p:nvPr>
        </p:nvSpPr>
        <p:spPr>
          <a:xfrm>
            <a:off x="838200" y="365125"/>
            <a:ext cx="10515600" cy="1325563"/>
          </a:xfrm>
        </p:spPr>
        <p:txBody>
          <a:bodyPr/>
          <a:lstStyle/>
          <a:p>
            <a:pPr algn="ctr"/>
            <a:r>
              <a:rPr lang="en-US">
                <a:latin typeface="Switzer Black" pitchFamily="50" charset="0"/>
              </a:rPr>
              <a:t>Best Practices</a:t>
            </a:r>
            <a:endParaRPr lang="en-US"/>
          </a:p>
        </p:txBody>
      </p:sp>
      <p:sp>
        <p:nvSpPr>
          <p:cNvPr id="12" name="Content Placeholder 4">
            <a:extLst>
              <a:ext uri="{FF2B5EF4-FFF2-40B4-BE49-F238E27FC236}">
                <a16:creationId xmlns:a16="http://schemas.microsoft.com/office/drawing/2014/main" id="{AFD74629-DF7F-0D67-9852-5555009156F1}"/>
              </a:ext>
            </a:extLst>
          </p:cNvPr>
          <p:cNvSpPr txBox="1">
            <a:spLocks/>
          </p:cNvSpPr>
          <p:nvPr/>
        </p:nvSpPr>
        <p:spPr>
          <a:xfrm>
            <a:off x="3162394" y="2126184"/>
            <a:ext cx="5867212" cy="260563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rgbClr val="FF0000"/>
                </a:solidFill>
                <a:latin typeface="Switzer Semibold" pitchFamily="50" charset="0"/>
              </a:rPr>
              <a:t>Do not </a:t>
            </a:r>
            <a:r>
              <a:rPr lang="en-US">
                <a:latin typeface="Switzer Semibold" pitchFamily="50" charset="0"/>
              </a:rPr>
              <a:t>work directly on main!</a:t>
            </a:r>
            <a:endParaRPr lang="en-US"/>
          </a:p>
          <a:p>
            <a:r>
              <a:rPr lang="en-US">
                <a:solidFill>
                  <a:srgbClr val="FF0000"/>
                </a:solidFill>
                <a:latin typeface="Switzer Semibold" pitchFamily="50" charset="0"/>
              </a:rPr>
              <a:t>Do not </a:t>
            </a:r>
            <a:r>
              <a:rPr lang="en-US">
                <a:latin typeface="Switzer Semibold" pitchFamily="50" charset="0"/>
              </a:rPr>
              <a:t>include sensitive data </a:t>
            </a:r>
          </a:p>
          <a:p>
            <a:r>
              <a:rPr lang="en-US">
                <a:solidFill>
                  <a:schemeClr val="accent6"/>
                </a:solidFill>
                <a:latin typeface="Switzer Semibold" pitchFamily="50" charset="0"/>
              </a:rPr>
              <a:t>Use</a:t>
            </a:r>
            <a:r>
              <a:rPr lang="en-US">
                <a:latin typeface="Switzer Semibold" pitchFamily="50" charset="0"/>
              </a:rPr>
              <a:t> pull requests</a:t>
            </a:r>
          </a:p>
          <a:p>
            <a:r>
              <a:rPr lang="en-US">
                <a:solidFill>
                  <a:schemeClr val="accent6"/>
                </a:solidFill>
                <a:latin typeface="Switzer Semibold" pitchFamily="50" charset="0"/>
              </a:rPr>
              <a:t>Write</a:t>
            </a:r>
            <a:r>
              <a:rPr lang="en-US">
                <a:latin typeface="Switzer Semibold" pitchFamily="50" charset="0"/>
              </a:rPr>
              <a:t> clear commit messages</a:t>
            </a:r>
          </a:p>
          <a:p>
            <a:r>
              <a:rPr lang="en-US">
                <a:solidFill>
                  <a:schemeClr val="accent6"/>
                </a:solidFill>
                <a:latin typeface="Switzer Semibold" pitchFamily="50" charset="0"/>
              </a:rPr>
              <a:t>Keep</a:t>
            </a:r>
            <a:r>
              <a:rPr lang="en-US">
                <a:latin typeface="Switzer Semibold" pitchFamily="50" charset="0"/>
              </a:rPr>
              <a:t> documentation updated</a:t>
            </a:r>
          </a:p>
        </p:txBody>
      </p:sp>
    </p:spTree>
    <p:extLst>
      <p:ext uri="{BB962C8B-B14F-4D97-AF65-F5344CB8AC3E}">
        <p14:creationId xmlns:p14="http://schemas.microsoft.com/office/powerpoint/2010/main" val="1499097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B8BB1124-5069-D5E1-5A9C-9B0B314B9308}"/>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6A31D298-AA92-302C-3490-AA88BFFC5F9F}"/>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3E3490BB-D97A-5B12-14DA-60BD5B6934B2}"/>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3">
            <a:extLst>
              <a:ext uri="{FF2B5EF4-FFF2-40B4-BE49-F238E27FC236}">
                <a16:creationId xmlns:a16="http://schemas.microsoft.com/office/drawing/2014/main" id="{9DF26B83-6D12-D7CB-7CB0-14A0AA288531}"/>
              </a:ext>
            </a:extLst>
          </p:cNvPr>
          <p:cNvSpPr>
            <a:spLocks noGrp="1"/>
          </p:cNvSpPr>
          <p:nvPr>
            <p:ph type="title"/>
          </p:nvPr>
        </p:nvSpPr>
        <p:spPr>
          <a:xfrm>
            <a:off x="838200" y="365125"/>
            <a:ext cx="10515600" cy="1325563"/>
          </a:xfrm>
        </p:spPr>
        <p:txBody>
          <a:bodyPr/>
          <a:lstStyle/>
          <a:p>
            <a:pPr algn="ctr"/>
            <a:r>
              <a:rPr lang="en-US">
                <a:latin typeface="Switzer Black" pitchFamily="50" charset="0"/>
              </a:rPr>
              <a:t>Live Demo</a:t>
            </a:r>
            <a:endParaRPr lang="en-US"/>
          </a:p>
        </p:txBody>
      </p:sp>
      <p:sp>
        <p:nvSpPr>
          <p:cNvPr id="11" name="Content Placeholder 4">
            <a:extLst>
              <a:ext uri="{FF2B5EF4-FFF2-40B4-BE49-F238E27FC236}">
                <a16:creationId xmlns:a16="http://schemas.microsoft.com/office/drawing/2014/main" id="{E5BE72B1-256D-63D1-03AB-DBAD5A975CDC}"/>
              </a:ext>
            </a:extLst>
          </p:cNvPr>
          <p:cNvSpPr txBox="1">
            <a:spLocks/>
          </p:cNvSpPr>
          <p:nvPr/>
        </p:nvSpPr>
        <p:spPr>
          <a:xfrm>
            <a:off x="2517368" y="1733550"/>
            <a:ext cx="7157263" cy="308641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latin typeface="Switzer Semibold" pitchFamily="50" charset="0"/>
              </a:rPr>
              <a:t>Create/Clone Repository Locally</a:t>
            </a:r>
            <a:endParaRPr lang="en-US" dirty="0"/>
          </a:p>
          <a:p>
            <a:pPr marL="514350" indent="-514350">
              <a:buFont typeface="+mj-lt"/>
              <a:buAutoNum type="arabicPeriod"/>
            </a:pPr>
            <a:r>
              <a:rPr lang="en-US" dirty="0">
                <a:latin typeface="Switzer Semibold" pitchFamily="50" charset="0"/>
              </a:rPr>
              <a:t>Create Develop Branch</a:t>
            </a:r>
          </a:p>
          <a:p>
            <a:pPr marL="514350" indent="-514350">
              <a:buFont typeface="+mj-lt"/>
              <a:buAutoNum type="arabicPeriod"/>
            </a:pPr>
            <a:r>
              <a:rPr lang="en-US" dirty="0">
                <a:latin typeface="Switzer Semibold" pitchFamily="50" charset="0"/>
              </a:rPr>
              <a:t>Add/Change Key Files</a:t>
            </a:r>
          </a:p>
          <a:p>
            <a:pPr marL="514350" indent="-514350">
              <a:buFont typeface="+mj-lt"/>
              <a:buAutoNum type="arabicPeriod"/>
            </a:pPr>
            <a:r>
              <a:rPr lang="en-US" dirty="0">
                <a:latin typeface="Switzer Semibold"/>
              </a:rPr>
              <a:t>Commit + Push </a:t>
            </a:r>
            <a:r>
              <a:rPr lang="en-US" dirty="0">
                <a:latin typeface="Switzer Semibold"/>
                <a:sym typeface="Wingdings" panose="05000000000000000000" pitchFamily="2" charset="2"/>
              </a:rPr>
              <a:t> GitHub (Main Exist)</a:t>
            </a:r>
            <a:endParaRPr lang="en-US" dirty="0">
              <a:latin typeface="Switzer Semibold"/>
            </a:endParaRPr>
          </a:p>
          <a:p>
            <a:pPr marL="514350" indent="-514350">
              <a:buFont typeface="+mj-lt"/>
              <a:buAutoNum type="arabicPeriod"/>
            </a:pPr>
            <a:r>
              <a:rPr lang="en-US" dirty="0">
                <a:latin typeface="Switzer Semibold" pitchFamily="50" charset="0"/>
              </a:rPr>
              <a:t>Open Pull Request</a:t>
            </a:r>
          </a:p>
          <a:p>
            <a:pPr marL="514350" indent="-514350">
              <a:buFont typeface="+mj-lt"/>
              <a:buAutoNum type="arabicPeriod"/>
            </a:pPr>
            <a:r>
              <a:rPr lang="en-US" dirty="0">
                <a:latin typeface="Switzer Semibold" pitchFamily="50" charset="0"/>
              </a:rPr>
              <a:t>Review &amp; Merge</a:t>
            </a:r>
          </a:p>
        </p:txBody>
      </p:sp>
    </p:spTree>
    <p:extLst>
      <p:ext uri="{BB962C8B-B14F-4D97-AF65-F5344CB8AC3E}">
        <p14:creationId xmlns:p14="http://schemas.microsoft.com/office/powerpoint/2010/main" val="3819920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566B764A-BB82-99FA-8B3C-2BBC95B56FB4}"/>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88C9DBEB-A927-570C-D2B6-F05AF60E3EA5}"/>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68EA45AB-DCDE-C63B-02CC-EE896F725C3B}"/>
              </a:ext>
            </a:extLst>
          </p:cNvPr>
          <p:cNvSpPr/>
          <p:nvPr/>
        </p:nvSpPr>
        <p:spPr>
          <a:xfrm rot="5400000">
            <a:off x="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3">
            <a:extLst>
              <a:ext uri="{FF2B5EF4-FFF2-40B4-BE49-F238E27FC236}">
                <a16:creationId xmlns:a16="http://schemas.microsoft.com/office/drawing/2014/main" id="{C7428FF9-82D6-1A9E-FD40-F31A93EE2B4D}"/>
              </a:ext>
            </a:extLst>
          </p:cNvPr>
          <p:cNvSpPr>
            <a:spLocks noGrp="1"/>
          </p:cNvSpPr>
          <p:nvPr>
            <p:ph type="title"/>
          </p:nvPr>
        </p:nvSpPr>
        <p:spPr>
          <a:xfrm>
            <a:off x="838200" y="365125"/>
            <a:ext cx="10515600" cy="1325563"/>
          </a:xfrm>
        </p:spPr>
        <p:txBody>
          <a:bodyPr/>
          <a:lstStyle/>
          <a:p>
            <a:pPr algn="ctr"/>
            <a:r>
              <a:rPr lang="en-US" dirty="0">
                <a:latin typeface="Switzer Black" pitchFamily="50" charset="0"/>
              </a:rPr>
              <a:t>Git Commands</a:t>
            </a:r>
            <a:endParaRPr lang="en-US" dirty="0"/>
          </a:p>
        </p:txBody>
      </p:sp>
      <p:sp>
        <p:nvSpPr>
          <p:cNvPr id="10" name="Content Placeholder 4">
            <a:extLst>
              <a:ext uri="{FF2B5EF4-FFF2-40B4-BE49-F238E27FC236}">
                <a16:creationId xmlns:a16="http://schemas.microsoft.com/office/drawing/2014/main" id="{A02C3576-65F7-32E6-375C-70E7521F9DC7}"/>
              </a:ext>
            </a:extLst>
          </p:cNvPr>
          <p:cNvSpPr txBox="1">
            <a:spLocks/>
          </p:cNvSpPr>
          <p:nvPr/>
        </p:nvSpPr>
        <p:spPr>
          <a:xfrm>
            <a:off x="2125656" y="1494138"/>
            <a:ext cx="7940687" cy="503959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500" dirty="0">
                <a:latin typeface="Switzer Semibold"/>
              </a:rPr>
              <a:t>## One-time setup </a:t>
            </a:r>
          </a:p>
          <a:p>
            <a:pPr>
              <a:lnSpc>
                <a:spcPct val="100000"/>
              </a:lnSpc>
              <a:spcBef>
                <a:spcPts val="0"/>
              </a:spcBef>
            </a:pPr>
            <a:r>
              <a:rPr lang="en-US" sz="1500" dirty="0">
                <a:latin typeface="Switzer Semibold"/>
              </a:rPr>
              <a:t>git config --global user.name "Your Name“</a:t>
            </a:r>
          </a:p>
          <a:p>
            <a:pPr>
              <a:lnSpc>
                <a:spcPct val="100000"/>
              </a:lnSpc>
              <a:spcBef>
                <a:spcPts val="0"/>
              </a:spcBef>
            </a:pPr>
            <a:r>
              <a:rPr lang="en-US" sz="1500" dirty="0">
                <a:latin typeface="Switzer Semibold"/>
              </a:rPr>
              <a:t>git config --global user.email@email.com</a:t>
            </a:r>
          </a:p>
          <a:p>
            <a:pPr marL="0" indent="0">
              <a:lnSpc>
                <a:spcPct val="100000"/>
              </a:lnSpc>
              <a:spcBef>
                <a:spcPts val="0"/>
              </a:spcBef>
              <a:buNone/>
            </a:pPr>
            <a:endParaRPr lang="en-US" sz="1500" dirty="0">
              <a:latin typeface="Switzer Semibold"/>
            </a:endParaRPr>
          </a:p>
          <a:p>
            <a:pPr marL="0" indent="0">
              <a:lnSpc>
                <a:spcPct val="100000"/>
              </a:lnSpc>
              <a:spcBef>
                <a:spcPts val="0"/>
              </a:spcBef>
              <a:buNone/>
            </a:pPr>
            <a:r>
              <a:rPr lang="en-US" sz="1500" dirty="0">
                <a:latin typeface="Switzer Semibold"/>
              </a:rPr>
              <a:t>## SSH keys</a:t>
            </a:r>
          </a:p>
          <a:p>
            <a:pPr marL="0" indent="0">
              <a:lnSpc>
                <a:spcPct val="100000"/>
              </a:lnSpc>
              <a:spcBef>
                <a:spcPts val="0"/>
              </a:spcBef>
              <a:buNone/>
            </a:pPr>
            <a:r>
              <a:rPr lang="en-US" sz="1500" dirty="0">
                <a:latin typeface="Switzer Semibold"/>
              </a:rPr>
              <a:t>GitHub removed password authentication for git in August 2021. Use SSH keys (recommended) or a Personal Access Token. We can provide guidance on this.</a:t>
            </a:r>
          </a:p>
          <a:p>
            <a:pPr marL="0" indent="0">
              <a:lnSpc>
                <a:spcPct val="100000"/>
              </a:lnSpc>
              <a:spcBef>
                <a:spcPts val="0"/>
              </a:spcBef>
              <a:buNone/>
            </a:pPr>
            <a:endParaRPr lang="en-US" sz="1500" dirty="0">
              <a:latin typeface="Switzer Semibold"/>
            </a:endParaRPr>
          </a:p>
          <a:p>
            <a:pPr marL="0" indent="0">
              <a:lnSpc>
                <a:spcPct val="100000"/>
              </a:lnSpc>
              <a:spcBef>
                <a:spcPts val="0"/>
              </a:spcBef>
              <a:buNone/>
            </a:pPr>
            <a:r>
              <a:rPr lang="en-US" sz="1500" dirty="0">
                <a:latin typeface="Switzer Semibold"/>
              </a:rPr>
              <a:t>## Creating &amp; Cloning</a:t>
            </a:r>
          </a:p>
          <a:p>
            <a:pPr>
              <a:lnSpc>
                <a:spcPct val="100000"/>
              </a:lnSpc>
              <a:spcBef>
                <a:spcPts val="0"/>
              </a:spcBef>
            </a:pPr>
            <a:r>
              <a:rPr lang="en-US" sz="1500" dirty="0">
                <a:latin typeface="Switzer Semibold"/>
              </a:rPr>
              <a:t>git </a:t>
            </a:r>
            <a:r>
              <a:rPr lang="en-US" sz="1500" dirty="0" err="1">
                <a:latin typeface="Switzer Semibold"/>
              </a:rPr>
              <a:t>init</a:t>
            </a:r>
            <a:r>
              <a:rPr lang="en-US" sz="1500" dirty="0">
                <a:latin typeface="Switzer Semibold"/>
              </a:rPr>
              <a:t>                  # start a new local repo</a:t>
            </a:r>
          </a:p>
          <a:p>
            <a:pPr>
              <a:lnSpc>
                <a:spcPct val="100000"/>
              </a:lnSpc>
              <a:spcBef>
                <a:spcPts val="0"/>
              </a:spcBef>
            </a:pPr>
            <a:r>
              <a:rPr lang="en-US" sz="1500" dirty="0">
                <a:latin typeface="Switzer Semibold"/>
              </a:rPr>
              <a:t>git clone &lt;</a:t>
            </a:r>
            <a:r>
              <a:rPr lang="en-US" sz="1500" dirty="0" err="1">
                <a:latin typeface="Switzer Semibold"/>
              </a:rPr>
              <a:t>url</a:t>
            </a:r>
            <a:r>
              <a:rPr lang="en-US" sz="1500" dirty="0">
                <a:latin typeface="Switzer Semibold"/>
              </a:rPr>
              <a:t>&gt;           # copy an existing repo to your machine</a:t>
            </a:r>
          </a:p>
          <a:p>
            <a:pPr>
              <a:lnSpc>
                <a:spcPct val="100000"/>
              </a:lnSpc>
              <a:spcBef>
                <a:spcPts val="0"/>
              </a:spcBef>
            </a:pPr>
            <a:endParaRPr lang="en-US" sz="1500" dirty="0">
              <a:latin typeface="Switzer Semibold"/>
            </a:endParaRPr>
          </a:p>
          <a:p>
            <a:pPr marL="0" indent="0">
              <a:lnSpc>
                <a:spcPct val="100000"/>
              </a:lnSpc>
              <a:spcBef>
                <a:spcPts val="0"/>
              </a:spcBef>
              <a:buNone/>
            </a:pPr>
            <a:r>
              <a:rPr lang="en-US" sz="1500" dirty="0">
                <a:latin typeface="Switzer Semibold"/>
              </a:rPr>
              <a:t>## Pulling</a:t>
            </a:r>
          </a:p>
          <a:p>
            <a:pPr>
              <a:lnSpc>
                <a:spcPct val="100000"/>
              </a:lnSpc>
              <a:spcBef>
                <a:spcPts val="0"/>
              </a:spcBef>
            </a:pPr>
            <a:r>
              <a:rPr lang="en-US" sz="1500" dirty="0">
                <a:latin typeface="Switzer Semibold"/>
              </a:rPr>
              <a:t>git pull                  # fetch latest changes/updates from remote</a:t>
            </a:r>
          </a:p>
          <a:p>
            <a:pPr>
              <a:lnSpc>
                <a:spcPct val="100000"/>
              </a:lnSpc>
              <a:spcBef>
                <a:spcPts val="0"/>
              </a:spcBef>
            </a:pPr>
            <a:r>
              <a:rPr lang="en-US" sz="1500" dirty="0">
                <a:latin typeface="Switzer Semibold"/>
              </a:rPr>
              <a:t>git fetch                 # fetch without merging (check what changes/updates are out there)</a:t>
            </a:r>
          </a:p>
          <a:p>
            <a:pPr marL="0" indent="0">
              <a:lnSpc>
                <a:spcPct val="100000"/>
              </a:lnSpc>
              <a:spcBef>
                <a:spcPts val="0"/>
              </a:spcBef>
              <a:buNone/>
            </a:pPr>
            <a:endParaRPr lang="en-US" sz="1500" dirty="0">
              <a:latin typeface="Switzer Semibold"/>
            </a:endParaRPr>
          </a:p>
          <a:p>
            <a:pPr marL="0" indent="0">
              <a:lnSpc>
                <a:spcPct val="100000"/>
              </a:lnSpc>
              <a:spcBef>
                <a:spcPts val="0"/>
              </a:spcBef>
              <a:buNone/>
            </a:pPr>
            <a:r>
              <a:rPr lang="en-US" sz="1500" dirty="0">
                <a:latin typeface="Switzer Semibold"/>
              </a:rPr>
              <a:t>## Branching</a:t>
            </a:r>
          </a:p>
          <a:p>
            <a:pPr marL="0">
              <a:lnSpc>
                <a:spcPct val="100000"/>
              </a:lnSpc>
              <a:spcBef>
                <a:spcPts val="0"/>
              </a:spcBef>
            </a:pPr>
            <a:r>
              <a:rPr lang="en-US" sz="1500" dirty="0">
                <a:latin typeface="Switzer Semibold"/>
              </a:rPr>
              <a:t>git branch                      # list local branches</a:t>
            </a:r>
          </a:p>
          <a:p>
            <a:pPr marL="0">
              <a:lnSpc>
                <a:spcPct val="100000"/>
              </a:lnSpc>
              <a:spcBef>
                <a:spcPts val="0"/>
              </a:spcBef>
            </a:pPr>
            <a:r>
              <a:rPr lang="en-US" sz="1500" dirty="0">
                <a:latin typeface="Switzer Semibold"/>
              </a:rPr>
              <a:t>git checkout -b &lt;branch-name&gt;   # create and switch to a new branch (use this one)</a:t>
            </a:r>
          </a:p>
          <a:p>
            <a:pPr marL="0">
              <a:lnSpc>
                <a:spcPct val="100000"/>
              </a:lnSpc>
              <a:spcBef>
                <a:spcPts val="0"/>
              </a:spcBef>
            </a:pPr>
            <a:r>
              <a:rPr lang="en-US" sz="1500" dirty="0">
                <a:latin typeface="Switzer Semibold"/>
              </a:rPr>
              <a:t>git checkout &lt;branch-name&gt;      # switch to an existing branch</a:t>
            </a:r>
          </a:p>
          <a:p>
            <a:pPr>
              <a:lnSpc>
                <a:spcPct val="100000"/>
              </a:lnSpc>
            </a:pPr>
            <a:r>
              <a:rPr lang="en-US" sz="1500" dirty="0">
                <a:latin typeface="Switzer Semibold"/>
              </a:rPr>
              <a:t>Never work directly on `main`. Always branch first. </a:t>
            </a:r>
            <a:endParaRPr lang="en-US" sz="1500" dirty="0">
              <a:latin typeface="Switzer" pitchFamily="50" charset="0"/>
            </a:endParaRPr>
          </a:p>
        </p:txBody>
      </p:sp>
    </p:spTree>
    <p:extLst>
      <p:ext uri="{BB962C8B-B14F-4D97-AF65-F5344CB8AC3E}">
        <p14:creationId xmlns:p14="http://schemas.microsoft.com/office/powerpoint/2010/main" val="277258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272320A3-EEC9-5B53-B54C-E7166C0CB268}"/>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5842C147-CC29-16A7-4E6C-5076190195D3}"/>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E5B2D1D3-681A-BA19-7B08-5E9F299C8D96}"/>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3">
            <a:extLst>
              <a:ext uri="{FF2B5EF4-FFF2-40B4-BE49-F238E27FC236}">
                <a16:creationId xmlns:a16="http://schemas.microsoft.com/office/drawing/2014/main" id="{40A61CEE-32F4-367A-E390-CD1211B7E582}"/>
              </a:ext>
            </a:extLst>
          </p:cNvPr>
          <p:cNvSpPr>
            <a:spLocks noGrp="1"/>
          </p:cNvSpPr>
          <p:nvPr>
            <p:ph type="title"/>
          </p:nvPr>
        </p:nvSpPr>
        <p:spPr>
          <a:xfrm>
            <a:off x="838200" y="365125"/>
            <a:ext cx="10515600" cy="1325563"/>
          </a:xfrm>
        </p:spPr>
        <p:txBody>
          <a:bodyPr/>
          <a:lstStyle/>
          <a:p>
            <a:pPr algn="ctr"/>
            <a:r>
              <a:rPr lang="en-US" dirty="0">
                <a:latin typeface="Switzer Black" pitchFamily="50" charset="0"/>
              </a:rPr>
              <a:t>Git Commands Cont.</a:t>
            </a:r>
            <a:endParaRPr lang="en-US" dirty="0"/>
          </a:p>
        </p:txBody>
      </p:sp>
      <p:sp>
        <p:nvSpPr>
          <p:cNvPr id="4" name="Content Placeholder 4">
            <a:extLst>
              <a:ext uri="{FF2B5EF4-FFF2-40B4-BE49-F238E27FC236}">
                <a16:creationId xmlns:a16="http://schemas.microsoft.com/office/drawing/2014/main" id="{CB83E22B-50F0-BB06-C281-A9A3FB11E8C4}"/>
              </a:ext>
            </a:extLst>
          </p:cNvPr>
          <p:cNvSpPr txBox="1">
            <a:spLocks/>
          </p:cNvSpPr>
          <p:nvPr/>
        </p:nvSpPr>
        <p:spPr>
          <a:xfrm>
            <a:off x="2560554" y="1746734"/>
            <a:ext cx="7070892" cy="336453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500" dirty="0">
                <a:latin typeface="Switzer Semibold"/>
              </a:rPr>
              <a:t>## Staging &amp; Committing</a:t>
            </a:r>
          </a:p>
          <a:p>
            <a:pPr marL="0" indent="0">
              <a:lnSpc>
                <a:spcPct val="100000"/>
              </a:lnSpc>
              <a:spcBef>
                <a:spcPts val="0"/>
              </a:spcBef>
              <a:buNone/>
            </a:pPr>
            <a:r>
              <a:rPr lang="en-US" sz="1500" dirty="0">
                <a:latin typeface="Switzer Semibold"/>
              </a:rPr>
              <a:t>git status                      # see what changed</a:t>
            </a:r>
          </a:p>
          <a:p>
            <a:pPr marL="0" indent="0">
              <a:lnSpc>
                <a:spcPct val="100000"/>
              </a:lnSpc>
              <a:spcBef>
                <a:spcPts val="0"/>
              </a:spcBef>
              <a:buNone/>
            </a:pPr>
            <a:r>
              <a:rPr lang="en-US" sz="1500" dirty="0">
                <a:latin typeface="Switzer Semibold"/>
              </a:rPr>
              <a:t>git diff                        # see line-by-line changes before staging</a:t>
            </a:r>
          </a:p>
          <a:p>
            <a:pPr marL="0" indent="0">
              <a:lnSpc>
                <a:spcPct val="100000"/>
              </a:lnSpc>
              <a:spcBef>
                <a:spcPts val="0"/>
              </a:spcBef>
              <a:buNone/>
            </a:pPr>
            <a:r>
              <a:rPr lang="en-US" sz="1500" dirty="0">
                <a:latin typeface="Switzer Semibold"/>
              </a:rPr>
              <a:t>git add &lt;file&gt;                  # stage a specific file</a:t>
            </a:r>
          </a:p>
          <a:p>
            <a:pPr marL="0" indent="0">
              <a:lnSpc>
                <a:spcPct val="100000"/>
              </a:lnSpc>
              <a:spcBef>
                <a:spcPts val="0"/>
              </a:spcBef>
              <a:buNone/>
            </a:pPr>
            <a:r>
              <a:rPr lang="en-US" sz="1500" dirty="0">
                <a:latin typeface="Switzer Semibold"/>
              </a:rPr>
              <a:t>git add .                       # stage everything</a:t>
            </a:r>
          </a:p>
          <a:p>
            <a:pPr marL="0" indent="0">
              <a:lnSpc>
                <a:spcPct val="100000"/>
              </a:lnSpc>
              <a:spcBef>
                <a:spcPts val="0"/>
              </a:spcBef>
              <a:buNone/>
            </a:pPr>
            <a:r>
              <a:rPr lang="en-US" sz="1500" dirty="0">
                <a:latin typeface="Switzer Semibold"/>
              </a:rPr>
              <a:t>git commit -m "your message"    # commit with a short, descriptive message</a:t>
            </a:r>
          </a:p>
          <a:p>
            <a:pPr marL="0" indent="0">
              <a:lnSpc>
                <a:spcPct val="100000"/>
              </a:lnSpc>
              <a:spcBef>
                <a:spcPts val="0"/>
              </a:spcBef>
              <a:buNone/>
            </a:pPr>
            <a:endParaRPr lang="en-US" sz="1500" dirty="0">
              <a:latin typeface="Switzer Semibold"/>
            </a:endParaRPr>
          </a:p>
          <a:p>
            <a:pPr marL="0" indent="0">
              <a:lnSpc>
                <a:spcPct val="100000"/>
              </a:lnSpc>
              <a:spcBef>
                <a:spcPts val="0"/>
              </a:spcBef>
              <a:buNone/>
            </a:pPr>
            <a:r>
              <a:rPr lang="en-US" sz="1500" dirty="0">
                <a:latin typeface="Switzer Semibold"/>
              </a:rPr>
              <a:t>## Pushing</a:t>
            </a:r>
          </a:p>
          <a:p>
            <a:pPr marL="0" indent="0">
              <a:lnSpc>
                <a:spcPct val="100000"/>
              </a:lnSpc>
              <a:spcBef>
                <a:spcPts val="0"/>
              </a:spcBef>
              <a:buNone/>
            </a:pPr>
            <a:r>
              <a:rPr lang="en-US" sz="1500" dirty="0">
                <a:latin typeface="Switzer Semibold"/>
              </a:rPr>
              <a:t>git push -u origin &lt;branch-name&gt;   # first push of a new branch (sets upstream)</a:t>
            </a:r>
          </a:p>
          <a:p>
            <a:pPr marL="0" indent="0">
              <a:lnSpc>
                <a:spcPct val="100000"/>
              </a:lnSpc>
              <a:spcBef>
                <a:spcPts val="0"/>
              </a:spcBef>
              <a:buNone/>
            </a:pPr>
            <a:r>
              <a:rPr lang="en-US" sz="1500" dirty="0">
                <a:latin typeface="Switzer Semibold"/>
              </a:rPr>
              <a:t>git push                           # subsequent pushes</a:t>
            </a:r>
          </a:p>
          <a:p>
            <a:pPr marL="0" indent="0">
              <a:lnSpc>
                <a:spcPct val="100000"/>
              </a:lnSpc>
              <a:spcBef>
                <a:spcPts val="0"/>
              </a:spcBef>
              <a:buNone/>
            </a:pPr>
            <a:endParaRPr lang="en-US" sz="1500" dirty="0">
              <a:latin typeface="Switzer Semibold"/>
            </a:endParaRPr>
          </a:p>
          <a:p>
            <a:pPr marL="0" indent="0">
              <a:lnSpc>
                <a:spcPct val="100000"/>
              </a:lnSpc>
              <a:spcBef>
                <a:spcPts val="0"/>
              </a:spcBef>
              <a:buNone/>
            </a:pPr>
            <a:r>
              <a:rPr lang="en-US" sz="1500" dirty="0">
                <a:latin typeface="Switzer Semibold"/>
              </a:rPr>
              <a:t>## Useful Extras</a:t>
            </a:r>
          </a:p>
          <a:p>
            <a:pPr marL="0" indent="0">
              <a:lnSpc>
                <a:spcPct val="100000"/>
              </a:lnSpc>
              <a:spcBef>
                <a:spcPts val="0"/>
              </a:spcBef>
              <a:buNone/>
            </a:pPr>
            <a:r>
              <a:rPr lang="en-US" sz="1500" dirty="0">
                <a:latin typeface="Switzer Semibold"/>
              </a:rPr>
              <a:t>git log --</a:t>
            </a:r>
            <a:r>
              <a:rPr lang="en-US" sz="1500" dirty="0" err="1">
                <a:latin typeface="Switzer Semibold"/>
              </a:rPr>
              <a:t>oneline</a:t>
            </a:r>
            <a:r>
              <a:rPr lang="en-US" sz="1500" dirty="0">
                <a:latin typeface="Switzer Semibold"/>
              </a:rPr>
              <a:t>       # condensed commit history</a:t>
            </a:r>
          </a:p>
          <a:p>
            <a:pPr marL="0" indent="0">
              <a:lnSpc>
                <a:spcPct val="100000"/>
              </a:lnSpc>
              <a:spcBef>
                <a:spcPts val="0"/>
              </a:spcBef>
              <a:buNone/>
            </a:pPr>
            <a:r>
              <a:rPr lang="en-US" sz="1500" dirty="0">
                <a:latin typeface="Switzer Semibold"/>
              </a:rPr>
              <a:t>git restore &lt;file&gt;      # discard local changes to a file</a:t>
            </a:r>
            <a:endParaRPr lang="en-US" sz="1500" dirty="0">
              <a:latin typeface="Switzer" pitchFamily="50" charset="0"/>
            </a:endParaRPr>
          </a:p>
        </p:txBody>
      </p:sp>
    </p:spTree>
    <p:extLst>
      <p:ext uri="{BB962C8B-B14F-4D97-AF65-F5344CB8AC3E}">
        <p14:creationId xmlns:p14="http://schemas.microsoft.com/office/powerpoint/2010/main" val="2220787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a:extLst>
            <a:ext uri="{FF2B5EF4-FFF2-40B4-BE49-F238E27FC236}">
              <a16:creationId xmlns:a16="http://schemas.microsoft.com/office/drawing/2014/main" id="{5D054F87-06CA-1AD1-811E-7513C0E241DF}"/>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2AE5FDED-FF65-46CD-C3F3-318E3E412B5A}"/>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6CC54B7E-2608-FAC2-DC7B-C9B90501463E}"/>
              </a:ext>
            </a:extLst>
          </p:cNvPr>
          <p:cNvSpPr/>
          <p:nvPr/>
        </p:nvSpPr>
        <p:spPr>
          <a:xfrm rot="5400000">
            <a:off x="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3">
            <a:extLst>
              <a:ext uri="{FF2B5EF4-FFF2-40B4-BE49-F238E27FC236}">
                <a16:creationId xmlns:a16="http://schemas.microsoft.com/office/drawing/2014/main" id="{3B5F1D5C-C8B0-49FA-C35F-3DB884A9E912}"/>
              </a:ext>
            </a:extLst>
          </p:cNvPr>
          <p:cNvSpPr>
            <a:spLocks noGrp="1"/>
          </p:cNvSpPr>
          <p:nvPr>
            <p:ph type="title"/>
          </p:nvPr>
        </p:nvSpPr>
        <p:spPr>
          <a:xfrm>
            <a:off x="838200" y="365125"/>
            <a:ext cx="10515600" cy="1325563"/>
          </a:xfrm>
        </p:spPr>
        <p:txBody>
          <a:bodyPr/>
          <a:lstStyle/>
          <a:p>
            <a:pPr algn="ctr"/>
            <a:r>
              <a:rPr lang="en-US">
                <a:latin typeface="Switzer Black" pitchFamily="50" charset="0"/>
              </a:rPr>
              <a:t>Resources</a:t>
            </a:r>
            <a:endParaRPr lang="en-US"/>
          </a:p>
        </p:txBody>
      </p:sp>
      <p:sp>
        <p:nvSpPr>
          <p:cNvPr id="10" name="Content Placeholder 4">
            <a:extLst>
              <a:ext uri="{FF2B5EF4-FFF2-40B4-BE49-F238E27FC236}">
                <a16:creationId xmlns:a16="http://schemas.microsoft.com/office/drawing/2014/main" id="{427081EE-4432-3462-7C8C-1EDBA88FA569}"/>
              </a:ext>
            </a:extLst>
          </p:cNvPr>
          <p:cNvSpPr txBox="1">
            <a:spLocks/>
          </p:cNvSpPr>
          <p:nvPr/>
        </p:nvSpPr>
        <p:spPr>
          <a:xfrm>
            <a:off x="2074556" y="1690688"/>
            <a:ext cx="8042889" cy="455628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Switzer Semibold"/>
              </a:rPr>
              <a:t>GitHub SOP - External (Available upon request)</a:t>
            </a:r>
          </a:p>
          <a:p>
            <a:r>
              <a:rPr lang="en-US" dirty="0">
                <a:latin typeface="Switzer Semibold" pitchFamily="50" charset="0"/>
              </a:rPr>
              <a:t>GitHub Pipeline Review Job Aid - External (Available upon request)</a:t>
            </a:r>
          </a:p>
          <a:p>
            <a:r>
              <a:rPr lang="en-US" dirty="0">
                <a:latin typeface="Switzer Semibold" pitchFamily="50" charset="0"/>
              </a:rPr>
              <a:t>GitHub Documentation</a:t>
            </a:r>
          </a:p>
          <a:p>
            <a:r>
              <a:rPr lang="en-US" dirty="0" err="1">
                <a:latin typeface="Switzer Semibold"/>
              </a:rPr>
              <a:t>Nextflow</a:t>
            </a:r>
            <a:r>
              <a:rPr lang="en-US" dirty="0">
                <a:latin typeface="Switzer Semibold"/>
              </a:rPr>
              <a:t> Documentation</a:t>
            </a:r>
          </a:p>
          <a:p>
            <a:r>
              <a:rPr lang="en-US" dirty="0">
                <a:latin typeface="Switzer Semibold"/>
              </a:rPr>
              <a:t>HPG to VS Code OH</a:t>
            </a:r>
          </a:p>
          <a:p>
            <a:pPr lvl="1"/>
            <a:r>
              <a:rPr lang="en-US" sz="1000" dirty="0">
                <a:latin typeface="Switzer" pitchFamily="50" charset="0"/>
              </a:rPr>
              <a:t>https://github.com/StaPH-B/southeast-region/blob/master/trainings/office%20hours/20250714_Session51_VScode%20Training%20Pt%201.pdf  </a:t>
            </a:r>
          </a:p>
          <a:p>
            <a:r>
              <a:rPr lang="en-US" dirty="0">
                <a:latin typeface="Switzer Semibold" pitchFamily="50" charset="0"/>
              </a:rPr>
              <a:t>Contact Us</a:t>
            </a:r>
          </a:p>
          <a:p>
            <a:pPr lvl="1">
              <a:buFont typeface="Switzer Light" pitchFamily="50" charset="0"/>
              <a:buChar char="›"/>
            </a:pPr>
            <a:r>
              <a:rPr lang="en-US" b="1" dirty="0">
                <a:latin typeface="Switzer" pitchFamily="50" charset="0"/>
              </a:rPr>
              <a:t>Request SOP</a:t>
            </a:r>
            <a:r>
              <a:rPr lang="en-US" dirty="0">
                <a:latin typeface="Switzer" pitchFamily="50" charset="0"/>
              </a:rPr>
              <a:t>: </a:t>
            </a:r>
          </a:p>
          <a:p>
            <a:pPr lvl="2">
              <a:buFont typeface="Switzer Light" pitchFamily="50" charset="0"/>
              <a:buChar char="–"/>
            </a:pPr>
            <a:r>
              <a:rPr lang="en-US" dirty="0">
                <a:latin typeface="Switzer" pitchFamily="50" charset="0"/>
              </a:rPr>
              <a:t>bphl-sebioinformatics@flhealth.gov</a:t>
            </a:r>
          </a:p>
        </p:txBody>
      </p:sp>
    </p:spTree>
    <p:extLst>
      <p:ext uri="{BB962C8B-B14F-4D97-AF65-F5344CB8AC3E}">
        <p14:creationId xmlns:p14="http://schemas.microsoft.com/office/powerpoint/2010/main" val="3894846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29" name="Rectangle 10">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3752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38E8FC10-24AE-4CE9-AA6A-96507E56C09C}"/>
              </a:ext>
            </a:extLst>
          </p:cNvPr>
          <p:cNvSpPr>
            <a:spLocks noGrp="1"/>
          </p:cNvSpPr>
          <p:nvPr>
            <p:ph type="title"/>
          </p:nvPr>
        </p:nvSpPr>
        <p:spPr>
          <a:xfrm>
            <a:off x="524256" y="4767072"/>
            <a:ext cx="6594189" cy="1625210"/>
          </a:xfrm>
        </p:spPr>
        <p:txBody>
          <a:bodyPr>
            <a:normAutofit/>
          </a:bodyPr>
          <a:lstStyle/>
          <a:p>
            <a:pPr algn="r"/>
            <a:r>
              <a:rPr lang="en-US">
                <a:solidFill>
                  <a:srgbClr val="FFFFFF"/>
                </a:solidFill>
                <a:latin typeface="Arial Black"/>
              </a:rPr>
              <a:t>Questions?</a:t>
            </a:r>
            <a:endParaRPr lang="en-US">
              <a:solidFill>
                <a:srgbClr val="FFFFFF"/>
              </a:solidFill>
              <a:latin typeface="Arial Black" panose="020B0A04020102020204" pitchFamily="34" charset="0"/>
            </a:endParaRPr>
          </a:p>
        </p:txBody>
      </p:sp>
      <p:pic>
        <p:nvPicPr>
          <p:cNvPr id="6" name="Picture 5">
            <a:extLst>
              <a:ext uri="{FF2B5EF4-FFF2-40B4-BE49-F238E27FC236}">
                <a16:creationId xmlns:a16="http://schemas.microsoft.com/office/drawing/2014/main" id="{F04047D0-5523-40A6-955F-8DB69960D66A}"/>
              </a:ext>
            </a:extLst>
          </p:cNvPr>
          <p:cNvPicPr>
            <a:picLocks noChangeAspect="1"/>
          </p:cNvPicPr>
          <p:nvPr/>
        </p:nvPicPr>
        <p:blipFill rotWithShape="1">
          <a:blip r:embed="rId2"/>
          <a:srcRect t="5378" r="1" b="1"/>
          <a:stretch/>
        </p:blipFill>
        <p:spPr>
          <a:xfrm>
            <a:off x="327547" y="321733"/>
            <a:ext cx="7058306" cy="4107392"/>
          </a:xfrm>
          <a:prstGeom prst="rect">
            <a:avLst/>
          </a:prstGeom>
        </p:spPr>
      </p:pic>
      <p:sp>
        <p:nvSpPr>
          <p:cNvPr id="30" name="Rectangle 12">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6F95FDFD-812E-4B7A-856D-A9E1ADA0803D}"/>
              </a:ext>
            </a:extLst>
          </p:cNvPr>
          <p:cNvSpPr>
            <a:spLocks noGrp="1"/>
          </p:cNvSpPr>
          <p:nvPr>
            <p:ph type="sldNum" sz="quarter" idx="12"/>
          </p:nvPr>
        </p:nvSpPr>
        <p:spPr>
          <a:xfrm>
            <a:off x="10480391" y="6535157"/>
            <a:ext cx="973667" cy="274320"/>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94F3B2D-F8DB-4B2E-832D-AE163D115F98}" type="slidenum">
              <a:rPr kumimoji="0" lang="en-US" sz="105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105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
        <p:nvSpPr>
          <p:cNvPr id="7" name="Content Placeholder 4">
            <a:extLst>
              <a:ext uri="{FF2B5EF4-FFF2-40B4-BE49-F238E27FC236}">
                <a16:creationId xmlns:a16="http://schemas.microsoft.com/office/drawing/2014/main" id="{EF0D688E-B78C-9ACE-FA00-ADC46C2C9F85}"/>
              </a:ext>
            </a:extLst>
          </p:cNvPr>
          <p:cNvSpPr>
            <a:spLocks noGrp="1"/>
          </p:cNvSpPr>
          <p:nvPr>
            <p:ph idx="1"/>
          </p:nvPr>
        </p:nvSpPr>
        <p:spPr>
          <a:xfrm>
            <a:off x="7582563" y="917725"/>
            <a:ext cx="4281890" cy="4852362"/>
          </a:xfrm>
        </p:spPr>
        <p:txBody>
          <a:bodyPr anchor="ctr">
            <a:normAutofit fontScale="92500" lnSpcReduction="20000"/>
          </a:bodyPr>
          <a:lstStyle/>
          <a:p>
            <a:pPr marL="0" indent="0">
              <a:buNone/>
            </a:pPr>
            <a:r>
              <a:rPr lang="en-US" sz="2000" u="sng">
                <a:solidFill>
                  <a:srgbClr val="00B0F0"/>
                </a:solidFill>
                <a:effectLst/>
                <a:latin typeface="Calibri" panose="020F0502020204030204" pitchFamily="34" charset="0"/>
                <a:ea typeface="Times New Roman" panose="02020603050405020304" pitchFamily="18" charset="0"/>
              </a:rPr>
              <a:t>bphl-sebioinformatics@flhealth.gov</a:t>
            </a:r>
            <a:endParaRPr lang="en-US" sz="2000" b="1">
              <a:solidFill>
                <a:srgbClr val="00B0F0"/>
              </a:solidFill>
            </a:endParaRPr>
          </a:p>
          <a:p>
            <a:pPr marL="0" indent="0">
              <a:buNone/>
            </a:pPr>
            <a:endParaRPr lang="en-US" sz="2400" b="1">
              <a:solidFill>
                <a:srgbClr val="FFFFFF"/>
              </a:solidFill>
              <a:cs typeface="Calibri"/>
            </a:endParaRPr>
          </a:p>
          <a:p>
            <a:pPr marL="0" indent="0">
              <a:buNone/>
            </a:pPr>
            <a:r>
              <a:rPr lang="en-US" sz="2400" b="1">
                <a:solidFill>
                  <a:srgbClr val="FFFFFF"/>
                </a:solidFill>
              </a:rPr>
              <a:t>Molly Mitchell, PhD</a:t>
            </a:r>
            <a:endParaRPr lang="en-US" sz="2400" b="1">
              <a:solidFill>
                <a:srgbClr val="FFFFFF"/>
              </a:solidFill>
              <a:cs typeface="Calibri"/>
            </a:endParaRPr>
          </a:p>
          <a:p>
            <a:pPr marL="0" indent="0">
              <a:buNone/>
            </a:pPr>
            <a:r>
              <a:rPr lang="en-US" sz="2400">
                <a:solidFill>
                  <a:srgbClr val="FFFFFF"/>
                </a:solidFill>
              </a:rPr>
              <a:t>Bioinformatics Supervisor</a:t>
            </a:r>
            <a:endParaRPr lang="en-US" sz="2400">
              <a:solidFill>
                <a:srgbClr val="FFFFFF"/>
              </a:solidFill>
              <a:ea typeface="Calibri"/>
              <a:cs typeface="Calibri"/>
            </a:endParaRPr>
          </a:p>
          <a:p>
            <a:pPr marL="0" indent="0">
              <a:buNone/>
            </a:pPr>
            <a:r>
              <a:rPr lang="en-US" sz="2400">
                <a:solidFill>
                  <a:srgbClr val="FFFFFF"/>
                </a:solidFill>
              </a:rPr>
              <a:t>Molly.Mitchell@flhealth.gov</a:t>
            </a:r>
          </a:p>
          <a:p>
            <a:pPr marL="0" indent="0">
              <a:buNone/>
            </a:pPr>
            <a:endParaRPr lang="en-US" sz="2400">
              <a:solidFill>
                <a:srgbClr val="FFFFFF"/>
              </a:solidFill>
            </a:endParaRPr>
          </a:p>
          <a:p>
            <a:pPr marL="0" indent="0">
              <a:buNone/>
            </a:pPr>
            <a:r>
              <a:rPr lang="en-US" sz="2400" b="1">
                <a:solidFill>
                  <a:srgbClr val="FFFFFF"/>
                </a:solidFill>
              </a:rPr>
              <a:t>Nikhil Reddy, MS</a:t>
            </a:r>
          </a:p>
          <a:p>
            <a:pPr marL="0" indent="0">
              <a:buNone/>
            </a:pPr>
            <a:r>
              <a:rPr lang="en-US" sz="2400">
                <a:solidFill>
                  <a:srgbClr val="FFFFFF"/>
                </a:solidFill>
              </a:rPr>
              <a:t>Bioinformatician</a:t>
            </a:r>
          </a:p>
          <a:p>
            <a:pPr marL="0" indent="0">
              <a:buNone/>
            </a:pPr>
            <a:r>
              <a:rPr lang="en-US" sz="2400">
                <a:solidFill>
                  <a:srgbClr val="FFFFFF"/>
                </a:solidFill>
              </a:rPr>
              <a:t>Nikhil.Yengala@flhealth.gov</a:t>
            </a:r>
          </a:p>
          <a:p>
            <a:pPr marL="0" indent="0">
              <a:buNone/>
            </a:pPr>
            <a:endParaRPr lang="en-US" sz="2400">
              <a:solidFill>
                <a:srgbClr val="FFFFFF"/>
              </a:solidFill>
            </a:endParaRPr>
          </a:p>
          <a:p>
            <a:pPr marL="0" indent="0">
              <a:buNone/>
            </a:pPr>
            <a:r>
              <a:rPr lang="en-US" sz="2400" b="1">
                <a:solidFill>
                  <a:srgbClr val="FFFFFF"/>
                </a:solidFill>
                <a:cs typeface="Calibri"/>
              </a:rPr>
              <a:t>Sam Bernhoft, MPH</a:t>
            </a:r>
            <a:endParaRPr lang="en-US" sz="2400" b="1">
              <a:solidFill>
                <a:srgbClr val="FFFFFF"/>
              </a:solidFill>
              <a:ea typeface="Calibri"/>
              <a:cs typeface="Calibri"/>
            </a:endParaRPr>
          </a:p>
          <a:p>
            <a:pPr marL="0" indent="0">
              <a:buNone/>
            </a:pPr>
            <a:r>
              <a:rPr lang="en-US" sz="2400">
                <a:solidFill>
                  <a:srgbClr val="FFFFFF"/>
                </a:solidFill>
                <a:cs typeface="Calibri"/>
              </a:rPr>
              <a:t>Bioinformatician </a:t>
            </a:r>
          </a:p>
          <a:p>
            <a:pPr marL="0" indent="0">
              <a:buNone/>
            </a:pPr>
            <a:r>
              <a:rPr lang="en-US" sz="2400">
                <a:solidFill>
                  <a:srgbClr val="FFFFFF"/>
                </a:solidFill>
                <a:cs typeface="Calibri"/>
              </a:rPr>
              <a:t>Samantha.bernhoft@flhealth.gov</a:t>
            </a:r>
            <a:endParaRPr lang="en-US" sz="2400">
              <a:solidFill>
                <a:srgbClr val="FFFFFF"/>
              </a:solidFill>
            </a:endParaRPr>
          </a:p>
          <a:p>
            <a:pPr marL="0" indent="0">
              <a:buNone/>
            </a:pPr>
            <a:endParaRPr lang="en-US" sz="2400" b="1">
              <a:solidFill>
                <a:srgbClr val="FFFFFF"/>
              </a:solidFill>
            </a:endParaRPr>
          </a:p>
        </p:txBody>
      </p:sp>
    </p:spTree>
    <p:extLst>
      <p:ext uri="{BB962C8B-B14F-4D97-AF65-F5344CB8AC3E}">
        <p14:creationId xmlns:p14="http://schemas.microsoft.com/office/powerpoint/2010/main" val="3678252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E8E8E8"/>
        </a:solidFill>
        <a:effectLst/>
      </p:bgPr>
    </p:bg>
    <p:spTree>
      <p:nvGrpSpPr>
        <p:cNvPr id="1" name="">
          <a:extLst>
            <a:ext uri="{FF2B5EF4-FFF2-40B4-BE49-F238E27FC236}">
              <a16:creationId xmlns:a16="http://schemas.microsoft.com/office/drawing/2014/main" id="{7E46606E-6ED4-C4EF-1775-ABF610A1EB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822698-EA52-96BC-C8D9-7919EB9B9E85}"/>
              </a:ext>
            </a:extLst>
          </p:cNvPr>
          <p:cNvSpPr>
            <a:spLocks noGrp="1"/>
          </p:cNvSpPr>
          <p:nvPr>
            <p:ph type="title"/>
          </p:nvPr>
        </p:nvSpPr>
        <p:spPr/>
        <p:txBody>
          <a:bodyPr/>
          <a:lstStyle/>
          <a:p>
            <a:pPr algn="ctr"/>
            <a:r>
              <a:rPr lang="en-US">
                <a:latin typeface="Switzer Black" pitchFamily="50" charset="0"/>
              </a:rPr>
              <a:t>🔁 Track Changes Over Time</a:t>
            </a:r>
          </a:p>
        </p:txBody>
      </p:sp>
      <p:sp>
        <p:nvSpPr>
          <p:cNvPr id="5" name="Content Placeholder 4">
            <a:extLst>
              <a:ext uri="{FF2B5EF4-FFF2-40B4-BE49-F238E27FC236}">
                <a16:creationId xmlns:a16="http://schemas.microsoft.com/office/drawing/2014/main" id="{FA8108DA-F331-68F0-9D67-715792AC1A4D}"/>
              </a:ext>
            </a:extLst>
          </p:cNvPr>
          <p:cNvSpPr>
            <a:spLocks noGrp="1"/>
          </p:cNvSpPr>
          <p:nvPr>
            <p:ph idx="1"/>
          </p:nvPr>
        </p:nvSpPr>
        <p:spPr>
          <a:xfrm>
            <a:off x="3428114" y="2853254"/>
            <a:ext cx="5335772" cy="1151491"/>
          </a:xfrm>
        </p:spPr>
        <p:txBody>
          <a:bodyPr/>
          <a:lstStyle/>
          <a:p>
            <a:pPr algn="ctr"/>
            <a:r>
              <a:rPr lang="en-US">
                <a:latin typeface="Switzer Semibold" pitchFamily="50" charset="0"/>
              </a:rPr>
              <a:t>Full Version History</a:t>
            </a:r>
          </a:p>
          <a:p>
            <a:pPr algn="ctr"/>
            <a:r>
              <a:rPr lang="en-US">
                <a:latin typeface="Switzer Semibold" pitchFamily="50" charset="0"/>
              </a:rPr>
              <a:t>See what changed &amp; when</a:t>
            </a:r>
          </a:p>
          <a:p>
            <a:endParaRPr lang="en-US">
              <a:latin typeface="Switzer Light" pitchFamily="50" charset="0"/>
            </a:endParaRPr>
          </a:p>
        </p:txBody>
      </p:sp>
      <p:pic>
        <p:nvPicPr>
          <p:cNvPr id="3" name="Content Placeholder 4">
            <a:extLst>
              <a:ext uri="{FF2B5EF4-FFF2-40B4-BE49-F238E27FC236}">
                <a16:creationId xmlns:a16="http://schemas.microsoft.com/office/drawing/2014/main" id="{A99BA655-8D2B-633C-60ED-705EBA4E9CC7}"/>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987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E8E8E8"/>
        </a:solidFill>
        <a:effectLst/>
      </p:bgPr>
    </p:bg>
    <p:spTree>
      <p:nvGrpSpPr>
        <p:cNvPr id="1" name="">
          <a:extLst>
            <a:ext uri="{FF2B5EF4-FFF2-40B4-BE49-F238E27FC236}">
              <a16:creationId xmlns:a16="http://schemas.microsoft.com/office/drawing/2014/main" id="{99F830A2-869B-5D70-7FEF-EECBB9E3EC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4A1384-3288-52BA-0BFB-21FCF8407B37}"/>
              </a:ext>
            </a:extLst>
          </p:cNvPr>
          <p:cNvSpPr>
            <a:spLocks noGrp="1"/>
          </p:cNvSpPr>
          <p:nvPr>
            <p:ph type="title"/>
          </p:nvPr>
        </p:nvSpPr>
        <p:spPr/>
        <p:txBody>
          <a:bodyPr/>
          <a:lstStyle/>
          <a:p>
            <a:pPr algn="ctr"/>
            <a:r>
              <a:rPr lang="en-US">
                <a:latin typeface="Switzer Black" pitchFamily="50" charset="0"/>
              </a:rPr>
              <a:t>👥 Collaboration</a:t>
            </a:r>
          </a:p>
        </p:txBody>
      </p:sp>
      <p:pic>
        <p:nvPicPr>
          <p:cNvPr id="3" name="Content Placeholder 4">
            <a:extLst>
              <a:ext uri="{FF2B5EF4-FFF2-40B4-BE49-F238E27FC236}">
                <a16:creationId xmlns:a16="http://schemas.microsoft.com/office/drawing/2014/main" id="{5907DFDD-5255-57C6-1E4B-E031B970C6FC}"/>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Content Placeholder 4">
            <a:extLst>
              <a:ext uri="{FF2B5EF4-FFF2-40B4-BE49-F238E27FC236}">
                <a16:creationId xmlns:a16="http://schemas.microsoft.com/office/drawing/2014/main" id="{D09E5900-2D8B-691C-CB39-4678B1456F9F}"/>
              </a:ext>
            </a:extLst>
          </p:cNvPr>
          <p:cNvSpPr>
            <a:spLocks noGrp="1"/>
          </p:cNvSpPr>
          <p:nvPr>
            <p:ph idx="1"/>
          </p:nvPr>
        </p:nvSpPr>
        <p:spPr>
          <a:xfrm>
            <a:off x="3428114" y="2853254"/>
            <a:ext cx="5335772" cy="1151491"/>
          </a:xfrm>
        </p:spPr>
        <p:txBody>
          <a:bodyPr/>
          <a:lstStyle/>
          <a:p>
            <a:pPr algn="ctr"/>
            <a:r>
              <a:rPr lang="en-US">
                <a:latin typeface="Switzer Semibold" pitchFamily="50" charset="0"/>
              </a:rPr>
              <a:t>Multiple users work together</a:t>
            </a:r>
          </a:p>
          <a:p>
            <a:pPr algn="ctr"/>
            <a:r>
              <a:rPr lang="en-US">
                <a:highlight>
                  <a:srgbClr val="FF0000"/>
                </a:highlight>
                <a:latin typeface="Switzer Semibold" pitchFamily="50" charset="0"/>
              </a:rPr>
              <a:t>No</a:t>
            </a:r>
            <a:r>
              <a:rPr lang="en-US">
                <a:latin typeface="Switzer Semibold" pitchFamily="50" charset="0"/>
              </a:rPr>
              <a:t> overwriting code</a:t>
            </a:r>
          </a:p>
          <a:p>
            <a:endParaRPr lang="en-US">
              <a:latin typeface="Switzer Light" pitchFamily="50" charset="0"/>
            </a:endParaRPr>
          </a:p>
        </p:txBody>
      </p:sp>
    </p:spTree>
    <p:extLst>
      <p:ext uri="{BB962C8B-B14F-4D97-AF65-F5344CB8AC3E}">
        <p14:creationId xmlns:p14="http://schemas.microsoft.com/office/powerpoint/2010/main" val="4261019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E8E8E8"/>
        </a:solidFill>
        <a:effectLst/>
      </p:bgPr>
    </p:bg>
    <p:spTree>
      <p:nvGrpSpPr>
        <p:cNvPr id="1" name="">
          <a:extLst>
            <a:ext uri="{FF2B5EF4-FFF2-40B4-BE49-F238E27FC236}">
              <a16:creationId xmlns:a16="http://schemas.microsoft.com/office/drawing/2014/main" id="{D8EA290A-4252-E93C-CC8E-FEE657A8C3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B841D3-18E6-DD3A-728A-552DCC74CB43}"/>
              </a:ext>
            </a:extLst>
          </p:cNvPr>
          <p:cNvSpPr>
            <a:spLocks noGrp="1"/>
          </p:cNvSpPr>
          <p:nvPr>
            <p:ph type="title"/>
          </p:nvPr>
        </p:nvSpPr>
        <p:spPr/>
        <p:txBody>
          <a:bodyPr/>
          <a:lstStyle/>
          <a:p>
            <a:pPr algn="ctr"/>
            <a:r>
              <a:rPr lang="en-US">
                <a:latin typeface="Switzer Black" pitchFamily="50" charset="0"/>
              </a:rPr>
              <a:t>✅ Review</a:t>
            </a:r>
          </a:p>
        </p:txBody>
      </p:sp>
      <p:pic>
        <p:nvPicPr>
          <p:cNvPr id="3" name="Content Placeholder 4">
            <a:extLst>
              <a:ext uri="{FF2B5EF4-FFF2-40B4-BE49-F238E27FC236}">
                <a16:creationId xmlns:a16="http://schemas.microsoft.com/office/drawing/2014/main" id="{F478B964-6894-EC8C-BBC2-31046198C748}"/>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Content Placeholder 4">
            <a:extLst>
              <a:ext uri="{FF2B5EF4-FFF2-40B4-BE49-F238E27FC236}">
                <a16:creationId xmlns:a16="http://schemas.microsoft.com/office/drawing/2014/main" id="{B20C53E0-D37D-E981-6355-C5957063F33B}"/>
              </a:ext>
            </a:extLst>
          </p:cNvPr>
          <p:cNvSpPr>
            <a:spLocks noGrp="1"/>
          </p:cNvSpPr>
          <p:nvPr>
            <p:ph idx="1"/>
          </p:nvPr>
        </p:nvSpPr>
        <p:spPr>
          <a:xfrm>
            <a:off x="3428114" y="2853255"/>
            <a:ext cx="5786770" cy="1024086"/>
          </a:xfrm>
        </p:spPr>
        <p:txBody>
          <a:bodyPr>
            <a:normAutofit/>
          </a:bodyPr>
          <a:lstStyle/>
          <a:p>
            <a:pPr algn="ctr"/>
            <a:r>
              <a:rPr lang="en-US">
                <a:latin typeface="Switzer Semibold" pitchFamily="50" charset="0"/>
              </a:rPr>
              <a:t>Changes reviewed before merge</a:t>
            </a:r>
          </a:p>
          <a:p>
            <a:pPr algn="ctr"/>
            <a:r>
              <a:rPr lang="en-US">
                <a:latin typeface="Switzer Semibold" pitchFamily="50" charset="0"/>
              </a:rPr>
              <a:t>Pull requests for approval</a:t>
            </a:r>
          </a:p>
          <a:p>
            <a:endParaRPr lang="en-US">
              <a:latin typeface="Switzer Light" pitchFamily="50" charset="0"/>
            </a:endParaRPr>
          </a:p>
        </p:txBody>
      </p:sp>
    </p:spTree>
    <p:extLst>
      <p:ext uri="{BB962C8B-B14F-4D97-AF65-F5344CB8AC3E}">
        <p14:creationId xmlns:p14="http://schemas.microsoft.com/office/powerpoint/2010/main" val="1546860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E8E8E8"/>
        </a:solidFill>
        <a:effectLst/>
      </p:bgPr>
    </p:bg>
    <p:spTree>
      <p:nvGrpSpPr>
        <p:cNvPr id="1" name="">
          <a:extLst>
            <a:ext uri="{FF2B5EF4-FFF2-40B4-BE49-F238E27FC236}">
              <a16:creationId xmlns:a16="http://schemas.microsoft.com/office/drawing/2014/main" id="{E685EC9F-0CE7-FA37-0185-BFF9705880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5723BA-5619-785D-F39D-B4BF157EAEA0}"/>
              </a:ext>
            </a:extLst>
          </p:cNvPr>
          <p:cNvSpPr>
            <a:spLocks noGrp="1"/>
          </p:cNvSpPr>
          <p:nvPr>
            <p:ph type="title"/>
          </p:nvPr>
        </p:nvSpPr>
        <p:spPr/>
        <p:txBody>
          <a:bodyPr/>
          <a:lstStyle/>
          <a:p>
            <a:pPr algn="ctr"/>
            <a:r>
              <a:rPr lang="en-US">
                <a:latin typeface="Switzer Black" pitchFamily="50" charset="0"/>
              </a:rPr>
              <a:t>🔬  Reproducibility</a:t>
            </a:r>
          </a:p>
        </p:txBody>
      </p:sp>
      <p:pic>
        <p:nvPicPr>
          <p:cNvPr id="3" name="Content Placeholder 4">
            <a:extLst>
              <a:ext uri="{FF2B5EF4-FFF2-40B4-BE49-F238E27FC236}">
                <a16:creationId xmlns:a16="http://schemas.microsoft.com/office/drawing/2014/main" id="{2A1B4042-9D01-E0AF-EB54-8B019EF4CD66}"/>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Content Placeholder 4">
            <a:extLst>
              <a:ext uri="{FF2B5EF4-FFF2-40B4-BE49-F238E27FC236}">
                <a16:creationId xmlns:a16="http://schemas.microsoft.com/office/drawing/2014/main" id="{6D0EBD32-86E0-1A77-8876-B635363BCD5E}"/>
              </a:ext>
            </a:extLst>
          </p:cNvPr>
          <p:cNvSpPr>
            <a:spLocks noGrp="1"/>
          </p:cNvSpPr>
          <p:nvPr>
            <p:ph idx="1"/>
          </p:nvPr>
        </p:nvSpPr>
        <p:spPr>
          <a:xfrm>
            <a:off x="3911453" y="2916957"/>
            <a:ext cx="4369095" cy="1024086"/>
          </a:xfrm>
        </p:spPr>
        <p:txBody>
          <a:bodyPr>
            <a:normAutofit/>
          </a:bodyPr>
          <a:lstStyle/>
          <a:p>
            <a:pPr algn="ctr"/>
            <a:r>
              <a:rPr lang="en-US">
                <a:latin typeface="Switzer Semibold" pitchFamily="50" charset="0"/>
              </a:rPr>
              <a:t>Versioned pipelines</a:t>
            </a:r>
          </a:p>
          <a:p>
            <a:pPr algn="ctr"/>
            <a:r>
              <a:rPr lang="en-US">
                <a:latin typeface="Switzer Semibold" pitchFamily="50" charset="0"/>
              </a:rPr>
              <a:t>Same results every time</a:t>
            </a:r>
          </a:p>
          <a:p>
            <a:endParaRPr lang="en-US">
              <a:latin typeface="Switzer Light" pitchFamily="50" charset="0"/>
            </a:endParaRPr>
          </a:p>
        </p:txBody>
      </p:sp>
    </p:spTree>
    <p:extLst>
      <p:ext uri="{BB962C8B-B14F-4D97-AF65-F5344CB8AC3E}">
        <p14:creationId xmlns:p14="http://schemas.microsoft.com/office/powerpoint/2010/main" val="707248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E8E8E8"/>
        </a:solidFill>
        <a:effectLst/>
      </p:bgPr>
    </p:bg>
    <p:spTree>
      <p:nvGrpSpPr>
        <p:cNvPr id="1" name="">
          <a:extLst>
            <a:ext uri="{FF2B5EF4-FFF2-40B4-BE49-F238E27FC236}">
              <a16:creationId xmlns:a16="http://schemas.microsoft.com/office/drawing/2014/main" id="{C065A71C-A813-2E83-10B7-D9096680E0B7}"/>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E30B8FE-2110-2AF7-2C0E-07D265B70536}"/>
              </a:ext>
            </a:extLst>
          </p:cNvPr>
          <p:cNvGrpSpPr/>
          <p:nvPr/>
        </p:nvGrpSpPr>
        <p:grpSpPr>
          <a:xfrm>
            <a:off x="2413678" y="202105"/>
            <a:ext cx="7364643" cy="6453788"/>
            <a:chOff x="2413678" y="202105"/>
            <a:chExt cx="7364643" cy="6453788"/>
          </a:xfrm>
        </p:grpSpPr>
        <p:sp>
          <p:nvSpPr>
            <p:cNvPr id="12" name="Block Arc 11">
              <a:extLst>
                <a:ext uri="{FF2B5EF4-FFF2-40B4-BE49-F238E27FC236}">
                  <a16:creationId xmlns:a16="http://schemas.microsoft.com/office/drawing/2014/main" id="{741DF5B7-7D77-6877-9E27-9F2B84632008}"/>
                </a:ext>
              </a:extLst>
            </p:cNvPr>
            <p:cNvSpPr/>
            <p:nvPr/>
          </p:nvSpPr>
          <p:spPr>
            <a:xfrm>
              <a:off x="3458254" y="791254"/>
              <a:ext cx="5275490" cy="5275490"/>
            </a:xfrm>
            <a:prstGeom prst="blockArc">
              <a:avLst>
                <a:gd name="adj1" fmla="val 10800000"/>
                <a:gd name="adj2" fmla="val 16200000"/>
                <a:gd name="adj3" fmla="val 4641"/>
              </a:avLst>
            </a:prstGeom>
          </p:spPr>
          <p:style>
            <a:lnRef idx="0">
              <a:schemeClr val="dk1">
                <a:tint val="60000"/>
                <a:hueOff val="0"/>
                <a:satOff val="0"/>
                <a:lumOff val="0"/>
                <a:alphaOff val="0"/>
              </a:schemeClr>
            </a:lnRef>
            <a:fillRef idx="1">
              <a:schemeClr val="dk1">
                <a:tint val="60000"/>
                <a:hueOff val="0"/>
                <a:satOff val="0"/>
                <a:lumOff val="0"/>
                <a:alphaOff val="0"/>
              </a:schemeClr>
            </a:fillRef>
            <a:effectRef idx="0">
              <a:schemeClr val="dk1">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Block Arc 12">
              <a:extLst>
                <a:ext uri="{FF2B5EF4-FFF2-40B4-BE49-F238E27FC236}">
                  <a16:creationId xmlns:a16="http://schemas.microsoft.com/office/drawing/2014/main" id="{CEC64A04-3786-A5C6-CE29-B6D9063A8ED8}"/>
                </a:ext>
              </a:extLst>
            </p:cNvPr>
            <p:cNvSpPr/>
            <p:nvPr/>
          </p:nvSpPr>
          <p:spPr>
            <a:xfrm>
              <a:off x="3458254" y="791254"/>
              <a:ext cx="5275490" cy="5275490"/>
            </a:xfrm>
            <a:prstGeom prst="blockArc">
              <a:avLst>
                <a:gd name="adj1" fmla="val 5400000"/>
                <a:gd name="adj2" fmla="val 10800000"/>
                <a:gd name="adj3" fmla="val 4641"/>
              </a:avLst>
            </a:prstGeom>
          </p:spPr>
          <p:style>
            <a:lnRef idx="0">
              <a:schemeClr val="dk1">
                <a:tint val="60000"/>
                <a:hueOff val="0"/>
                <a:satOff val="0"/>
                <a:lumOff val="0"/>
                <a:alphaOff val="0"/>
              </a:schemeClr>
            </a:lnRef>
            <a:fillRef idx="1">
              <a:schemeClr val="dk1">
                <a:tint val="60000"/>
                <a:hueOff val="0"/>
                <a:satOff val="0"/>
                <a:lumOff val="0"/>
                <a:alphaOff val="0"/>
              </a:schemeClr>
            </a:fillRef>
            <a:effectRef idx="0">
              <a:schemeClr val="dk1">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Block Arc 13">
              <a:extLst>
                <a:ext uri="{FF2B5EF4-FFF2-40B4-BE49-F238E27FC236}">
                  <a16:creationId xmlns:a16="http://schemas.microsoft.com/office/drawing/2014/main" id="{93A3DF2F-91DE-97F9-859E-23BEB07F9646}"/>
                </a:ext>
              </a:extLst>
            </p:cNvPr>
            <p:cNvSpPr/>
            <p:nvPr/>
          </p:nvSpPr>
          <p:spPr>
            <a:xfrm>
              <a:off x="3458254" y="791254"/>
              <a:ext cx="5275490" cy="5275490"/>
            </a:xfrm>
            <a:prstGeom prst="blockArc">
              <a:avLst>
                <a:gd name="adj1" fmla="val 0"/>
                <a:gd name="adj2" fmla="val 5400000"/>
                <a:gd name="adj3" fmla="val 4641"/>
              </a:avLst>
            </a:prstGeom>
          </p:spPr>
          <p:style>
            <a:lnRef idx="0">
              <a:schemeClr val="dk1">
                <a:tint val="60000"/>
                <a:hueOff val="0"/>
                <a:satOff val="0"/>
                <a:lumOff val="0"/>
                <a:alphaOff val="0"/>
              </a:schemeClr>
            </a:lnRef>
            <a:fillRef idx="1">
              <a:schemeClr val="dk1">
                <a:tint val="60000"/>
                <a:hueOff val="0"/>
                <a:satOff val="0"/>
                <a:lumOff val="0"/>
                <a:alphaOff val="0"/>
              </a:schemeClr>
            </a:fillRef>
            <a:effectRef idx="0">
              <a:schemeClr val="dk1">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Block Arc 14">
              <a:extLst>
                <a:ext uri="{FF2B5EF4-FFF2-40B4-BE49-F238E27FC236}">
                  <a16:creationId xmlns:a16="http://schemas.microsoft.com/office/drawing/2014/main" id="{983B0B6E-D274-E572-33CD-01FBD38E798D}"/>
                </a:ext>
              </a:extLst>
            </p:cNvPr>
            <p:cNvSpPr/>
            <p:nvPr/>
          </p:nvSpPr>
          <p:spPr>
            <a:xfrm>
              <a:off x="3458254" y="791254"/>
              <a:ext cx="5275490" cy="5275490"/>
            </a:xfrm>
            <a:prstGeom prst="blockArc">
              <a:avLst>
                <a:gd name="adj1" fmla="val 16200000"/>
                <a:gd name="adj2" fmla="val 0"/>
                <a:gd name="adj3" fmla="val 4641"/>
              </a:avLst>
            </a:prstGeom>
          </p:spPr>
          <p:style>
            <a:lnRef idx="0">
              <a:schemeClr val="dk1">
                <a:tint val="60000"/>
                <a:hueOff val="0"/>
                <a:satOff val="0"/>
                <a:lumOff val="0"/>
                <a:alphaOff val="0"/>
              </a:schemeClr>
            </a:lnRef>
            <a:fillRef idx="1">
              <a:schemeClr val="dk1">
                <a:tint val="60000"/>
                <a:hueOff val="0"/>
                <a:satOff val="0"/>
                <a:lumOff val="0"/>
                <a:alphaOff val="0"/>
              </a:schemeClr>
            </a:fillRef>
            <a:effectRef idx="0">
              <a:schemeClr val="dk1">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Freeform: Shape 15">
              <a:extLst>
                <a:ext uri="{FF2B5EF4-FFF2-40B4-BE49-F238E27FC236}">
                  <a16:creationId xmlns:a16="http://schemas.microsoft.com/office/drawing/2014/main" id="{C57BA54C-B9FF-E0D4-AD53-63CCBCDA0960}"/>
                </a:ext>
              </a:extLst>
            </p:cNvPr>
            <p:cNvSpPr/>
            <p:nvPr/>
          </p:nvSpPr>
          <p:spPr>
            <a:xfrm>
              <a:off x="4881562" y="2214562"/>
              <a:ext cx="2428874" cy="2428874"/>
            </a:xfrm>
            <a:custGeom>
              <a:avLst/>
              <a:gdLst>
                <a:gd name="connsiteX0" fmla="*/ 0 w 2428874"/>
                <a:gd name="connsiteY0" fmla="*/ 1214437 h 2428874"/>
                <a:gd name="connsiteX1" fmla="*/ 1214437 w 2428874"/>
                <a:gd name="connsiteY1" fmla="*/ 0 h 2428874"/>
                <a:gd name="connsiteX2" fmla="*/ 2428874 w 2428874"/>
                <a:gd name="connsiteY2" fmla="*/ 1214437 h 2428874"/>
                <a:gd name="connsiteX3" fmla="*/ 1214437 w 2428874"/>
                <a:gd name="connsiteY3" fmla="*/ 2428874 h 2428874"/>
                <a:gd name="connsiteX4" fmla="*/ 0 w 2428874"/>
                <a:gd name="connsiteY4" fmla="*/ 1214437 h 2428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8874" h="2428874">
                  <a:moveTo>
                    <a:pt x="0" y="1214437"/>
                  </a:moveTo>
                  <a:cubicBezTo>
                    <a:pt x="0" y="543722"/>
                    <a:pt x="543722" y="0"/>
                    <a:pt x="1214437" y="0"/>
                  </a:cubicBezTo>
                  <a:cubicBezTo>
                    <a:pt x="1885152" y="0"/>
                    <a:pt x="2428874" y="543722"/>
                    <a:pt x="2428874" y="1214437"/>
                  </a:cubicBezTo>
                  <a:cubicBezTo>
                    <a:pt x="2428874" y="1885152"/>
                    <a:pt x="1885152" y="2428874"/>
                    <a:pt x="1214437" y="2428874"/>
                  </a:cubicBezTo>
                  <a:cubicBezTo>
                    <a:pt x="543722" y="2428874"/>
                    <a:pt x="0" y="1885152"/>
                    <a:pt x="0" y="1214437"/>
                  </a:cubicBez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98880" tIns="398880" rIns="398880" bIns="398880" numCol="1" spcCol="1270" anchor="ctr" anchorCtr="0">
              <a:noAutofit/>
            </a:bodyPr>
            <a:lstStyle/>
            <a:p>
              <a:pPr marL="0" lvl="0" indent="0" algn="ctr" defTabSz="1511300">
                <a:lnSpc>
                  <a:spcPct val="90000"/>
                </a:lnSpc>
                <a:spcBef>
                  <a:spcPct val="0"/>
                </a:spcBef>
                <a:spcAft>
                  <a:spcPct val="35000"/>
                </a:spcAft>
                <a:buNone/>
              </a:pPr>
              <a:r>
                <a:rPr lang="en-US" sz="3400" kern="1200">
                  <a:latin typeface="Switzer Black" pitchFamily="50" charset="0"/>
                </a:rPr>
                <a:t>Why </a:t>
              </a:r>
              <a:r>
                <a:rPr lang="en-US" sz="3400" kern="1200" err="1">
                  <a:latin typeface="Switzer Black" pitchFamily="50" charset="0"/>
                </a:rPr>
                <a:t>Github</a:t>
              </a:r>
              <a:r>
                <a:rPr lang="en-US" sz="3400" kern="1200">
                  <a:latin typeface="Switzer Black" pitchFamily="50" charset="0"/>
                </a:rPr>
                <a:t>?</a:t>
              </a:r>
              <a:endParaRPr lang="en-US" sz="3400" kern="1200"/>
            </a:p>
          </p:txBody>
        </p:sp>
        <p:sp>
          <p:nvSpPr>
            <p:cNvPr id="17" name="Freeform: Shape 16">
              <a:extLst>
                <a:ext uri="{FF2B5EF4-FFF2-40B4-BE49-F238E27FC236}">
                  <a16:creationId xmlns:a16="http://schemas.microsoft.com/office/drawing/2014/main" id="{822B6E45-972C-0643-8544-F5C7243A4855}"/>
                </a:ext>
              </a:extLst>
            </p:cNvPr>
            <p:cNvSpPr/>
            <p:nvPr/>
          </p:nvSpPr>
          <p:spPr>
            <a:xfrm>
              <a:off x="4990215" y="202105"/>
              <a:ext cx="2211568" cy="1300713"/>
            </a:xfrm>
            <a:custGeom>
              <a:avLst/>
              <a:gdLst>
                <a:gd name="connsiteX0" fmla="*/ 0 w 2211568"/>
                <a:gd name="connsiteY0" fmla="*/ 650357 h 1300713"/>
                <a:gd name="connsiteX1" fmla="*/ 1105784 w 2211568"/>
                <a:gd name="connsiteY1" fmla="*/ 0 h 1300713"/>
                <a:gd name="connsiteX2" fmla="*/ 2211568 w 2211568"/>
                <a:gd name="connsiteY2" fmla="*/ 650357 h 1300713"/>
                <a:gd name="connsiteX3" fmla="*/ 1105784 w 2211568"/>
                <a:gd name="connsiteY3" fmla="*/ 1300714 h 1300713"/>
                <a:gd name="connsiteX4" fmla="*/ 0 w 2211568"/>
                <a:gd name="connsiteY4" fmla="*/ 650357 h 130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568" h="1300713">
                  <a:moveTo>
                    <a:pt x="0" y="650357"/>
                  </a:moveTo>
                  <a:cubicBezTo>
                    <a:pt x="0" y="291175"/>
                    <a:pt x="495076" y="0"/>
                    <a:pt x="1105784" y="0"/>
                  </a:cubicBezTo>
                  <a:cubicBezTo>
                    <a:pt x="1716492" y="0"/>
                    <a:pt x="2211568" y="291175"/>
                    <a:pt x="2211568" y="650357"/>
                  </a:cubicBezTo>
                  <a:cubicBezTo>
                    <a:pt x="2211568" y="1009539"/>
                    <a:pt x="1716492" y="1300714"/>
                    <a:pt x="1105784" y="1300714"/>
                  </a:cubicBezTo>
                  <a:cubicBezTo>
                    <a:pt x="495076" y="1300714"/>
                    <a:pt x="0" y="1009539"/>
                    <a:pt x="0" y="650357"/>
                  </a:cubicBez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46737" tIns="213345" rIns="346737" bIns="213345"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Track changes over time</a:t>
              </a:r>
            </a:p>
          </p:txBody>
        </p:sp>
        <p:sp>
          <p:nvSpPr>
            <p:cNvPr id="18" name="Freeform: Shape 17">
              <a:extLst>
                <a:ext uri="{FF2B5EF4-FFF2-40B4-BE49-F238E27FC236}">
                  <a16:creationId xmlns:a16="http://schemas.microsoft.com/office/drawing/2014/main" id="{91A71B19-B5B9-A76A-B935-BC33E505F1EF}"/>
                </a:ext>
              </a:extLst>
            </p:cNvPr>
            <p:cNvSpPr/>
            <p:nvPr/>
          </p:nvSpPr>
          <p:spPr>
            <a:xfrm>
              <a:off x="7566753" y="2778643"/>
              <a:ext cx="2211568" cy="1300713"/>
            </a:xfrm>
            <a:custGeom>
              <a:avLst/>
              <a:gdLst>
                <a:gd name="connsiteX0" fmla="*/ 0 w 2211568"/>
                <a:gd name="connsiteY0" fmla="*/ 650357 h 1300713"/>
                <a:gd name="connsiteX1" fmla="*/ 1105784 w 2211568"/>
                <a:gd name="connsiteY1" fmla="*/ 0 h 1300713"/>
                <a:gd name="connsiteX2" fmla="*/ 2211568 w 2211568"/>
                <a:gd name="connsiteY2" fmla="*/ 650357 h 1300713"/>
                <a:gd name="connsiteX3" fmla="*/ 1105784 w 2211568"/>
                <a:gd name="connsiteY3" fmla="*/ 1300714 h 1300713"/>
                <a:gd name="connsiteX4" fmla="*/ 0 w 2211568"/>
                <a:gd name="connsiteY4" fmla="*/ 650357 h 130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568" h="1300713">
                  <a:moveTo>
                    <a:pt x="0" y="650357"/>
                  </a:moveTo>
                  <a:cubicBezTo>
                    <a:pt x="0" y="291175"/>
                    <a:pt x="495076" y="0"/>
                    <a:pt x="1105784" y="0"/>
                  </a:cubicBezTo>
                  <a:cubicBezTo>
                    <a:pt x="1716492" y="0"/>
                    <a:pt x="2211568" y="291175"/>
                    <a:pt x="2211568" y="650357"/>
                  </a:cubicBezTo>
                  <a:cubicBezTo>
                    <a:pt x="2211568" y="1009539"/>
                    <a:pt x="1716492" y="1300714"/>
                    <a:pt x="1105784" y="1300714"/>
                  </a:cubicBezTo>
                  <a:cubicBezTo>
                    <a:pt x="495076" y="1300714"/>
                    <a:pt x="0" y="1009539"/>
                    <a:pt x="0" y="650357"/>
                  </a:cubicBez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46737" tIns="213345" rIns="346737" bIns="213345"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Collaboration</a:t>
              </a:r>
            </a:p>
          </p:txBody>
        </p:sp>
        <p:sp>
          <p:nvSpPr>
            <p:cNvPr id="19" name="Freeform: Shape 18">
              <a:extLst>
                <a:ext uri="{FF2B5EF4-FFF2-40B4-BE49-F238E27FC236}">
                  <a16:creationId xmlns:a16="http://schemas.microsoft.com/office/drawing/2014/main" id="{368DD8B0-7B6B-F9B9-1C2F-4946707D18D7}"/>
                </a:ext>
              </a:extLst>
            </p:cNvPr>
            <p:cNvSpPr/>
            <p:nvPr/>
          </p:nvSpPr>
          <p:spPr>
            <a:xfrm>
              <a:off x="4990215" y="5355180"/>
              <a:ext cx="2211568" cy="1300713"/>
            </a:xfrm>
            <a:custGeom>
              <a:avLst/>
              <a:gdLst>
                <a:gd name="connsiteX0" fmla="*/ 0 w 2211568"/>
                <a:gd name="connsiteY0" fmla="*/ 650357 h 1300713"/>
                <a:gd name="connsiteX1" fmla="*/ 1105784 w 2211568"/>
                <a:gd name="connsiteY1" fmla="*/ 0 h 1300713"/>
                <a:gd name="connsiteX2" fmla="*/ 2211568 w 2211568"/>
                <a:gd name="connsiteY2" fmla="*/ 650357 h 1300713"/>
                <a:gd name="connsiteX3" fmla="*/ 1105784 w 2211568"/>
                <a:gd name="connsiteY3" fmla="*/ 1300714 h 1300713"/>
                <a:gd name="connsiteX4" fmla="*/ 0 w 2211568"/>
                <a:gd name="connsiteY4" fmla="*/ 650357 h 130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568" h="1300713">
                  <a:moveTo>
                    <a:pt x="0" y="650357"/>
                  </a:moveTo>
                  <a:cubicBezTo>
                    <a:pt x="0" y="291175"/>
                    <a:pt x="495076" y="0"/>
                    <a:pt x="1105784" y="0"/>
                  </a:cubicBezTo>
                  <a:cubicBezTo>
                    <a:pt x="1716492" y="0"/>
                    <a:pt x="2211568" y="291175"/>
                    <a:pt x="2211568" y="650357"/>
                  </a:cubicBezTo>
                  <a:cubicBezTo>
                    <a:pt x="2211568" y="1009539"/>
                    <a:pt x="1716492" y="1300714"/>
                    <a:pt x="1105784" y="1300714"/>
                  </a:cubicBezTo>
                  <a:cubicBezTo>
                    <a:pt x="495076" y="1300714"/>
                    <a:pt x="0" y="1009539"/>
                    <a:pt x="0" y="650357"/>
                  </a:cubicBez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46737" tIns="213345" rIns="346737" bIns="213345"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Review</a:t>
              </a:r>
            </a:p>
          </p:txBody>
        </p:sp>
        <p:sp>
          <p:nvSpPr>
            <p:cNvPr id="20" name="Freeform: Shape 19">
              <a:extLst>
                <a:ext uri="{FF2B5EF4-FFF2-40B4-BE49-F238E27FC236}">
                  <a16:creationId xmlns:a16="http://schemas.microsoft.com/office/drawing/2014/main" id="{E21D6068-BAC9-AE04-6014-395D8EC9ABEA}"/>
                </a:ext>
              </a:extLst>
            </p:cNvPr>
            <p:cNvSpPr/>
            <p:nvPr/>
          </p:nvSpPr>
          <p:spPr>
            <a:xfrm>
              <a:off x="2413678" y="2778643"/>
              <a:ext cx="2211568" cy="1300713"/>
            </a:xfrm>
            <a:custGeom>
              <a:avLst/>
              <a:gdLst>
                <a:gd name="connsiteX0" fmla="*/ 0 w 2211568"/>
                <a:gd name="connsiteY0" fmla="*/ 650357 h 1300713"/>
                <a:gd name="connsiteX1" fmla="*/ 1105784 w 2211568"/>
                <a:gd name="connsiteY1" fmla="*/ 0 h 1300713"/>
                <a:gd name="connsiteX2" fmla="*/ 2211568 w 2211568"/>
                <a:gd name="connsiteY2" fmla="*/ 650357 h 1300713"/>
                <a:gd name="connsiteX3" fmla="*/ 1105784 w 2211568"/>
                <a:gd name="connsiteY3" fmla="*/ 1300714 h 1300713"/>
                <a:gd name="connsiteX4" fmla="*/ 0 w 2211568"/>
                <a:gd name="connsiteY4" fmla="*/ 650357 h 130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568" h="1300713">
                  <a:moveTo>
                    <a:pt x="0" y="650357"/>
                  </a:moveTo>
                  <a:cubicBezTo>
                    <a:pt x="0" y="291175"/>
                    <a:pt x="495076" y="0"/>
                    <a:pt x="1105784" y="0"/>
                  </a:cubicBezTo>
                  <a:cubicBezTo>
                    <a:pt x="1716492" y="0"/>
                    <a:pt x="2211568" y="291175"/>
                    <a:pt x="2211568" y="650357"/>
                  </a:cubicBezTo>
                  <a:cubicBezTo>
                    <a:pt x="2211568" y="1009539"/>
                    <a:pt x="1716492" y="1300714"/>
                    <a:pt x="1105784" y="1300714"/>
                  </a:cubicBezTo>
                  <a:cubicBezTo>
                    <a:pt x="495076" y="1300714"/>
                    <a:pt x="0" y="1009539"/>
                    <a:pt x="0" y="650357"/>
                  </a:cubicBez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46737" tIns="213345" rIns="346737" bIns="213345" numCol="1" spcCol="1270" anchor="ctr" anchorCtr="0">
              <a:noAutofit/>
            </a:bodyPr>
            <a:lstStyle/>
            <a:p>
              <a:pPr marL="0" lvl="0" indent="0" algn="ctr" defTabSz="800100">
                <a:lnSpc>
                  <a:spcPct val="90000"/>
                </a:lnSpc>
                <a:spcBef>
                  <a:spcPct val="0"/>
                </a:spcBef>
                <a:spcAft>
                  <a:spcPct val="35000"/>
                </a:spcAft>
                <a:buNone/>
              </a:pPr>
              <a:r>
                <a:rPr lang="en-US" sz="1800" kern="1200">
                  <a:latin typeface="Switzer Light" pitchFamily="50" charset="0"/>
                </a:rPr>
                <a:t>🔬 Reproducibility</a:t>
              </a:r>
            </a:p>
          </p:txBody>
        </p:sp>
      </p:grpSp>
      <p:pic>
        <p:nvPicPr>
          <p:cNvPr id="3" name="Content Placeholder 4">
            <a:extLst>
              <a:ext uri="{FF2B5EF4-FFF2-40B4-BE49-F238E27FC236}">
                <a16:creationId xmlns:a16="http://schemas.microsoft.com/office/drawing/2014/main" id="{CFF31764-24E8-40FB-63B0-6950568BFD56}"/>
              </a:ext>
            </a:extLst>
          </p:cNvPr>
          <p:cNvPicPr>
            <a:picLocks noChangeAspect="1"/>
          </p:cNvPicPr>
          <p:nvPr/>
        </p:nvPicPr>
        <p:blipFill>
          <a:blip r:embed="rId2"/>
          <a:stretch>
            <a:fillRect/>
          </a:stretch>
        </p:blipFill>
        <p:spPr>
          <a:xfrm>
            <a:off x="101414" y="6337181"/>
            <a:ext cx="638057" cy="393100"/>
          </a:xfrm>
          <a:prstGeom prst="rect">
            <a:avLst/>
          </a:prstGeom>
          <a:effectLst>
            <a:outerShdw blurRad="63500" sx="102000" sy="102000" algn="ctr" rotWithShape="0">
              <a:prstClr val="black">
                <a:alpha val="40000"/>
              </a:prstClr>
            </a:outerShdw>
          </a:effectLst>
        </p:spPr>
      </p:pic>
      <p:sp>
        <p:nvSpPr>
          <p:cNvPr id="2" name="Right Triangle 1">
            <a:extLst>
              <a:ext uri="{FF2B5EF4-FFF2-40B4-BE49-F238E27FC236}">
                <a16:creationId xmlns:a16="http://schemas.microsoft.com/office/drawing/2014/main" id="{71889381-8E8B-FFA8-CAC1-0810D5CEBC94}"/>
              </a:ext>
            </a:extLst>
          </p:cNvPr>
          <p:cNvSpPr/>
          <p:nvPr/>
        </p:nvSpPr>
        <p:spPr>
          <a:xfrm rot="10800000">
            <a:off x="10458450" y="0"/>
            <a:ext cx="1733550" cy="173355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8487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2310</TotalTime>
  <Words>884</Words>
  <Application>Microsoft Office PowerPoint</Application>
  <PresentationFormat>Widescreen</PresentationFormat>
  <Paragraphs>164</Paragraphs>
  <Slides>22</Slides>
  <Notes>0</Notes>
  <HiddenSlides>5</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22</vt:i4>
      </vt:variant>
    </vt:vector>
  </HeadingPairs>
  <TitlesOfParts>
    <vt:vector size="33" baseType="lpstr">
      <vt:lpstr>Switzer</vt:lpstr>
      <vt:lpstr>Switzer Light</vt:lpstr>
      <vt:lpstr>Calibri</vt:lpstr>
      <vt:lpstr>Arial</vt:lpstr>
      <vt:lpstr>Switzer Semibold</vt:lpstr>
      <vt:lpstr>Calibri Light</vt:lpstr>
      <vt:lpstr>Switzer Black</vt:lpstr>
      <vt:lpstr>Arial Black</vt:lpstr>
      <vt:lpstr>Cochocib Script Latin Pro</vt:lpstr>
      <vt:lpstr>Office Theme</vt:lpstr>
      <vt:lpstr>2_Office Theme</vt:lpstr>
      <vt:lpstr>PowerPoint Presentation</vt:lpstr>
      <vt:lpstr>PowerPoint Presentation</vt:lpstr>
      <vt:lpstr>UPDATES</vt:lpstr>
      <vt:lpstr>PowerPoint Presentation</vt:lpstr>
      <vt:lpstr>GitHub Vs. HPG</vt:lpstr>
      <vt:lpstr>Core Concepts </vt:lpstr>
      <vt:lpstr>Workflow</vt:lpstr>
      <vt:lpstr>Review Process</vt:lpstr>
      <vt:lpstr>Repository Structure</vt:lpstr>
      <vt:lpstr>License</vt:lpstr>
      <vt:lpstr>Versioning</vt:lpstr>
      <vt:lpstr>Best Practices</vt:lpstr>
      <vt:lpstr>Live Demo</vt:lpstr>
      <vt:lpstr>Git Commands</vt:lpstr>
      <vt:lpstr>Git Commands Cont.</vt:lpstr>
      <vt:lpstr>Resources</vt:lpstr>
      <vt:lpstr>Questions?</vt:lpstr>
      <vt:lpstr>🔁 Track Changes Over Time</vt:lpstr>
      <vt:lpstr>👥 Collaboration</vt:lpstr>
      <vt:lpstr>✅ Review</vt:lpstr>
      <vt:lpstr>🔬  Reproducibility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Yengala Reddy</dc:creator>
  <cp:lastModifiedBy>Yengala, Nikhil</cp:lastModifiedBy>
  <cp:revision>12</cp:revision>
  <dcterms:created xsi:type="dcterms:W3CDTF">2026-04-07T05:40:42Z</dcterms:created>
  <dcterms:modified xsi:type="dcterms:W3CDTF">2026-04-27T21:27:18Z</dcterms:modified>
</cp:coreProperties>
</file>