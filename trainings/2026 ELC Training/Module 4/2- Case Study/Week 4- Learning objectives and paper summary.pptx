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65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120D2-1C22-DAD7-9B9A-D987FDB73D72}" v="2" dt="2026-10-30T11:01:10.346"/>
    <p1510:client id="{CA480118-5DD2-0D4C-B654-37A8CDAFFE5A}" v="42" dt="2026-10-30T14:44:12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86"/>
    <p:restoredTop sz="82604"/>
  </p:normalViewPr>
  <p:slideViewPr>
    <p:cSldViewPr snapToGrid="0" snapToObjects="1">
      <p:cViewPr>
        <p:scale>
          <a:sx n="116" d="100"/>
          <a:sy n="116" d="100"/>
        </p:scale>
        <p:origin x="-184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y Registre Carmola" userId="af9c9160-5150-4217-979a-ef27ac81a3b6" providerId="ADAL" clId="{9627E5F1-9541-5533-ACF0-AB40D52520FD}"/>
    <pc:docChg chg="undo custSel delSld modSld">
      <pc:chgData name="Ludy Registre Carmola" userId="af9c9160-5150-4217-979a-ef27ac81a3b6" providerId="ADAL" clId="{9627E5F1-9541-5533-ACF0-AB40D52520FD}" dt="2026-10-30T15:01:46.899" v="1455" actId="20577"/>
      <pc:docMkLst>
        <pc:docMk/>
      </pc:docMkLst>
      <pc:sldChg chg="addSp delSp modSp mod modNotesTx">
        <pc:chgData name="Ludy Registre Carmola" userId="af9c9160-5150-4217-979a-ef27ac81a3b6" providerId="ADAL" clId="{9627E5F1-9541-5533-ACF0-AB40D52520FD}" dt="2026-10-30T13:15:52.326" v="406" actId="1038"/>
        <pc:sldMkLst>
          <pc:docMk/>
          <pc:sldMk cId="0" sldId="257"/>
        </pc:sldMkLst>
        <pc:spChg chg="add mod">
          <ac:chgData name="Ludy Registre Carmola" userId="af9c9160-5150-4217-979a-ef27ac81a3b6" providerId="ADAL" clId="{9627E5F1-9541-5533-ACF0-AB40D52520FD}" dt="2026-10-30T13:15:20.150" v="395" actId="14100"/>
          <ac:spMkLst>
            <pc:docMk/>
            <pc:sldMk cId="0" sldId="257"/>
            <ac:spMk id="3" creationId="{ED54FFD4-5977-02D2-13B1-F98054CC36FE}"/>
          </ac:spMkLst>
        </pc:spChg>
        <pc:spChg chg="add mod">
          <ac:chgData name="Ludy Registre Carmola" userId="af9c9160-5150-4217-979a-ef27ac81a3b6" providerId="ADAL" clId="{9627E5F1-9541-5533-ACF0-AB40D52520FD}" dt="2026-10-30T13:15:13.541" v="394" actId="14100"/>
          <ac:spMkLst>
            <pc:docMk/>
            <pc:sldMk cId="0" sldId="257"/>
            <ac:spMk id="4" creationId="{BC8FA1FB-9BFC-5AFD-7480-D79D12D5CC57}"/>
          </ac:spMkLst>
        </pc:spChg>
        <pc:spChg chg="mod">
          <ac:chgData name="Ludy Registre Carmola" userId="af9c9160-5150-4217-979a-ef27ac81a3b6" providerId="ADAL" clId="{9627E5F1-9541-5533-ACF0-AB40D52520FD}" dt="2026-10-30T13:15:07.912" v="393" actId="14100"/>
          <ac:spMkLst>
            <pc:docMk/>
            <pc:sldMk cId="0" sldId="257"/>
            <ac:spMk id="5" creationId="{FC7B97C4-23CD-9875-386D-10AB195F87F8}"/>
          </ac:spMkLst>
        </pc:spChg>
        <pc:spChg chg="add mod">
          <ac:chgData name="Ludy Registre Carmola" userId="af9c9160-5150-4217-979a-ef27ac81a3b6" providerId="ADAL" clId="{9627E5F1-9541-5533-ACF0-AB40D52520FD}" dt="2026-10-30T13:14:53.384" v="390" actId="14100"/>
          <ac:spMkLst>
            <pc:docMk/>
            <pc:sldMk cId="0" sldId="257"/>
            <ac:spMk id="6" creationId="{DCE69413-9864-04C4-B411-8C7EAFF8876D}"/>
          </ac:spMkLst>
        </pc:spChg>
        <pc:spChg chg="add mod">
          <ac:chgData name="Ludy Registre Carmola" userId="af9c9160-5150-4217-979a-ef27ac81a3b6" providerId="ADAL" clId="{9627E5F1-9541-5533-ACF0-AB40D52520FD}" dt="2026-10-30T12:58:15.285" v="113"/>
          <ac:spMkLst>
            <pc:docMk/>
            <pc:sldMk cId="0" sldId="257"/>
            <ac:spMk id="7" creationId="{5D833BBC-F304-2012-5870-65701FEE81AB}"/>
          </ac:spMkLst>
        </pc:spChg>
        <pc:spChg chg="add mod">
          <ac:chgData name="Ludy Registre Carmola" userId="af9c9160-5150-4217-979a-ef27ac81a3b6" providerId="ADAL" clId="{9627E5F1-9541-5533-ACF0-AB40D52520FD}" dt="2026-10-30T12:58:15.285" v="113"/>
          <ac:spMkLst>
            <pc:docMk/>
            <pc:sldMk cId="0" sldId="257"/>
            <ac:spMk id="8" creationId="{897D44E7-B3F8-C380-770C-9268B519DAD0}"/>
          </ac:spMkLst>
        </pc:spChg>
        <pc:spChg chg="mod">
          <ac:chgData name="Ludy Registre Carmola" userId="af9c9160-5150-4217-979a-ef27ac81a3b6" providerId="ADAL" clId="{9627E5F1-9541-5533-ACF0-AB40D52520FD}" dt="2026-10-30T13:15:46.576" v="399" actId="14100"/>
          <ac:spMkLst>
            <pc:docMk/>
            <pc:sldMk cId="0" sldId="257"/>
            <ac:spMk id="9" creationId="{9CEFD5B8-6EA8-5560-C40E-8406F8BAC796}"/>
          </ac:spMkLst>
        </pc:spChg>
        <pc:spChg chg="add mod">
          <ac:chgData name="Ludy Registre Carmola" userId="af9c9160-5150-4217-979a-ef27ac81a3b6" providerId="ADAL" clId="{9627E5F1-9541-5533-ACF0-AB40D52520FD}" dt="2026-10-30T12:58:15.285" v="113"/>
          <ac:spMkLst>
            <pc:docMk/>
            <pc:sldMk cId="0" sldId="257"/>
            <ac:spMk id="10" creationId="{BFFD8260-5E9F-7076-C3F9-7BF9C2000F25}"/>
          </ac:spMkLst>
        </pc:spChg>
        <pc:spChg chg="mod">
          <ac:chgData name="Ludy Registre Carmola" userId="af9c9160-5150-4217-979a-ef27ac81a3b6" providerId="ADAL" clId="{9627E5F1-9541-5533-ACF0-AB40D52520FD}" dt="2026-10-30T13:14:48.456" v="389" actId="403"/>
          <ac:spMkLst>
            <pc:docMk/>
            <pc:sldMk cId="0" sldId="257"/>
            <ac:spMk id="11" creationId="{F9A03C55-82A7-AFA3-2EB2-0D3EC0FEA23E}"/>
          </ac:spMkLst>
        </pc:spChg>
        <pc:spChg chg="add mod">
          <ac:chgData name="Ludy Registre Carmola" userId="af9c9160-5150-4217-979a-ef27ac81a3b6" providerId="ADAL" clId="{9627E5F1-9541-5533-ACF0-AB40D52520FD}" dt="2026-10-30T13:14:48.456" v="389" actId="403"/>
          <ac:spMkLst>
            <pc:docMk/>
            <pc:sldMk cId="0" sldId="257"/>
            <ac:spMk id="12" creationId="{FB34B095-84F5-ED5D-6EF2-0A707F416500}"/>
          </ac:spMkLst>
        </pc:spChg>
        <pc:spChg chg="add mod">
          <ac:chgData name="Ludy Registre Carmola" userId="af9c9160-5150-4217-979a-ef27ac81a3b6" providerId="ADAL" clId="{9627E5F1-9541-5533-ACF0-AB40D52520FD}" dt="2026-10-30T13:14:48.456" v="389" actId="403"/>
          <ac:spMkLst>
            <pc:docMk/>
            <pc:sldMk cId="0" sldId="257"/>
            <ac:spMk id="13" creationId="{B56FCCB0-5FCE-9D46-29CF-575CFA58FDC2}"/>
          </ac:spMkLst>
        </pc:spChg>
        <pc:spChg chg="mod">
          <ac:chgData name="Ludy Registre Carmola" userId="af9c9160-5150-4217-979a-ef27ac81a3b6" providerId="ADAL" clId="{9627E5F1-9541-5533-ACF0-AB40D52520FD}" dt="2026-10-30T13:14:48.456" v="389" actId="403"/>
          <ac:spMkLst>
            <pc:docMk/>
            <pc:sldMk cId="0" sldId="257"/>
            <ac:spMk id="14" creationId="{98F8C6CA-7B22-6964-CFEF-D45213E473A7}"/>
          </ac:spMkLst>
        </pc:spChg>
        <pc:spChg chg="del">
          <ac:chgData name="Ludy Registre Carmola" userId="af9c9160-5150-4217-979a-ef27ac81a3b6" providerId="ADAL" clId="{9627E5F1-9541-5533-ACF0-AB40D52520FD}" dt="2026-10-30T12:58:13.862" v="112" actId="478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Ludy Registre Carmola" userId="af9c9160-5150-4217-979a-ef27ac81a3b6" providerId="ADAL" clId="{9627E5F1-9541-5533-ACF0-AB40D52520FD}" dt="2026-10-30T12:58:15.285" v="113"/>
          <ac:spMkLst>
            <pc:docMk/>
            <pc:sldMk cId="0" sldId="257"/>
            <ac:spMk id="17" creationId="{EC93B25C-3EEA-DD15-6543-12D14E42850D}"/>
          </ac:spMkLst>
        </pc:spChg>
        <pc:spChg chg="mod">
          <ac:chgData name="Ludy Registre Carmola" userId="af9c9160-5150-4217-979a-ef27ac81a3b6" providerId="ADAL" clId="{9627E5F1-9541-5533-ACF0-AB40D52520FD}" dt="2026-10-30T13:15:52.326" v="406" actId="1038"/>
          <ac:spMkLst>
            <pc:docMk/>
            <pc:sldMk cId="0" sldId="257"/>
            <ac:spMk id="20" creationId="{41B84633-B738-0784-2555-D018D1CCD0D0}"/>
          </ac:spMkLst>
        </pc:spChg>
        <pc:spChg chg="add mod">
          <ac:chgData name="Ludy Registre Carmola" userId="af9c9160-5150-4217-979a-ef27ac81a3b6" providerId="ADAL" clId="{9627E5F1-9541-5533-ACF0-AB40D52520FD}" dt="2026-10-30T13:15:34.216" v="396" actId="14100"/>
          <ac:spMkLst>
            <pc:docMk/>
            <pc:sldMk cId="0" sldId="257"/>
            <ac:spMk id="23" creationId="{C57F01AD-F4BC-5711-B33C-2386A1A4E84A}"/>
          </ac:spMkLst>
        </pc:spChg>
        <pc:picChg chg="del">
          <ac:chgData name="Ludy Registre Carmola" userId="af9c9160-5150-4217-979a-ef27ac81a3b6" providerId="ADAL" clId="{9627E5F1-9541-5533-ACF0-AB40D52520FD}" dt="2026-10-30T12:57:39.397" v="111" actId="478"/>
          <ac:picMkLst>
            <pc:docMk/>
            <pc:sldMk cId="0" sldId="257"/>
            <ac:picMk id="26" creationId="{C27DD8FD-1D7F-4784-DEAA-232023593B02}"/>
          </ac:picMkLst>
        </pc:picChg>
        <pc:cxnChg chg="del">
          <ac:chgData name="Ludy Registre Carmola" userId="af9c9160-5150-4217-979a-ef27ac81a3b6" providerId="ADAL" clId="{9627E5F1-9541-5533-ACF0-AB40D52520FD}" dt="2026-10-30T12:55:20.368" v="94" actId="478"/>
          <ac:cxnSpMkLst>
            <pc:docMk/>
            <pc:sldMk cId="0" sldId="257"/>
            <ac:cxnSpMk id="21" creationId="{25BD50FA-3078-5112-D271-C392D24A3170}"/>
          </ac:cxnSpMkLst>
        </pc:cxnChg>
        <pc:cxnChg chg="mod">
          <ac:chgData name="Ludy Registre Carmola" userId="af9c9160-5150-4217-979a-ef27ac81a3b6" providerId="ADAL" clId="{9627E5F1-9541-5533-ACF0-AB40D52520FD}" dt="2026-10-30T12:55:26.811" v="95" actId="208"/>
          <ac:cxnSpMkLst>
            <pc:docMk/>
            <pc:sldMk cId="0" sldId="257"/>
            <ac:cxnSpMk id="22" creationId="{4867521B-E2F1-8B3D-111D-C784526A0A86}"/>
          </ac:cxnSpMkLst>
        </pc:cxnChg>
      </pc:sldChg>
      <pc:sldChg chg="del">
        <pc:chgData name="Ludy Registre Carmola" userId="af9c9160-5150-4217-979a-ef27ac81a3b6" providerId="ADAL" clId="{9627E5F1-9541-5533-ACF0-AB40D52520FD}" dt="2026-10-30T12:55:37.600" v="97" actId="2696"/>
        <pc:sldMkLst>
          <pc:docMk/>
          <pc:sldMk cId="0" sldId="258"/>
        </pc:sldMkLst>
      </pc:sldChg>
      <pc:sldChg chg="addSp delSp modSp mod modNotesTx">
        <pc:chgData name="Ludy Registre Carmola" userId="af9c9160-5150-4217-979a-ef27ac81a3b6" providerId="ADAL" clId="{9627E5F1-9541-5533-ACF0-AB40D52520FD}" dt="2026-10-30T14:40:43.937" v="1175" actId="20577"/>
        <pc:sldMkLst>
          <pc:docMk/>
          <pc:sldMk cId="0" sldId="259"/>
        </pc:sldMkLst>
        <pc:spChg chg="mod">
          <ac:chgData name="Ludy Registre Carmola" userId="af9c9160-5150-4217-979a-ef27ac81a3b6" providerId="ADAL" clId="{9627E5F1-9541-5533-ACF0-AB40D52520FD}" dt="2026-10-30T13:04:18.958" v="190" actId="404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3" creationId="{F407DF1A-B3C8-0D60-C89C-EC00CFF34856}"/>
          </ac:spMkLst>
        </pc:spChg>
        <pc:spChg chg="del">
          <ac:chgData name="Ludy Registre Carmola" userId="af9c9160-5150-4217-979a-ef27ac81a3b6" providerId="ADAL" clId="{9627E5F1-9541-5533-ACF0-AB40D52520FD}" dt="2026-10-30T12:57:31.282" v="109" actId="478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0" creationId="{B7DC1481-D432-3562-002B-D06232CE5B9C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1" creationId="{0ED15A3F-31A3-3A19-5B74-40A639009EC2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4" creationId="{A8CC70F1-86AA-F353-4B7F-A0626E3F58F3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5" creationId="{2A184C32-7B65-0157-6C70-48835973FED7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6" creationId="{C2320053-C47C-C929-A182-EDE45FE83A7B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18" creationId="{2ED30342-C6A9-A043-2FF8-F8CAC406C551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21" creationId="{2A5AADE3-C231-0372-230B-C65373725009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24" creationId="{81AFCB99-4FF9-0F30-34D9-A91704D64B9E}"/>
          </ac:spMkLst>
        </pc:spChg>
        <pc:spChg chg="add mod">
          <ac:chgData name="Ludy Registre Carmola" userId="af9c9160-5150-4217-979a-ef27ac81a3b6" providerId="ADAL" clId="{9627E5F1-9541-5533-ACF0-AB40D52520FD}" dt="2026-10-30T13:02:02.582" v="114"/>
          <ac:spMkLst>
            <pc:docMk/>
            <pc:sldMk cId="0" sldId="259"/>
            <ac:spMk id="25" creationId="{08BBCFDB-6747-2620-8833-CC920C259D1E}"/>
          </ac:spMkLst>
        </pc:spChg>
        <pc:spChg chg="add del mod">
          <ac:chgData name="Ludy Registre Carmola" userId="af9c9160-5150-4217-979a-ef27ac81a3b6" providerId="ADAL" clId="{9627E5F1-9541-5533-ACF0-AB40D52520FD}" dt="2026-10-30T13:08:39.471" v="288" actId="478"/>
          <ac:spMkLst>
            <pc:docMk/>
            <pc:sldMk cId="0" sldId="259"/>
            <ac:spMk id="31" creationId="{9DE9F14F-E163-A64B-337B-BB14F527C724}"/>
          </ac:spMkLst>
        </pc:spChg>
        <pc:spChg chg="add del mod">
          <ac:chgData name="Ludy Registre Carmola" userId="af9c9160-5150-4217-979a-ef27ac81a3b6" providerId="ADAL" clId="{9627E5F1-9541-5533-ACF0-AB40D52520FD}" dt="2026-10-30T13:08:42.968" v="289" actId="478"/>
          <ac:spMkLst>
            <pc:docMk/>
            <pc:sldMk cId="0" sldId="259"/>
            <ac:spMk id="32" creationId="{28C5EF67-B610-485B-F760-FAF8A09ED18C}"/>
          </ac:spMkLst>
        </pc:spChg>
        <pc:spChg chg="add mod">
          <ac:chgData name="Ludy Registre Carmola" userId="af9c9160-5150-4217-979a-ef27ac81a3b6" providerId="ADAL" clId="{9627E5F1-9541-5533-ACF0-AB40D52520FD}" dt="2026-10-30T14:40:24.450" v="1174" actId="20577"/>
          <ac:spMkLst>
            <pc:docMk/>
            <pc:sldMk cId="0" sldId="259"/>
            <ac:spMk id="33" creationId="{A37C6269-C50B-4242-39EA-5175DD5520AB}"/>
          </ac:spMkLst>
        </pc:spChg>
        <pc:picChg chg="del">
          <ac:chgData name="Ludy Registre Carmola" userId="af9c9160-5150-4217-979a-ef27ac81a3b6" providerId="ADAL" clId="{9627E5F1-9541-5533-ACF0-AB40D52520FD}" dt="2026-10-30T12:57:28.553" v="108" actId="478"/>
          <ac:picMkLst>
            <pc:docMk/>
            <pc:sldMk cId="0" sldId="259"/>
            <ac:picMk id="4" creationId="{00000000-0000-0000-0000-000000000000}"/>
          </ac:picMkLst>
        </pc:picChg>
        <pc:picChg chg="add del mod">
          <ac:chgData name="Ludy Registre Carmola" userId="af9c9160-5150-4217-979a-ef27ac81a3b6" providerId="ADAL" clId="{9627E5F1-9541-5533-ACF0-AB40D52520FD}" dt="2026-10-30T13:08:34.993" v="287" actId="478"/>
          <ac:picMkLst>
            <pc:docMk/>
            <pc:sldMk cId="0" sldId="259"/>
            <ac:picMk id="28" creationId="{138ECA1A-D954-88C9-66D7-9FFF481AD64F}"/>
          </ac:picMkLst>
        </pc:picChg>
        <pc:picChg chg="add mod">
          <ac:chgData name="Ludy Registre Carmola" userId="af9c9160-5150-4217-979a-ef27ac81a3b6" providerId="ADAL" clId="{9627E5F1-9541-5533-ACF0-AB40D52520FD}" dt="2026-10-30T13:08:49.238" v="291" actId="14100"/>
          <ac:picMkLst>
            <pc:docMk/>
            <pc:sldMk cId="0" sldId="259"/>
            <ac:picMk id="30" creationId="{44618925-2490-5F71-36D2-7CF39FC2E335}"/>
          </ac:picMkLst>
        </pc:picChg>
        <pc:cxnChg chg="del">
          <ac:chgData name="Ludy Registre Carmola" userId="af9c9160-5150-4217-979a-ef27ac81a3b6" providerId="ADAL" clId="{9627E5F1-9541-5533-ACF0-AB40D52520FD}" dt="2026-10-30T12:57:33.373" v="110" actId="478"/>
          <ac:cxnSpMkLst>
            <pc:docMk/>
            <pc:sldMk cId="0" sldId="259"/>
            <ac:cxnSpMk id="8" creationId="{76C75352-41B9-93EB-1749-7BC50CBAFD83}"/>
          </ac:cxnSpMkLst>
        </pc:cxnChg>
        <pc:cxnChg chg="mod">
          <ac:chgData name="Ludy Registre Carmola" userId="af9c9160-5150-4217-979a-ef27ac81a3b6" providerId="ADAL" clId="{9627E5F1-9541-5533-ACF0-AB40D52520FD}" dt="2026-10-30T13:21:12.912" v="692" actId="208"/>
          <ac:cxnSpMkLst>
            <pc:docMk/>
            <pc:sldMk cId="0" sldId="259"/>
            <ac:cxnSpMk id="9" creationId="{475E9F46-7A30-04B9-51F2-D9386D637FDE}"/>
          </ac:cxnSpMkLst>
        </pc:cxnChg>
      </pc:sldChg>
      <pc:sldChg chg="addSp delSp modSp mod">
        <pc:chgData name="Ludy Registre Carmola" userId="af9c9160-5150-4217-979a-ef27ac81a3b6" providerId="ADAL" clId="{9627E5F1-9541-5533-ACF0-AB40D52520FD}" dt="2026-10-30T14:13:12.421" v="1172" actId="404"/>
        <pc:sldMkLst>
          <pc:docMk/>
          <pc:sldMk cId="0" sldId="260"/>
        </pc:sldMkLst>
        <pc:spChg chg="mod">
          <ac:chgData name="Ludy Registre Carmola" userId="af9c9160-5150-4217-979a-ef27ac81a3b6" providerId="ADAL" clId="{9627E5F1-9541-5533-ACF0-AB40D52520FD}" dt="2026-10-30T13:37:12.259" v="991" actId="20577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Ludy Registre Carmola" userId="af9c9160-5150-4217-979a-ef27ac81a3b6" providerId="ADAL" clId="{9627E5F1-9541-5533-ACF0-AB40D52520FD}" dt="2026-10-30T12:57:25.694" v="107" actId="478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Ludy Registre Carmola" userId="af9c9160-5150-4217-979a-ef27ac81a3b6" providerId="ADAL" clId="{9627E5F1-9541-5533-ACF0-AB40D52520FD}" dt="2026-10-30T13:32:57.238" v="927" actId="1076"/>
          <ac:spMkLst>
            <pc:docMk/>
            <pc:sldMk cId="0" sldId="260"/>
            <ac:spMk id="7" creationId="{B1BBCC66-C967-B451-C3FE-8C490589175E}"/>
          </ac:spMkLst>
        </pc:spChg>
        <pc:spChg chg="add mod">
          <ac:chgData name="Ludy Registre Carmola" userId="af9c9160-5150-4217-979a-ef27ac81a3b6" providerId="ADAL" clId="{9627E5F1-9541-5533-ACF0-AB40D52520FD}" dt="2026-10-30T14:13:12.421" v="1172" actId="404"/>
          <ac:spMkLst>
            <pc:docMk/>
            <pc:sldMk cId="0" sldId="260"/>
            <ac:spMk id="8" creationId="{D3F1F1A8-1B52-3177-0C35-B4D236B75CDB}"/>
          </ac:spMkLst>
        </pc:spChg>
        <pc:picChg chg="add mod modCrop">
          <ac:chgData name="Ludy Registre Carmola" userId="af9c9160-5150-4217-979a-ef27ac81a3b6" providerId="ADAL" clId="{9627E5F1-9541-5533-ACF0-AB40D52520FD}" dt="2026-10-30T13:32:40.084" v="923" actId="732"/>
          <ac:picMkLst>
            <pc:docMk/>
            <pc:sldMk cId="0" sldId="260"/>
            <ac:picMk id="4" creationId="{8055D477-E503-DBC5-EB15-FBC2E3914F37}"/>
          </ac:picMkLst>
        </pc:picChg>
        <pc:picChg chg="add del mod modCrop">
          <ac:chgData name="Ludy Registre Carmola" userId="af9c9160-5150-4217-979a-ef27ac81a3b6" providerId="ADAL" clId="{9627E5F1-9541-5533-ACF0-AB40D52520FD}" dt="2026-10-30T13:35:59.215" v="943" actId="1076"/>
          <ac:picMkLst>
            <pc:docMk/>
            <pc:sldMk cId="0" sldId="260"/>
            <ac:picMk id="6" creationId="{0C20A45D-9898-DA52-2124-6432F5B21127}"/>
          </ac:picMkLst>
        </pc:picChg>
        <pc:picChg chg="del">
          <ac:chgData name="Ludy Registre Carmola" userId="af9c9160-5150-4217-979a-ef27ac81a3b6" providerId="ADAL" clId="{9627E5F1-9541-5533-ACF0-AB40D52520FD}" dt="2026-10-30T12:57:21.816" v="105" actId="478"/>
          <ac:picMkLst>
            <pc:docMk/>
            <pc:sldMk cId="0" sldId="260"/>
            <ac:picMk id="15" creationId="{7F48A0DB-6D2B-98CE-BB1A-316FD07DCAB6}"/>
          </ac:picMkLst>
        </pc:picChg>
        <pc:cxnChg chg="del">
          <ac:chgData name="Ludy Registre Carmola" userId="af9c9160-5150-4217-979a-ef27ac81a3b6" providerId="ADAL" clId="{9627E5F1-9541-5533-ACF0-AB40D52520FD}" dt="2026-10-30T12:57:19.995" v="104" actId="478"/>
          <ac:cxnSpMkLst>
            <pc:docMk/>
            <pc:sldMk cId="0" sldId="260"/>
            <ac:cxnSpMk id="10" creationId="{803A62C0-0157-9454-08A8-3B37DFBEDF3E}"/>
          </ac:cxnSpMkLst>
        </pc:cxnChg>
        <pc:cxnChg chg="mod">
          <ac:chgData name="Ludy Registre Carmola" userId="af9c9160-5150-4217-979a-ef27ac81a3b6" providerId="ADAL" clId="{9627E5F1-9541-5533-ACF0-AB40D52520FD}" dt="2026-10-30T12:57:17.629" v="103" actId="208"/>
          <ac:cxnSpMkLst>
            <pc:docMk/>
            <pc:sldMk cId="0" sldId="260"/>
            <ac:cxnSpMk id="11" creationId="{6122E0F5-94B8-BA9C-EA5D-21027C0ECCE8}"/>
          </ac:cxnSpMkLst>
        </pc:cxnChg>
      </pc:sldChg>
      <pc:sldChg chg="delSp modSp mod">
        <pc:chgData name="Ludy Registre Carmola" userId="af9c9160-5150-4217-979a-ef27ac81a3b6" providerId="ADAL" clId="{9627E5F1-9541-5533-ACF0-AB40D52520FD}" dt="2026-10-30T14:56:27.720" v="1424" actId="20577"/>
        <pc:sldMkLst>
          <pc:docMk/>
          <pc:sldMk cId="0" sldId="261"/>
        </pc:sldMkLst>
        <pc:spChg chg="mod">
          <ac:chgData name="Ludy Registre Carmola" userId="af9c9160-5150-4217-979a-ef27ac81a3b6" providerId="ADAL" clId="{9627E5F1-9541-5533-ACF0-AB40D52520FD}" dt="2026-10-30T14:50:45.314" v="1340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Ludy Registre Carmola" userId="af9c9160-5150-4217-979a-ef27ac81a3b6" providerId="ADAL" clId="{9627E5F1-9541-5533-ACF0-AB40D52520FD}" dt="2026-10-30T14:56:27.720" v="1424" actId="20577"/>
          <ac:spMkLst>
            <pc:docMk/>
            <pc:sldMk cId="0" sldId="261"/>
            <ac:spMk id="4" creationId="{00000000-0000-0000-0000-000000000000}"/>
          </ac:spMkLst>
        </pc:spChg>
        <pc:cxnChg chg="del">
          <ac:chgData name="Ludy Registre Carmola" userId="af9c9160-5150-4217-979a-ef27ac81a3b6" providerId="ADAL" clId="{9627E5F1-9541-5533-ACF0-AB40D52520FD}" dt="2026-10-30T12:57:03.811" v="101" actId="478"/>
          <ac:cxnSpMkLst>
            <pc:docMk/>
            <pc:sldMk cId="0" sldId="261"/>
            <ac:cxnSpMk id="11" creationId="{EAECBD47-9259-2D3D-4928-806341E91719}"/>
          </ac:cxnSpMkLst>
        </pc:cxnChg>
        <pc:cxnChg chg="mod">
          <ac:chgData name="Ludy Registre Carmola" userId="af9c9160-5150-4217-979a-ef27ac81a3b6" providerId="ADAL" clId="{9627E5F1-9541-5533-ACF0-AB40D52520FD}" dt="2026-10-30T12:57:12.827" v="102" actId="208"/>
          <ac:cxnSpMkLst>
            <pc:docMk/>
            <pc:sldMk cId="0" sldId="261"/>
            <ac:cxnSpMk id="12" creationId="{67C0E994-8549-5FDA-9CDD-DC526E5CBEF4}"/>
          </ac:cxnSpMkLst>
        </pc:cxnChg>
      </pc:sldChg>
      <pc:sldChg chg="addSp delSp modSp mod delDesignElem">
        <pc:chgData name="Ludy Registre Carmola" userId="af9c9160-5150-4217-979a-ef27ac81a3b6" providerId="ADAL" clId="{9627E5F1-9541-5533-ACF0-AB40D52520FD}" dt="2026-10-30T15:01:46.899" v="1455" actId="20577"/>
        <pc:sldMkLst>
          <pc:docMk/>
          <pc:sldMk cId="1125076652" sldId="263"/>
        </pc:sldMkLst>
        <pc:spChg chg="mod">
          <ac:chgData name="Ludy Registre Carmola" userId="af9c9160-5150-4217-979a-ef27ac81a3b6" providerId="ADAL" clId="{9627E5F1-9541-5533-ACF0-AB40D52520FD}" dt="2026-10-30T15:01:46.899" v="1455" actId="20577"/>
          <ac:spMkLst>
            <pc:docMk/>
            <pc:sldMk cId="1125076652" sldId="263"/>
            <ac:spMk id="2" creationId="{3056EACF-2BDA-9038-7C82-99E361F50270}"/>
          </ac:spMkLst>
        </pc:spChg>
        <pc:spChg chg="mod">
          <ac:chgData name="Ludy Registre Carmola" userId="af9c9160-5150-4217-979a-ef27ac81a3b6" providerId="ADAL" clId="{9627E5F1-9541-5533-ACF0-AB40D52520FD}" dt="2026-10-30T12:51:53.467" v="36"/>
          <ac:spMkLst>
            <pc:docMk/>
            <pc:sldMk cId="1125076652" sldId="263"/>
            <ac:spMk id="3" creationId="{D4A9B3DA-DD6A-11E2-10A7-AC138BDFB49A}"/>
          </ac:spMkLst>
        </pc:spChg>
        <pc:spChg chg="add del mod">
          <ac:chgData name="Ludy Registre Carmola" userId="af9c9160-5150-4217-979a-ef27ac81a3b6" providerId="ADAL" clId="{9627E5F1-9541-5533-ACF0-AB40D52520FD}" dt="2026-10-30T12:55:47.735" v="100"/>
          <ac:spMkLst>
            <pc:docMk/>
            <pc:sldMk cId="1125076652" sldId="263"/>
            <ac:spMk id="4" creationId="{01E66618-927D-3562-4FCF-8A5AF5BF799A}"/>
          </ac:spMkLst>
        </pc:spChg>
        <pc:spChg chg="mod">
          <ac:chgData name="Ludy Registre Carmola" userId="af9c9160-5150-4217-979a-ef27ac81a3b6" providerId="ADAL" clId="{9627E5F1-9541-5533-ACF0-AB40D52520FD}" dt="2026-10-28T19:31:07.673" v="1" actId="20577"/>
          <ac:spMkLst>
            <pc:docMk/>
            <pc:sldMk cId="1125076652" sldId="263"/>
            <ac:spMk id="6" creationId="{FAF4EBEA-ECA7-46DC-DECD-380FD3986D93}"/>
          </ac:spMkLst>
        </pc:spChg>
        <pc:spChg chg="add del">
          <ac:chgData name="Ludy Registre Carmola" userId="af9c9160-5150-4217-979a-ef27ac81a3b6" providerId="ADAL" clId="{9627E5F1-9541-5533-ACF0-AB40D52520FD}" dt="2026-10-30T12:51:53.467" v="36"/>
          <ac:spMkLst>
            <pc:docMk/>
            <pc:sldMk cId="1125076652" sldId="263"/>
            <ac:spMk id="11" creationId="{934F1179-B481-4F9E-BCA3-AFB972070F83}"/>
          </ac:spMkLst>
        </pc:spChg>
        <pc:spChg chg="add del">
          <ac:chgData name="Ludy Registre Carmola" userId="af9c9160-5150-4217-979a-ef27ac81a3b6" providerId="ADAL" clId="{9627E5F1-9541-5533-ACF0-AB40D52520FD}" dt="2026-10-30T12:51:53.467" v="36"/>
          <ac:spMkLst>
            <pc:docMk/>
            <pc:sldMk cId="1125076652" sldId="263"/>
            <ac:spMk id="13" creationId="{827DC2C4-B485-428A-BF4A-472D2967F47F}"/>
          </ac:spMkLst>
        </pc:spChg>
        <pc:spChg chg="add del">
          <ac:chgData name="Ludy Registre Carmola" userId="af9c9160-5150-4217-979a-ef27ac81a3b6" providerId="ADAL" clId="{9627E5F1-9541-5533-ACF0-AB40D52520FD}" dt="2026-10-30T12:51:53.467" v="36"/>
          <ac:spMkLst>
            <pc:docMk/>
            <pc:sldMk cId="1125076652" sldId="263"/>
            <ac:spMk id="15" creationId="{EE04B5EB-F158-4507-90DD-BD23620C7CC9}"/>
          </ac:spMkLst>
        </pc:spChg>
      </pc:sldChg>
      <pc:sldChg chg="addSp delSp modSp del mod delDesignElem">
        <pc:chgData name="Ludy Registre Carmola" userId="af9c9160-5150-4217-979a-ef27ac81a3b6" providerId="ADAL" clId="{9627E5F1-9541-5533-ACF0-AB40D52520FD}" dt="2026-10-30T14:12:32.060" v="1168" actId="2696"/>
        <pc:sldMkLst>
          <pc:docMk/>
          <pc:sldMk cId="2926871363" sldId="264"/>
        </pc:sldMkLst>
        <pc:spChg chg="add del">
          <ac:chgData name="Ludy Registre Carmola" userId="af9c9160-5150-4217-979a-ef27ac81a3b6" providerId="ADAL" clId="{9627E5F1-9541-5533-ACF0-AB40D52520FD}" dt="2026-10-30T12:51:53.467" v="36"/>
          <ac:spMkLst>
            <pc:docMk/>
            <pc:sldMk cId="2926871363" sldId="264"/>
            <ac:spMk id="10" creationId="{6C4028FD-8BAA-4A19-BFDE-594D991B7552}"/>
          </ac:spMkLst>
        </pc:spChg>
        <pc:cxnChg chg="del">
          <ac:chgData name="Ludy Registre Carmola" userId="af9c9160-5150-4217-979a-ef27ac81a3b6" providerId="ADAL" clId="{9627E5F1-9541-5533-ACF0-AB40D52520FD}" dt="2026-10-30T12:55:11.993" v="92" actId="478"/>
          <ac:cxnSpMkLst>
            <pc:docMk/>
            <pc:sldMk cId="2926871363" sldId="264"/>
            <ac:cxnSpMk id="4" creationId="{133F4BAF-DE41-6AA9-717F-E06D1BF9F1D1}"/>
          </ac:cxnSpMkLst>
        </pc:cxnChg>
        <pc:cxnChg chg="mod">
          <ac:chgData name="Ludy Registre Carmola" userId="af9c9160-5150-4217-979a-ef27ac81a3b6" providerId="ADAL" clId="{9627E5F1-9541-5533-ACF0-AB40D52520FD}" dt="2026-10-30T12:55:14.857" v="93" actId="208"/>
          <ac:cxnSpMkLst>
            <pc:docMk/>
            <pc:sldMk cId="2926871363" sldId="264"/>
            <ac:cxnSpMk id="8" creationId="{33AD00E3-383F-E9E4-AB63-3D95A43031B8}"/>
          </ac:cxnSpMkLst>
        </pc:cxnChg>
      </pc:sldChg>
      <pc:sldChg chg="addSp delSp modSp mod">
        <pc:chgData name="Ludy Registre Carmola" userId="af9c9160-5150-4217-979a-ef27ac81a3b6" providerId="ADAL" clId="{9627E5F1-9541-5533-ACF0-AB40D52520FD}" dt="2026-10-30T12:55:03.634" v="91" actId="478"/>
        <pc:sldMkLst>
          <pc:docMk/>
          <pc:sldMk cId="2128888475" sldId="265"/>
        </pc:sldMkLst>
        <pc:spChg chg="mod">
          <ac:chgData name="Ludy Registre Carmola" userId="af9c9160-5150-4217-979a-ef27ac81a3b6" providerId="ADAL" clId="{9627E5F1-9541-5533-ACF0-AB40D52520FD}" dt="2026-10-30T12:51:52.388" v="34"/>
          <ac:spMkLst>
            <pc:docMk/>
            <pc:sldMk cId="2128888475" sldId="265"/>
            <ac:spMk id="2" creationId="{86CE3419-EFE6-4214-6D3F-4B6004D13008}"/>
          </ac:spMkLst>
        </pc:spChg>
        <pc:spChg chg="del">
          <ac:chgData name="Ludy Registre Carmola" userId="af9c9160-5150-4217-979a-ef27ac81a3b6" providerId="ADAL" clId="{9627E5F1-9541-5533-ACF0-AB40D52520FD}" dt="2026-10-30T12:49:17.340" v="2" actId="478"/>
          <ac:spMkLst>
            <pc:docMk/>
            <pc:sldMk cId="2128888475" sldId="265"/>
            <ac:spMk id="6" creationId="{E53D9ECB-B351-F397-07C1-E8C2B2FBD7B9}"/>
          </ac:spMkLst>
        </pc:spChg>
        <pc:spChg chg="add del mod">
          <ac:chgData name="Ludy Registre Carmola" userId="af9c9160-5150-4217-979a-ef27ac81a3b6" providerId="ADAL" clId="{9627E5F1-9541-5533-ACF0-AB40D52520FD}" dt="2026-10-30T12:52:04.275" v="37" actId="478"/>
          <ac:spMkLst>
            <pc:docMk/>
            <pc:sldMk cId="2128888475" sldId="265"/>
            <ac:spMk id="7" creationId="{A739047A-CF3D-884F-FA44-68942F7648BC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8" creationId="{DD03A827-281A-C471-802C-2A9AFF99D68B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9" creationId="{654C0E54-1D3F-8C8C-296C-E036CCABC048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10" creationId="{EF99F4E7-5B8E-F499-5EA9-5D4468077641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11" creationId="{2BEE803F-89E0-871C-B41E-23E3E6DF615A}"/>
          </ac:spMkLst>
        </pc:spChg>
        <pc:spChg chg="add mod">
          <ac:chgData name="Ludy Registre Carmola" userId="af9c9160-5150-4217-979a-ef27ac81a3b6" providerId="ADAL" clId="{9627E5F1-9541-5533-ACF0-AB40D52520FD}" dt="2026-10-30T12:52:26.571" v="42" actId="113"/>
          <ac:spMkLst>
            <pc:docMk/>
            <pc:sldMk cId="2128888475" sldId="265"/>
            <ac:spMk id="15" creationId="{DD6DFDBB-F6DC-FD4A-C0B4-87D362368FD1}"/>
          </ac:spMkLst>
        </pc:spChg>
        <pc:spChg chg="add mod">
          <ac:chgData name="Ludy Registre Carmola" userId="af9c9160-5150-4217-979a-ef27ac81a3b6" providerId="ADAL" clId="{9627E5F1-9541-5533-ACF0-AB40D52520FD}" dt="2026-10-30T12:52:55.753" v="77" actId="1036"/>
          <ac:spMkLst>
            <pc:docMk/>
            <pc:sldMk cId="2128888475" sldId="265"/>
            <ac:spMk id="16" creationId="{35CFA43B-316E-1184-3AE0-BA1F2E816957}"/>
          </ac:spMkLst>
        </pc:spChg>
        <pc:spChg chg="add mod">
          <ac:chgData name="Ludy Registre Carmola" userId="af9c9160-5150-4217-979a-ef27ac81a3b6" providerId="ADAL" clId="{9627E5F1-9541-5533-ACF0-AB40D52520FD}" dt="2026-10-30T12:52:46.985" v="58" actId="1036"/>
          <ac:spMkLst>
            <pc:docMk/>
            <pc:sldMk cId="2128888475" sldId="265"/>
            <ac:spMk id="17" creationId="{1B0661C0-EFD8-17DD-88C9-4BBDD658886F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18" creationId="{66B04235-1492-A8FC-F2AA-B405FE286CE3}"/>
          </ac:spMkLst>
        </pc:spChg>
        <pc:spChg chg="add mod">
          <ac:chgData name="Ludy Registre Carmola" userId="af9c9160-5150-4217-979a-ef27ac81a3b6" providerId="ADAL" clId="{9627E5F1-9541-5533-ACF0-AB40D52520FD}" dt="2026-10-30T12:49:40.135" v="3"/>
          <ac:spMkLst>
            <pc:docMk/>
            <pc:sldMk cId="2128888475" sldId="265"/>
            <ac:spMk id="19" creationId="{7907F364-E574-8CE4-D5B0-2AB918359020}"/>
          </ac:spMkLst>
        </pc:spChg>
        <pc:spChg chg="add mod">
          <ac:chgData name="Ludy Registre Carmola" userId="af9c9160-5150-4217-979a-ef27ac81a3b6" providerId="ADAL" clId="{9627E5F1-9541-5533-ACF0-AB40D52520FD}" dt="2026-10-30T12:53:10.622" v="78"/>
          <ac:spMkLst>
            <pc:docMk/>
            <pc:sldMk cId="2128888475" sldId="265"/>
            <ac:spMk id="20" creationId="{D3B870B5-9C23-E761-F375-A7E00D5896D4}"/>
          </ac:spMkLst>
        </pc:spChg>
        <pc:spChg chg="add mod">
          <ac:chgData name="Ludy Registre Carmola" userId="af9c9160-5150-4217-979a-ef27ac81a3b6" providerId="ADAL" clId="{9627E5F1-9541-5533-ACF0-AB40D52520FD}" dt="2026-10-30T12:53:10.622" v="78"/>
          <ac:spMkLst>
            <pc:docMk/>
            <pc:sldMk cId="2128888475" sldId="265"/>
            <ac:spMk id="21" creationId="{85B48629-E3D4-798E-C58D-8070D0CC36C2}"/>
          </ac:spMkLst>
        </pc:spChg>
        <pc:picChg chg="add mod">
          <ac:chgData name="Ludy Registre Carmola" userId="af9c9160-5150-4217-979a-ef27ac81a3b6" providerId="ADAL" clId="{9627E5F1-9541-5533-ACF0-AB40D52520FD}" dt="2026-10-30T12:52:19.929" v="40" actId="14100"/>
          <ac:picMkLst>
            <pc:docMk/>
            <pc:sldMk cId="2128888475" sldId="265"/>
            <ac:picMk id="12" creationId="{497FB2B8-0DD5-E31B-E4EF-E5323F65B41E}"/>
          </ac:picMkLst>
        </pc:picChg>
        <pc:picChg chg="mod">
          <ac:chgData name="Ludy Registre Carmola" userId="af9c9160-5150-4217-979a-ef27ac81a3b6" providerId="ADAL" clId="{9627E5F1-9541-5533-ACF0-AB40D52520FD}" dt="2026-10-30T12:52:55.753" v="77" actId="1036"/>
          <ac:picMkLst>
            <pc:docMk/>
            <pc:sldMk cId="2128888475" sldId="265"/>
            <ac:picMk id="13" creationId="{64357D08-D858-CFFE-E6F2-73DC19C65CF8}"/>
          </ac:picMkLst>
        </pc:picChg>
        <pc:picChg chg="mod">
          <ac:chgData name="Ludy Registre Carmola" userId="af9c9160-5150-4217-979a-ef27ac81a3b6" providerId="ADAL" clId="{9627E5F1-9541-5533-ACF0-AB40D52520FD}" dt="2026-10-30T12:52:46.985" v="58" actId="1036"/>
          <ac:picMkLst>
            <pc:docMk/>
            <pc:sldMk cId="2128888475" sldId="265"/>
            <ac:picMk id="14" creationId="{9033459E-2DAF-7F7F-A673-F3C099938EB7}"/>
          </ac:picMkLst>
        </pc:picChg>
        <pc:picChg chg="add mod modCrop">
          <ac:chgData name="Ludy Registre Carmola" userId="af9c9160-5150-4217-979a-ef27ac81a3b6" providerId="ADAL" clId="{9627E5F1-9541-5533-ACF0-AB40D52520FD}" dt="2026-10-30T12:54:47.491" v="87" actId="1076"/>
          <ac:picMkLst>
            <pc:docMk/>
            <pc:sldMk cId="2128888475" sldId="265"/>
            <ac:picMk id="23" creationId="{FAB2BD7B-38CB-D606-DF28-D44192279AEB}"/>
          </ac:picMkLst>
        </pc:picChg>
        <pc:picChg chg="add mod modCrop">
          <ac:chgData name="Ludy Registre Carmola" userId="af9c9160-5150-4217-979a-ef27ac81a3b6" providerId="ADAL" clId="{9627E5F1-9541-5533-ACF0-AB40D52520FD}" dt="2026-10-30T12:55:01.573" v="90" actId="14100"/>
          <ac:picMkLst>
            <pc:docMk/>
            <pc:sldMk cId="2128888475" sldId="265"/>
            <ac:picMk id="24" creationId="{B05FA5A8-3EE8-5198-C295-FC7F30448102}"/>
          </ac:picMkLst>
        </pc:picChg>
        <pc:cxnChg chg="del">
          <ac:chgData name="Ludy Registre Carmola" userId="af9c9160-5150-4217-979a-ef27ac81a3b6" providerId="ADAL" clId="{9627E5F1-9541-5533-ACF0-AB40D52520FD}" dt="2026-10-30T12:55:03.634" v="91" actId="478"/>
          <ac:cxnSpMkLst>
            <pc:docMk/>
            <pc:sldMk cId="2128888475" sldId="265"/>
            <ac:cxnSpMk id="4" creationId="{528476CF-7221-2401-8F2D-A373EB755F8B}"/>
          </ac:cxnSpMkLst>
        </pc:cxnChg>
        <pc:cxnChg chg="mod">
          <ac:chgData name="Ludy Registre Carmola" userId="af9c9160-5150-4217-979a-ef27ac81a3b6" providerId="ADAL" clId="{9627E5F1-9541-5533-ACF0-AB40D52520FD}" dt="2026-10-30T12:53:31.458" v="80" actId="208"/>
          <ac:cxnSpMkLst>
            <pc:docMk/>
            <pc:sldMk cId="2128888475" sldId="265"/>
            <ac:cxnSpMk id="5" creationId="{DCD7F1ED-AE2A-4F0A-2544-7D242B4B640E}"/>
          </ac:cxnSpMkLst>
        </pc:cxnChg>
      </pc:sldChg>
    </pc:docChg>
  </pc:docChgLst>
  <pc:docChgLst>
    <pc:chgData name="Ludy Registre Carmola" userId="S::lrc80501@uga.edu::af9c9160-5150-4217-979a-ef27ac81a3b6" providerId="AD" clId="Web-{661120D2-1C22-DAD7-9B9A-D987FDB73D72}"/>
    <pc:docChg chg="modSld">
      <pc:chgData name="Ludy Registre Carmola" userId="S::lrc80501@uga.edu::af9c9160-5150-4217-979a-ef27ac81a3b6" providerId="AD" clId="Web-{661120D2-1C22-DAD7-9B9A-D987FDB73D72}" dt="2026-10-30T11:01:10.346" v="1" actId="20577"/>
      <pc:docMkLst>
        <pc:docMk/>
      </pc:docMkLst>
      <pc:sldChg chg="modSp">
        <pc:chgData name="Ludy Registre Carmola" userId="S::lrc80501@uga.edu::af9c9160-5150-4217-979a-ef27ac81a3b6" providerId="AD" clId="Web-{661120D2-1C22-DAD7-9B9A-D987FDB73D72}" dt="2026-10-30T11:01:10.346" v="1" actId="20577"/>
        <pc:sldMkLst>
          <pc:docMk/>
          <pc:sldMk cId="1125076652" sldId="263"/>
        </pc:sldMkLst>
        <pc:spChg chg="mod">
          <ac:chgData name="Ludy Registre Carmola" userId="S::lrc80501@uga.edu::af9c9160-5150-4217-979a-ef27ac81a3b6" providerId="AD" clId="Web-{661120D2-1C22-DAD7-9B9A-D987FDB73D72}" dt="2026-10-30T11:01:10.346" v="1" actId="20577"/>
          <ac:spMkLst>
            <pc:docMk/>
            <pc:sldMk cId="1125076652" sldId="263"/>
            <ac:spMk id="3" creationId="{D4A9B3DA-DD6A-11E2-10A7-AC138BDFB4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8AD07-CF2E-BB41-B897-47DF92870C13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78C60-78D3-6441-83FF-862156677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0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47EDA-0AF7-7643-8D9A-49A6CB434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9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78C60-78D3-6441-83FF-862156677E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2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78C60-78D3-6441-83FF-862156677E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73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78C60-78D3-6441-83FF-862156677E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0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6EACF-2BDA-9038-7C82-99E361F5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224154"/>
            <a:ext cx="9382759" cy="2946978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b="1" dirty="0">
                <a:latin typeface="Aptos" panose="020B0004020202020204" pitchFamily="34" charset="0"/>
              </a:rPr>
              <a:t>Genomic surveillance </a:t>
            </a:r>
            <a:r>
              <a:rPr lang="en-US" sz="4800" b="1" dirty="0">
                <a:latin typeface="Space Grotesk"/>
              </a:rPr>
              <a:t>elucidates Ebola virus origin and transmission during the 2014 outbreak 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B3DA-DD6A-11E2-10A7-AC138BDFB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/>
              <a:t>MOLECULAR EPIDEMIOLOGY TRAINING SERIES</a:t>
            </a:r>
          </a:p>
          <a:p>
            <a:pPr algn="l">
              <a:lnSpc>
                <a:spcPct val="90000"/>
              </a:lnSpc>
            </a:pPr>
            <a:r>
              <a:rPr lang="en-US" sz="2700" dirty="0"/>
              <a:t>OCTOBER 30, 2026</a:t>
            </a:r>
            <a:endParaRPr lang="en-US" sz="2700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endParaRPr lang="en-US" sz="27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F4EBEA-ECA7-46DC-DECD-380FD3986D93}"/>
              </a:ext>
            </a:extLst>
          </p:cNvPr>
          <p:cNvSpPr/>
          <p:nvPr/>
        </p:nvSpPr>
        <p:spPr>
          <a:xfrm>
            <a:off x="5506963" y="443408"/>
            <a:ext cx="5493457" cy="330984"/>
          </a:xfrm>
          <a:prstGeom prst="roundRect">
            <a:avLst/>
          </a:prstGeom>
          <a:solidFill>
            <a:srgbClr val="E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046CB8"/>
                </a:solidFill>
              </a:rPr>
              <a:t>Molecular Epidemiology Case Study 4</a:t>
            </a:r>
          </a:p>
        </p:txBody>
      </p:sp>
    </p:spTree>
    <p:extLst>
      <p:ext uri="{BB962C8B-B14F-4D97-AF65-F5344CB8AC3E}">
        <p14:creationId xmlns:p14="http://schemas.microsoft.com/office/powerpoint/2010/main" val="112507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3419-EFE6-4214-6D3F-4B6004D1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296939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Background &amp; context of the outbreak</a:t>
            </a:r>
            <a:br>
              <a:rPr lang="en-US" b="1" dirty="0"/>
            </a:br>
            <a:endParaRPr lang="en-US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D7F1ED-AE2A-4F0A-2544-7D242B4B640E}"/>
              </a:ext>
            </a:extLst>
          </p:cNvPr>
          <p:cNvCxnSpPr>
            <a:cxnSpLocks/>
          </p:cNvCxnSpPr>
          <p:nvPr/>
        </p:nvCxnSpPr>
        <p:spPr>
          <a:xfrm>
            <a:off x="-1" y="1135485"/>
            <a:ext cx="10150997" cy="36636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D03A827-281A-C471-802C-2A9AFF99D68B}"/>
              </a:ext>
            </a:extLst>
          </p:cNvPr>
          <p:cNvSpPr/>
          <p:nvPr/>
        </p:nvSpPr>
        <p:spPr>
          <a:xfrm>
            <a:off x="609600" y="2442567"/>
            <a:ext cx="2576512" cy="942975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4C0E54-1D3F-8C8C-296C-E036CCABC048}"/>
              </a:ext>
            </a:extLst>
          </p:cNvPr>
          <p:cNvSpPr/>
          <p:nvPr/>
        </p:nvSpPr>
        <p:spPr>
          <a:xfrm>
            <a:off x="3338512" y="2442567"/>
            <a:ext cx="2576512" cy="942975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9F4E7-5B8E-F499-5EA9-5D4468077641}"/>
              </a:ext>
            </a:extLst>
          </p:cNvPr>
          <p:cNvSpPr/>
          <p:nvPr/>
        </p:nvSpPr>
        <p:spPr>
          <a:xfrm>
            <a:off x="609600" y="2442567"/>
            <a:ext cx="38100" cy="9429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EE803F-89E0-871C-B41E-23E3E6DF615A}"/>
              </a:ext>
            </a:extLst>
          </p:cNvPr>
          <p:cNvSpPr/>
          <p:nvPr/>
        </p:nvSpPr>
        <p:spPr>
          <a:xfrm>
            <a:off x="3338512" y="2442567"/>
            <a:ext cx="38100" cy="942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497FB2B8-0DD5-E31B-E4EF-E5323F65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614142"/>
            <a:ext cx="178437" cy="1524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4357D08-D858-CFFE-E6F2-73DC19C65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4425983"/>
            <a:ext cx="178437" cy="1524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9033459E-2DAF-7F7F-A673-F3C09993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5172500"/>
            <a:ext cx="178437" cy="15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6DFDBB-F6DC-FD4A-C0B4-87D362368FD1}"/>
              </a:ext>
            </a:extLst>
          </p:cNvPr>
          <p:cNvSpPr txBox="1"/>
          <p:nvPr/>
        </p:nvSpPr>
        <p:spPr>
          <a:xfrm>
            <a:off x="857250" y="3576042"/>
            <a:ext cx="6033407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i="0" u="none" dirty="0">
                <a:latin typeface="Inter"/>
              </a:rPr>
              <a:t>Outbreak Emergence: Initiated Feb 2014 in Guinea; spread to Liberia, Sierra Leone, and Nigeria.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FA43B-316E-1184-3AE0-BA1F2E816957}"/>
              </a:ext>
            </a:extLst>
          </p:cNvPr>
          <p:cNvSpPr txBox="1"/>
          <p:nvPr/>
        </p:nvSpPr>
        <p:spPr>
          <a:xfrm>
            <a:off x="857250" y="4387883"/>
            <a:ext cx="6033407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i="0" u="none" dirty="0">
                <a:latin typeface="Inter"/>
              </a:rPr>
              <a:t>Sierra Leone Entry: First case confirmed May 25, 2014, linked to a traditional healer's burial.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661C0-EFD8-17DD-88C9-4BBDD658886F}"/>
              </a:ext>
            </a:extLst>
          </p:cNvPr>
          <p:cNvSpPr txBox="1"/>
          <p:nvPr/>
        </p:nvSpPr>
        <p:spPr>
          <a:xfrm>
            <a:off x="857250" y="5134400"/>
            <a:ext cx="6033407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i="0" u="none" dirty="0">
                <a:latin typeface="Inter"/>
              </a:rPr>
              <a:t>Key Question: Determine if expansion stemmed from animal reservoir spillovers or sustained human transmission.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04235-1492-A8FC-F2AA-B405FE286CE3}"/>
              </a:ext>
            </a:extLst>
          </p:cNvPr>
          <p:cNvSpPr txBox="1"/>
          <p:nvPr/>
        </p:nvSpPr>
        <p:spPr>
          <a:xfrm>
            <a:off x="800100" y="2594967"/>
            <a:ext cx="279201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C2626"/>
                </a:solidFill>
                <a:latin typeface="Inter"/>
              </a:rPr>
              <a:t>78%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07F364-E574-8CE4-D5B0-2AB918359020}"/>
              </a:ext>
            </a:extLst>
          </p:cNvPr>
          <p:cNvSpPr txBox="1"/>
          <p:nvPr/>
        </p:nvSpPr>
        <p:spPr>
          <a:xfrm>
            <a:off x="800100" y="3052167"/>
            <a:ext cx="27920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Average case fatality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B870B5-9C23-E761-F375-A7E00D5896D4}"/>
              </a:ext>
            </a:extLst>
          </p:cNvPr>
          <p:cNvSpPr txBox="1"/>
          <p:nvPr/>
        </p:nvSpPr>
        <p:spPr>
          <a:xfrm>
            <a:off x="3529012" y="2594967"/>
            <a:ext cx="279201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284C7"/>
                </a:solidFill>
                <a:latin typeface="Inter"/>
              </a:rPr>
              <a:t>34.8 Days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48629-E3D4-798E-C58D-8070D0CC36C2}"/>
              </a:ext>
            </a:extLst>
          </p:cNvPr>
          <p:cNvSpPr txBox="1"/>
          <p:nvPr/>
        </p:nvSpPr>
        <p:spPr>
          <a:xfrm>
            <a:off x="3529012" y="3052167"/>
            <a:ext cx="27920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Inter"/>
              </a:rPr>
              <a:t>Epidemic doubling time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B2BD7B-38CB-D606-DF28-D44192279A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315"/>
          <a:stretch>
            <a:fillRect/>
          </a:stretch>
        </p:blipFill>
        <p:spPr>
          <a:xfrm>
            <a:off x="6362690" y="1213729"/>
            <a:ext cx="5504674" cy="27624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5FA5A8-3EE8-5198-C295-FC7F3044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86"/>
          <a:stretch>
            <a:fillRect/>
          </a:stretch>
        </p:blipFill>
        <p:spPr>
          <a:xfrm>
            <a:off x="7903028" y="3942471"/>
            <a:ext cx="3102429" cy="25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8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0301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sz="4000" dirty="0"/>
              <a:t>Methodology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67521B-E2F1-8B3D-111D-C784526A0A86}"/>
              </a:ext>
            </a:extLst>
          </p:cNvPr>
          <p:cNvCxnSpPr>
            <a:cxnSpLocks/>
          </p:cNvCxnSpPr>
          <p:nvPr/>
        </p:nvCxnSpPr>
        <p:spPr>
          <a:xfrm>
            <a:off x="-1" y="1046034"/>
            <a:ext cx="10150997" cy="36636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54FFD4-5977-02D2-13B1-F98054CC36FE}"/>
              </a:ext>
            </a:extLst>
          </p:cNvPr>
          <p:cNvSpPr/>
          <p:nvPr/>
        </p:nvSpPr>
        <p:spPr>
          <a:xfrm>
            <a:off x="609600" y="2590800"/>
            <a:ext cx="2644972" cy="2009528"/>
          </a:xfrm>
          <a:prstGeom prst="roundRect">
            <a:avLst>
              <a:gd name="adj" fmla="val 65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8FA1FB-9BFC-5AFD-7480-D79D12D5CC57}"/>
              </a:ext>
            </a:extLst>
          </p:cNvPr>
          <p:cNvSpPr/>
          <p:nvPr/>
        </p:nvSpPr>
        <p:spPr>
          <a:xfrm>
            <a:off x="3390900" y="2590800"/>
            <a:ext cx="2628900" cy="2009528"/>
          </a:xfrm>
          <a:prstGeom prst="roundRect">
            <a:avLst>
              <a:gd name="adj" fmla="val 65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7B97C4-23CD-9875-386D-10AB195F87F8}"/>
              </a:ext>
            </a:extLst>
          </p:cNvPr>
          <p:cNvSpPr/>
          <p:nvPr/>
        </p:nvSpPr>
        <p:spPr>
          <a:xfrm>
            <a:off x="6172199" y="2590800"/>
            <a:ext cx="2644973" cy="2009528"/>
          </a:xfrm>
          <a:prstGeom prst="roundRect">
            <a:avLst>
              <a:gd name="adj" fmla="val 65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E69413-9864-04C4-B411-8C7EAFF8876D}"/>
              </a:ext>
            </a:extLst>
          </p:cNvPr>
          <p:cNvSpPr/>
          <p:nvPr/>
        </p:nvSpPr>
        <p:spPr>
          <a:xfrm>
            <a:off x="8953500" y="2590800"/>
            <a:ext cx="2730500" cy="2009528"/>
          </a:xfrm>
          <a:prstGeom prst="roundRect">
            <a:avLst>
              <a:gd name="adj" fmla="val 65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833BBC-F304-2012-5870-65701FEE81AB}"/>
              </a:ext>
            </a:extLst>
          </p:cNvPr>
          <p:cNvSpPr/>
          <p:nvPr/>
        </p:nvSpPr>
        <p:spPr>
          <a:xfrm>
            <a:off x="809625" y="2800350"/>
            <a:ext cx="523875" cy="180975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7D44E7-B3F8-C380-770C-9268B519DAD0}"/>
              </a:ext>
            </a:extLst>
          </p:cNvPr>
          <p:cNvSpPr/>
          <p:nvPr/>
        </p:nvSpPr>
        <p:spPr>
          <a:xfrm>
            <a:off x="3590925" y="2800350"/>
            <a:ext cx="552450" cy="180975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EFD5B8-6EA8-5560-C40E-8406F8BAC796}"/>
              </a:ext>
            </a:extLst>
          </p:cNvPr>
          <p:cNvSpPr/>
          <p:nvPr/>
        </p:nvSpPr>
        <p:spPr>
          <a:xfrm>
            <a:off x="6372225" y="2828925"/>
            <a:ext cx="485775" cy="169649"/>
          </a:xfrm>
          <a:prstGeom prst="roundRect">
            <a:avLst>
              <a:gd name="adj" fmla="val 1176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FD8260-5E9F-7076-C3F9-7BF9C2000F25}"/>
              </a:ext>
            </a:extLst>
          </p:cNvPr>
          <p:cNvSpPr/>
          <p:nvPr/>
        </p:nvSpPr>
        <p:spPr>
          <a:xfrm>
            <a:off x="9153525" y="2800350"/>
            <a:ext cx="552450" cy="180975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03C55-82A7-AFA3-2EB2-0D3EC0FEA23E}"/>
              </a:ext>
            </a:extLst>
          </p:cNvPr>
          <p:cNvSpPr txBox="1"/>
          <p:nvPr/>
        </p:nvSpPr>
        <p:spPr>
          <a:xfrm>
            <a:off x="809625" y="3067050"/>
            <a:ext cx="23241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Collected 99 EBOV genomes from 78 confirmed EVD patients at Kenema Hospital.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4B095-84F5-ED5D-6EF2-0A707F416500}"/>
              </a:ext>
            </a:extLst>
          </p:cNvPr>
          <p:cNvSpPr txBox="1"/>
          <p:nvPr/>
        </p:nvSpPr>
        <p:spPr>
          <a:xfrm>
            <a:off x="3590925" y="3067050"/>
            <a:ext cx="23241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75569"/>
                </a:solidFill>
                <a:latin typeface="Inter"/>
              </a:rPr>
              <a:t>Evaluated 4 prep methods; Nextera + Illumina gave highest coverage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FCCB0-5FCE-9D46-29CF-575CFA58FDC2}"/>
              </a:ext>
            </a:extLst>
          </p:cNvPr>
          <p:cNvSpPr txBox="1"/>
          <p:nvPr/>
        </p:nvSpPr>
        <p:spPr>
          <a:xfrm>
            <a:off x="6372225" y="3267075"/>
            <a:ext cx="23241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Achieved &gt;2000x median depth covering &gt;99.9% of viral coding regions.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8C6CA-7B22-6964-CFEF-D45213E473A7}"/>
              </a:ext>
            </a:extLst>
          </p:cNvPr>
          <p:cNvSpPr txBox="1"/>
          <p:nvPr/>
        </p:nvSpPr>
        <p:spPr>
          <a:xfrm>
            <a:off x="9153525" y="3067050"/>
            <a:ext cx="23241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Reconstructed BEAST molecular clocks and mapped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iSNVs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(&gt;0.5% frequency)</a:t>
            </a:r>
            <a:r>
              <a:rPr lang="en-US" sz="1600" dirty="0">
                <a:solidFill>
                  <a:srgbClr val="475569"/>
                </a:solidFill>
                <a:latin typeface="Inter"/>
              </a:rPr>
              <a:t> including 20 genomes from earlier outbreaks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2FC93E-F2F3-601A-0345-AC6995ADC00D}"/>
              </a:ext>
            </a:extLst>
          </p:cNvPr>
          <p:cNvSpPr txBox="1"/>
          <p:nvPr/>
        </p:nvSpPr>
        <p:spPr>
          <a:xfrm>
            <a:off x="885825" y="2819400"/>
            <a:ext cx="466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93B25C-3EEA-DD15-6543-12D14E42850D}"/>
              </a:ext>
            </a:extLst>
          </p:cNvPr>
          <p:cNvSpPr txBox="1"/>
          <p:nvPr/>
        </p:nvSpPr>
        <p:spPr>
          <a:xfrm>
            <a:off x="1409700" y="2790825"/>
            <a:ext cx="15876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Patient Cohort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081837-5391-75BD-976A-D8187AD2D9D8}"/>
              </a:ext>
            </a:extLst>
          </p:cNvPr>
          <p:cNvSpPr txBox="1"/>
          <p:nvPr/>
        </p:nvSpPr>
        <p:spPr>
          <a:xfrm>
            <a:off x="3667125" y="2819400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90957A-2ACC-FD9C-62D0-DCCF5DD2D9E8}"/>
              </a:ext>
            </a:extLst>
          </p:cNvPr>
          <p:cNvSpPr txBox="1"/>
          <p:nvPr/>
        </p:nvSpPr>
        <p:spPr>
          <a:xfrm>
            <a:off x="4219575" y="2790825"/>
            <a:ext cx="136017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Library Prep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4633-B738-0784-2555-D018D1CCD0D0}"/>
              </a:ext>
            </a:extLst>
          </p:cNvPr>
          <p:cNvSpPr txBox="1"/>
          <p:nvPr/>
        </p:nvSpPr>
        <p:spPr>
          <a:xfrm>
            <a:off x="6362065" y="2847975"/>
            <a:ext cx="5048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Inter"/>
              </a:rPr>
              <a:t>STEP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7F01AD-F4BC-5711-B33C-2386A1A4E84A}"/>
              </a:ext>
            </a:extLst>
          </p:cNvPr>
          <p:cNvSpPr txBox="1"/>
          <p:nvPr/>
        </p:nvSpPr>
        <p:spPr>
          <a:xfrm>
            <a:off x="6934200" y="2790825"/>
            <a:ext cx="195917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Inter"/>
              </a:rPr>
              <a:t>High-Depth Sequencing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2EA645-3F81-B4A4-F7D3-FC02A56B5527}"/>
              </a:ext>
            </a:extLst>
          </p:cNvPr>
          <p:cNvSpPr txBox="1"/>
          <p:nvPr/>
        </p:nvSpPr>
        <p:spPr>
          <a:xfrm>
            <a:off x="9229725" y="2819400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STEP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66F6BA-D7B4-18F5-A66E-DB6826B24EE2}"/>
              </a:ext>
            </a:extLst>
          </p:cNvPr>
          <p:cNvSpPr txBox="1"/>
          <p:nvPr/>
        </p:nvSpPr>
        <p:spPr>
          <a:xfrm>
            <a:off x="9782175" y="2790825"/>
            <a:ext cx="16877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Phylodynamics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8980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3600" dirty="0"/>
              <a:t>Virus likely spread from Central Africa over last decade</a:t>
            </a:r>
            <a:endParaRPr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5E9F46-7A30-04B9-51F2-D9386D637FDE}"/>
              </a:ext>
            </a:extLst>
          </p:cNvPr>
          <p:cNvCxnSpPr>
            <a:cxnSpLocks/>
          </p:cNvCxnSpPr>
          <p:nvPr/>
        </p:nvCxnSpPr>
        <p:spPr>
          <a:xfrm>
            <a:off x="-1" y="926766"/>
            <a:ext cx="10150997" cy="36636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4618925-2490-5F71-36D2-7CF39FC2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29" y="1015237"/>
            <a:ext cx="9276442" cy="343045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37C6269-C50B-4242-39EA-5175DD5520AB}"/>
              </a:ext>
            </a:extLst>
          </p:cNvPr>
          <p:cNvSpPr txBox="1"/>
          <p:nvPr/>
        </p:nvSpPr>
        <p:spPr>
          <a:xfrm>
            <a:off x="502919" y="4690408"/>
            <a:ext cx="11241062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Phylogenetic comparison to earlier outbreaks suggests that the 2014 West African outbreak likely spread from central Africa within the past decade. </a:t>
            </a:r>
          </a:p>
          <a:p>
            <a:pPr algn="l"/>
            <a:endParaRPr lang="en-US" sz="16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Genetic similarity across the sequenced 2014 samples suggests a single transmission event into Central Africa, followed by sustained human-to-human transmission.</a:t>
            </a:r>
          </a:p>
          <a:p>
            <a:pPr algn="l"/>
            <a:endParaRPr lang="en-US" sz="1600" b="0" i="0" u="none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Sierra Leone outbreak likely stemmed from introduction of two genetically distinct viruses from Guinea. </a:t>
            </a:r>
            <a:endParaRPr sz="1600" b="0" i="0" u="none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01573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4000" dirty="0"/>
              <a:t>Viral dynamics of central Africa outbreak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22E0F5-94B8-BA9C-EA5D-21027C0ECCE8}"/>
              </a:ext>
            </a:extLst>
          </p:cNvPr>
          <p:cNvCxnSpPr>
            <a:cxnSpLocks/>
          </p:cNvCxnSpPr>
          <p:nvPr/>
        </p:nvCxnSpPr>
        <p:spPr>
          <a:xfrm>
            <a:off x="-1" y="1076982"/>
            <a:ext cx="10150997" cy="36636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055D477-E503-DBC5-EB15-FBC2E391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884" b="30545"/>
          <a:stretch>
            <a:fillRect/>
          </a:stretch>
        </p:blipFill>
        <p:spPr>
          <a:xfrm>
            <a:off x="241502" y="1254113"/>
            <a:ext cx="7894791" cy="5302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BBCC66-C967-B451-C3FE-8C490589175E}"/>
              </a:ext>
            </a:extLst>
          </p:cNvPr>
          <p:cNvSpPr/>
          <p:nvPr/>
        </p:nvSpPr>
        <p:spPr>
          <a:xfrm>
            <a:off x="4965955" y="2409897"/>
            <a:ext cx="3750903" cy="4371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0A45D-9898-DA52-2124-6432F5B2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73666"/>
          <a:stretch>
            <a:fillRect/>
          </a:stretch>
        </p:blipFill>
        <p:spPr>
          <a:xfrm>
            <a:off x="6222551" y="2409897"/>
            <a:ext cx="3928445" cy="1982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F1F1A8-1B52-3177-0C35-B4D236B75CDB}"/>
              </a:ext>
            </a:extLst>
          </p:cNvPr>
          <p:cNvSpPr txBox="1"/>
          <p:nvPr/>
        </p:nvSpPr>
        <p:spPr>
          <a:xfrm>
            <a:off x="5075497" y="4704202"/>
            <a:ext cx="6875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Authors use mutations, temporal, and geographic data to gain insights about transmission and epidemiology of central Africa outbreak.  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35700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4000" dirty="0"/>
              <a:t>Other findings</a:t>
            </a:r>
            <a:endParaRPr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0351" y="1485899"/>
                <a:ext cx="10150997" cy="324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900"/>
                  </a:spcAft>
                  <a:buFont typeface="Arial" panose="020B0604020202020204" pitchFamily="34" charset="0"/>
                  <a:buChar char="•"/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Epidemiological and genomic tracing showed both lineages spread to attendees at a traditional healer's funeral.</a:t>
                </a:r>
              </a:p>
              <a:p>
                <a:pPr marL="285750" indent="-285750">
                  <a:spcAft>
                    <a:spcPts val="900"/>
                  </a:spcAft>
                  <a:buFont typeface="Arial" panose="020B0604020202020204" pitchFamily="34" charset="0"/>
                  <a:buChar char="•"/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The viral substitution rate within the 2014 outbreak was approximately twice as high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82D44"/>
                        </a:solidFill>
                      </a:rPr>
                      <m:t>8×</m:t>
                    </m:r>
                    <m:sSup>
                      <m:sSupPr>
                        <m:ctrlPr>
                          <a:rPr lang="en-US" sz="1600">
                            <a:solidFill>
                              <a:srgbClr val="182D44"/>
                            </a:solidFill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182D44"/>
                            </a:solidFill>
                          </a:rPr>
                          <m:t>10</m:t>
                        </m:r>
                      </m:e>
                      <m:sup>
                        <m:r>
                          <a:rPr lang="en-US" sz="1600">
                            <a:solidFill>
                              <a:srgbClr val="182D44"/>
                            </a:solidFill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 per site per year) as the rate observed between different outbreaks.</a:t>
                </a:r>
              </a:p>
              <a:p>
                <a:pPr marL="285750" indent="-285750">
                  <a:spcAft>
                    <a:spcPts val="900"/>
                  </a:spcAft>
                  <a:buFont typeface="Arial" panose="020B0604020202020204" pitchFamily="34" charset="0"/>
                  <a:buChar char="•"/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The 2014 variant exhibited 341 fixed nucleotide substitutions compared to historical lineages, including mutations in genomic target regions for four established PCR diagnostic assays. </a:t>
                </a:r>
              </a:p>
              <a:p>
                <a:pPr marL="285750" indent="-285750">
                  <a:spcAft>
                    <a:spcPts val="900"/>
                  </a:spcAft>
                  <a:buFont typeface="Arial" panose="020B0604020202020204" pitchFamily="34" charset="0"/>
                  <a:buChar char="•"/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Healthcare workers were included in the transmission chain.</a:t>
                </a:r>
              </a:p>
              <a:p>
                <a:pPr marL="285750" indent="-285750">
                  <a:spcAft>
                    <a:spcPts val="900"/>
                  </a:spcAft>
                  <a:buFont typeface="Arial" panose="020B0604020202020204" pitchFamily="34" charset="0"/>
                  <a:buChar char="•"/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r>
                  <a:rPr lang="en-US" sz="1600" dirty="0">
                    <a:solidFill>
                      <a:srgbClr val="182D44"/>
                    </a:solidFill>
                    <a:latin typeface="Aptos"/>
                  </a:rPr>
                  <a:t>Five co-authors contracted EVD and lost their battle with the disease before the publication of the manuscript. </a:t>
                </a:r>
              </a:p>
              <a:p>
                <a:pPr>
                  <a:spcAft>
                    <a:spcPts val="900"/>
                  </a:spcAft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endParaRPr lang="en-US" sz="1600" dirty="0"/>
              </a:p>
              <a:p>
                <a:pPr>
                  <a:spcAft>
                    <a:spcPts val="900"/>
                  </a:spcAft>
                  <a:defRPr sz="1500">
                    <a:solidFill>
                      <a:srgbClr val="182D44"/>
                    </a:solidFill>
                    <a:latin typeface="Aptos"/>
                  </a:defRPr>
                </a:pPr>
                <a:endParaRPr lang="en-US" sz="16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1" y="1485899"/>
                <a:ext cx="10150997" cy="3247043"/>
              </a:xfrm>
              <a:prstGeom prst="rect">
                <a:avLst/>
              </a:prstGeom>
              <a:blipFill>
                <a:blip r:embed="rId2"/>
                <a:stretch>
                  <a:fillRect l="-250" t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C0E994-8549-5FDA-9CDD-DC526E5CBEF4}"/>
              </a:ext>
            </a:extLst>
          </p:cNvPr>
          <p:cNvCxnSpPr>
            <a:cxnSpLocks/>
          </p:cNvCxnSpPr>
          <p:nvPr/>
        </p:nvCxnSpPr>
        <p:spPr>
          <a:xfrm>
            <a:off x="-1" y="1165302"/>
            <a:ext cx="10150997" cy="36636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A000F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5431</TotalTime>
  <Words>372</Words>
  <Application>Microsoft Macintosh PowerPoint</Application>
  <PresentationFormat>Widescreen</PresentationFormat>
  <Paragraphs>43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Inter</vt:lpstr>
      <vt:lpstr>Space Grotesk</vt:lpstr>
      <vt:lpstr>Office Theme</vt:lpstr>
      <vt:lpstr>Genomic surveillance elucidates Ebola virus origin and transmission during the 2014 outbreak </vt:lpstr>
      <vt:lpstr>Background &amp; context of the outbreak 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Ludy Registre Carmola</cp:lastModifiedBy>
  <cp:revision>2</cp:revision>
  <dcterms:created xsi:type="dcterms:W3CDTF">2013-01-27T09:14:16Z</dcterms:created>
  <dcterms:modified xsi:type="dcterms:W3CDTF">2026-10-30T15:01:53Z</dcterms:modified>
  <cp:category/>
</cp:coreProperties>
</file>