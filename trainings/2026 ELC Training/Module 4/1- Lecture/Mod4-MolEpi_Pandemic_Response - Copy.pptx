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3"/>
  </p:notesMasterIdLst>
  <p:sldIdLst>
    <p:sldId id="256" r:id="rId2"/>
    <p:sldId id="257" r:id="rId3"/>
    <p:sldId id="974" r:id="rId4"/>
    <p:sldId id="258" r:id="rId5"/>
    <p:sldId id="259" r:id="rId6"/>
    <p:sldId id="260" r:id="rId7"/>
    <p:sldId id="261" r:id="rId8"/>
    <p:sldId id="262" r:id="rId9"/>
    <p:sldId id="263" r:id="rId10"/>
    <p:sldId id="845" r:id="rId11"/>
    <p:sldId id="264" r:id="rId12"/>
    <p:sldId id="265" r:id="rId13"/>
    <p:sldId id="266" r:id="rId14"/>
    <p:sldId id="273" r:id="rId15"/>
    <p:sldId id="274" r:id="rId16"/>
    <p:sldId id="276" r:id="rId17"/>
    <p:sldId id="277" r:id="rId18"/>
    <p:sldId id="279" r:id="rId19"/>
    <p:sldId id="973" r:id="rId20"/>
    <p:sldId id="281" r:id="rId21"/>
    <p:sldId id="846" r:id="rId22"/>
    <p:sldId id="287" r:id="rId23"/>
    <p:sldId id="288" r:id="rId24"/>
    <p:sldId id="847" r:id="rId25"/>
    <p:sldId id="290" r:id="rId26"/>
    <p:sldId id="965" r:id="rId27"/>
    <p:sldId id="966" r:id="rId28"/>
    <p:sldId id="967" r:id="rId29"/>
    <p:sldId id="968" r:id="rId30"/>
    <p:sldId id="969" r:id="rId31"/>
    <p:sldId id="970" r:id="rId32"/>
    <p:sldId id="409" r:id="rId33"/>
    <p:sldId id="416" r:id="rId34"/>
    <p:sldId id="450" r:id="rId35"/>
    <p:sldId id="297" r:id="rId36"/>
    <p:sldId id="298" r:id="rId37"/>
    <p:sldId id="299" r:id="rId38"/>
    <p:sldId id="971" r:id="rId39"/>
    <p:sldId id="962" r:id="rId40"/>
    <p:sldId id="972" r:id="rId41"/>
    <p:sldId id="963" r:id="rId42"/>
    <p:sldId id="383" r:id="rId43"/>
    <p:sldId id="385" r:id="rId44"/>
    <p:sldId id="300" r:id="rId45"/>
    <p:sldId id="301" r:id="rId46"/>
    <p:sldId id="848" r:id="rId47"/>
    <p:sldId id="317" r:id="rId48"/>
    <p:sldId id="318" r:id="rId49"/>
    <p:sldId id="319" r:id="rId50"/>
    <p:sldId id="320" r:id="rId51"/>
    <p:sldId id="323"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13"/>
    <p:restoredTop sz="84530"/>
  </p:normalViewPr>
  <p:slideViewPr>
    <p:cSldViewPr snapToGrid="0">
      <p:cViewPr>
        <p:scale>
          <a:sx n="90" d="100"/>
          <a:sy n="90" d="100"/>
        </p:scale>
        <p:origin x="776" y="528"/>
      </p:cViewPr>
      <p:guideLst/>
    </p:cSldViewPr>
  </p:slid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12.xml" Id="rId13" /><Relationship Type="http://schemas.openxmlformats.org/officeDocument/2006/relationships/slide" Target="slides/slide17.xml" Id="rId18" /><Relationship Type="http://schemas.openxmlformats.org/officeDocument/2006/relationships/slide" Target="slides/slide25.xml" Id="rId26" /><Relationship Type="http://schemas.openxmlformats.org/officeDocument/2006/relationships/slide" Target="slides/slide38.xml" Id="rId39" /><Relationship Type="http://schemas.openxmlformats.org/officeDocument/2006/relationships/slide" Target="slides/slide20.xml" Id="rId21" /><Relationship Type="http://schemas.openxmlformats.org/officeDocument/2006/relationships/slide" Target="slides/slide33.xml" Id="rId34" /><Relationship Type="http://schemas.openxmlformats.org/officeDocument/2006/relationships/slide" Target="slides/slide41.xml" Id="rId42" /><Relationship Type="http://schemas.openxmlformats.org/officeDocument/2006/relationships/slide" Target="slides/slide46.xml" Id="rId47" /><Relationship Type="http://schemas.openxmlformats.org/officeDocument/2006/relationships/slide" Target="slides/slide49.xml" Id="rId50" /><Relationship Type="http://schemas.openxmlformats.org/officeDocument/2006/relationships/viewProps" Target="viewProps.xml" Id="rId55" /><Relationship Type="http://schemas.openxmlformats.org/officeDocument/2006/relationships/slide" Target="slides/slide6.xml" Id="rId7" /><Relationship Type="http://schemas.openxmlformats.org/officeDocument/2006/relationships/slide" Target="slides/slide1.xml" Id="rId2" /><Relationship Type="http://schemas.openxmlformats.org/officeDocument/2006/relationships/slide" Target="slides/slide15.xml" Id="rId16" /><Relationship Type="http://schemas.openxmlformats.org/officeDocument/2006/relationships/slide" Target="slides/slide28.xml" Id="rId29" /><Relationship Type="http://schemas.openxmlformats.org/officeDocument/2006/relationships/slide" Target="slides/slide10.xml" Id="rId11" /><Relationship Type="http://schemas.openxmlformats.org/officeDocument/2006/relationships/slide" Target="slides/slide23.xml" Id="rId24" /><Relationship Type="http://schemas.openxmlformats.org/officeDocument/2006/relationships/slide" Target="slides/slide31.xml" Id="rId32" /><Relationship Type="http://schemas.openxmlformats.org/officeDocument/2006/relationships/slide" Target="slides/slide36.xml" Id="rId37" /><Relationship Type="http://schemas.openxmlformats.org/officeDocument/2006/relationships/slide" Target="slides/slide39.xml" Id="rId40" /><Relationship Type="http://schemas.openxmlformats.org/officeDocument/2006/relationships/slide" Target="slides/slide44.xml" Id="rId45" /><Relationship Type="http://schemas.openxmlformats.org/officeDocument/2006/relationships/notesMaster" Target="notesMasters/notesMaster1.xml" Id="rId53" /><Relationship Type="http://schemas.openxmlformats.org/officeDocument/2006/relationships/slide" Target="slides/slide4.xml" Id="rId5" /><Relationship Type="http://schemas.openxmlformats.org/officeDocument/2006/relationships/slide" Target="slides/slide18.xml" Id="rId19"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slide" Target="slides/slide13.xml" Id="rId14" /><Relationship Type="http://schemas.openxmlformats.org/officeDocument/2006/relationships/slide" Target="slides/slide21.xml" Id="rId22" /><Relationship Type="http://schemas.openxmlformats.org/officeDocument/2006/relationships/slide" Target="slides/slide26.xml" Id="rId27" /><Relationship Type="http://schemas.openxmlformats.org/officeDocument/2006/relationships/slide" Target="slides/slide29.xml" Id="rId30" /><Relationship Type="http://schemas.openxmlformats.org/officeDocument/2006/relationships/slide" Target="slides/slide34.xml" Id="rId35" /><Relationship Type="http://schemas.openxmlformats.org/officeDocument/2006/relationships/slide" Target="slides/slide42.xml" Id="rId43" /><Relationship Type="http://schemas.openxmlformats.org/officeDocument/2006/relationships/slide" Target="slides/slide47.xml" Id="rId48" /><Relationship Type="http://schemas.openxmlformats.org/officeDocument/2006/relationships/theme" Target="theme/theme1.xml" Id="rId56" /><Relationship Type="http://schemas.openxmlformats.org/officeDocument/2006/relationships/slide" Target="slides/slide7.xml" Id="rId8" /><Relationship Type="http://schemas.openxmlformats.org/officeDocument/2006/relationships/slide" Target="slides/slide50.xml" Id="rId51" /><Relationship Type="http://schemas.openxmlformats.org/officeDocument/2006/relationships/slide" Target="slides/slide2.xml" Id="rId3" /><Relationship Type="http://schemas.openxmlformats.org/officeDocument/2006/relationships/slide" Target="slides/slide11.xml" Id="rId12" /><Relationship Type="http://schemas.openxmlformats.org/officeDocument/2006/relationships/slide" Target="slides/slide16.xml" Id="rId17" /><Relationship Type="http://schemas.openxmlformats.org/officeDocument/2006/relationships/slide" Target="slides/slide24.xml" Id="rId25" /><Relationship Type="http://schemas.openxmlformats.org/officeDocument/2006/relationships/slide" Target="slides/slide32.xml" Id="rId33" /><Relationship Type="http://schemas.openxmlformats.org/officeDocument/2006/relationships/slide" Target="slides/slide37.xml" Id="rId38" /><Relationship Type="http://schemas.openxmlformats.org/officeDocument/2006/relationships/slide" Target="slides/slide45.xml" Id="rId46" /><Relationship Type="http://schemas.openxmlformats.org/officeDocument/2006/relationships/slide" Target="slides/slide19.xml" Id="rId20" /><Relationship Type="http://schemas.openxmlformats.org/officeDocument/2006/relationships/slide" Target="slides/slide40.xml" Id="rId41" /><Relationship Type="http://schemas.openxmlformats.org/officeDocument/2006/relationships/presProps" Target="presProps.xml" Id="rId54"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4.xml" Id="rId15" /><Relationship Type="http://schemas.openxmlformats.org/officeDocument/2006/relationships/slide" Target="slides/slide22.xml" Id="rId23" /><Relationship Type="http://schemas.openxmlformats.org/officeDocument/2006/relationships/slide" Target="slides/slide27.xml" Id="rId28" /><Relationship Type="http://schemas.openxmlformats.org/officeDocument/2006/relationships/slide" Target="slides/slide35.xml" Id="rId36" /><Relationship Type="http://schemas.openxmlformats.org/officeDocument/2006/relationships/slide" Target="slides/slide48.xml" Id="rId49" /><Relationship Type="http://schemas.openxmlformats.org/officeDocument/2006/relationships/tableStyles" Target="tableStyles.xml" Id="rId57" /><Relationship Type="http://schemas.openxmlformats.org/officeDocument/2006/relationships/slide" Target="slides/slide9.xml" Id="rId10" /><Relationship Type="http://schemas.openxmlformats.org/officeDocument/2006/relationships/slide" Target="slides/slide30.xml" Id="rId31" /><Relationship Type="http://schemas.openxmlformats.org/officeDocument/2006/relationships/slide" Target="slides/slide43.xml" Id="rId44" /><Relationship Type="http://schemas.openxmlformats.org/officeDocument/2006/relationships/slide" Target="slides/slide51.xml" Id="rId52"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the lecture around decisions made during response, rather than around a sequence of analytic methods.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operational states rather than formal global pandemic phases.</a:t>
            </a:r>
          </a:p>
          <a:p>
            <a:r>
              <a:t>The response changes when the dominant transmission process, available information, or intervention capacity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9EBBF-CF3B-3BAD-C373-A59820CF8E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B57D81-6BEB-2053-CA46-25BC245E70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4D6A28-5FD1-F735-C8D3-D063CB7FBB91}"/>
              </a:ext>
            </a:extLst>
          </p:cNvPr>
          <p:cNvSpPr>
            <a:spLocks noGrp="1"/>
          </p:cNvSpPr>
          <p:nvPr>
            <p:ph type="body" idx="1"/>
          </p:nvPr>
        </p:nvSpPr>
        <p:spPr/>
        <p:txBody>
          <a:bodyPr/>
          <a:lstStyle/>
          <a:p>
            <a:r>
              <a:t>These are operational states rather than formal global pandemic phases.</a:t>
            </a:r>
          </a:p>
          <a:p>
            <a:r>
              <a:t>The response changes when the dominant transmission process, available information, or intervention capacity changes.</a:t>
            </a:r>
          </a:p>
        </p:txBody>
      </p:sp>
      <p:sp>
        <p:nvSpPr>
          <p:cNvPr id="4" name="Slide Number Placeholder 3">
            <a:extLst>
              <a:ext uri="{FF2B5EF4-FFF2-40B4-BE49-F238E27FC236}">
                <a16:creationId xmlns:a16="http://schemas.microsoft.com/office/drawing/2014/main" id="{B5EF5663-E50C-1A3F-9000-BFA05D9A6A7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48218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frame explicitly at each transition. It prevents the lecture from becoming a catalogue of methods.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Distinguish biological novelty from novelty created by sparse or geographically biased sampling.</a:t>
            </a:r>
          </a:p>
          <a:p>
            <a:r>
              <a:t>Ask what additional sampling would make the event less surprising.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00E06-09CD-3595-FDB6-A14152667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1E22F-6CA7-EB74-E078-75F7B4AC3A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079E5A-D940-A793-5696-209A4D7D1A4B}"/>
              </a:ext>
            </a:extLst>
          </p:cNvPr>
          <p:cNvSpPr>
            <a:spLocks noGrp="1"/>
          </p:cNvSpPr>
          <p:nvPr>
            <p:ph type="body" idx="1"/>
          </p:nvPr>
        </p:nvSpPr>
        <p:spPr/>
        <p:txBody>
          <a:bodyPr/>
          <a:lstStyle/>
          <a:p>
            <a:r>
              <a:t>Use this as the organizing model for the rest of the lecture. Distinguish biological diversity from observed sequence diversity.</a:t>
            </a:r>
          </a:p>
          <a:p>
            <a:r>
              <a:t>[Sources]</a:t>
            </a:r>
          </a:p>
          <a:p>
            <a:r>
              <a:t>- McCrone JT, Lauring AS. Curr Opin Virol. 2018. https://doi.org/10.1016/j.coviro.2017.10.008</a:t>
            </a:r>
          </a:p>
          <a:p>
            <a:r>
              <a:t>- WHO genomic surveillance strategy. https://www.who.int/initiatives/genomic-surveillance-strategy</a:t>
            </a:r>
          </a:p>
        </p:txBody>
      </p:sp>
      <p:sp>
        <p:nvSpPr>
          <p:cNvPr id="4" name="Slide Number Placeholder 3">
            <a:extLst>
              <a:ext uri="{FF2B5EF4-FFF2-40B4-BE49-F238E27FC236}">
                <a16:creationId xmlns:a16="http://schemas.microsoft.com/office/drawing/2014/main" id="{0157CCE1-474B-25BB-18D9-8C5AC0B8E95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408765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infer phenotype from genetic difference alone unless a validated genotype to phenotype relationship exists.</a:t>
            </a:r>
          </a:p>
          <a:p>
            <a:r>
              <a:t>Do not infer population importance from phenotype without considering prevalence, exposure, and intervention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443466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9424253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probability curve to establish why identical genomes remain common early in transmission.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28B69-3162-9576-109E-A740FAB95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188CC-AF35-FE38-9917-84D03AE195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BED124-F6BD-BCEA-0462-B18CB3B6949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a:solidFill>
                  <a:srgbClr val="000000"/>
                </a:solidFill>
                <a:effectLst/>
                <a:latin typeface="-webkit-standard"/>
              </a:rPr>
              <a:t>Imagine you prepared your dataset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a:solidFill>
                  <a:srgbClr val="000000"/>
                </a:solidFill>
                <a:effectLst/>
                <a:latin typeface="-webkit-standard"/>
              </a:rPr>
              <a:t>placing focal-area sequences in the context of an appropriate background</a:t>
            </a:r>
            <a:endParaRPr lang="en-US"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endParaRPr lang="en-US" sz="1200">
              <a:solidFill>
                <a:srgbClr val="000000"/>
              </a:solidFill>
              <a:effectLst/>
              <a:latin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0F9A118D-4FDE-D5B0-F8AC-4C56D3C9072E}"/>
              </a:ext>
            </a:extLst>
          </p:cNvPr>
          <p:cNvSpPr>
            <a:spLocks noGrp="1"/>
          </p:cNvSpPr>
          <p:nvPr>
            <p:ph type="sldNum" sz="quarter" idx="5"/>
          </p:nvPr>
        </p:nvSpPr>
        <p:spPr/>
        <p:txBody>
          <a:bodyPr/>
          <a:lstStyle/>
          <a:p>
            <a:fld id="{D69A2CAD-89D2-8045-B579-7F04F5965028}" type="slidenum">
              <a:rPr lang="en-US" smtClean="0"/>
              <a:t>26</a:t>
            </a:fld>
            <a:endParaRPr lang="en-US"/>
          </a:p>
        </p:txBody>
      </p:sp>
    </p:spTree>
    <p:extLst>
      <p:ext uri="{BB962C8B-B14F-4D97-AF65-F5344CB8AC3E}">
        <p14:creationId xmlns:p14="http://schemas.microsoft.com/office/powerpoint/2010/main" val="38352938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C9C66-30F5-5FD9-4A8D-F1407E2B24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109097-AE07-D3BB-9F05-9105E54533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FA9263-2F83-C273-E5CC-1A9D7C976652}"/>
              </a:ext>
            </a:extLst>
          </p:cNvPr>
          <p:cNvSpPr>
            <a:spLocks noGrp="1"/>
          </p:cNvSpPr>
          <p:nvPr>
            <p:ph type="body" idx="1"/>
          </p:nvPr>
        </p:nvSpPr>
        <p:spPr/>
        <p:txBody>
          <a:bodyPr/>
          <a:lstStyle/>
          <a:p>
            <a:r>
              <a:rPr lang="en-US" sz="1200">
                <a:solidFill>
                  <a:srgbClr val="000000"/>
                </a:solidFill>
                <a:effectLst/>
                <a:latin typeface="Arial" panose="020B0604020202020204" pitchFamily="34" charset="0"/>
                <a:ea typeface="Calibri" panose="020F0502020204030204" pitchFamily="34" charset="0"/>
              </a:rPr>
              <a:t>We can reconstruct the ancestral locations of the virus as Houston and non-houston</a:t>
            </a:r>
          </a:p>
          <a:p>
            <a:endParaRPr lang="en-US" sz="1200">
              <a:solidFill>
                <a:srgbClr val="000000"/>
              </a:solidFill>
              <a:effectLst/>
              <a:latin typeface="Arial" panose="020B0604020202020204" pitchFamily="34" charset="0"/>
              <a:ea typeface="Calibri" panose="020F0502020204030204" pitchFamily="34" charset="0"/>
            </a:endParaRPr>
          </a:p>
          <a:p>
            <a:br>
              <a:rPr lang="en-US" sz="1200">
                <a:solidFill>
                  <a:srgbClr val="000000"/>
                </a:solidFill>
                <a:effectLst/>
                <a:latin typeface="Arial" panose="020B0604020202020204" pitchFamily="34" charset="0"/>
                <a:ea typeface="Calibri" panose="020F0502020204030204" pitchFamily="34" charset="0"/>
              </a:rPr>
            </a:br>
            <a:endParaRPr lang="en-US" sz="1200">
              <a:solidFill>
                <a:srgbClr val="000000"/>
              </a:solidFill>
              <a:effectLst/>
              <a:latin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CF444BE4-4697-CCD8-EAA5-C17FE1FD5AD7}"/>
              </a:ext>
            </a:extLst>
          </p:cNvPr>
          <p:cNvSpPr>
            <a:spLocks noGrp="1"/>
          </p:cNvSpPr>
          <p:nvPr>
            <p:ph type="sldNum" sz="quarter" idx="5"/>
          </p:nvPr>
        </p:nvSpPr>
        <p:spPr/>
        <p:txBody>
          <a:bodyPr/>
          <a:lstStyle/>
          <a:p>
            <a:fld id="{D69A2CAD-89D2-8045-B579-7F04F5965028}" type="slidenum">
              <a:rPr lang="en-US" smtClean="0"/>
              <a:t>27</a:t>
            </a:fld>
            <a:endParaRPr lang="en-US"/>
          </a:p>
        </p:txBody>
      </p:sp>
    </p:spTree>
    <p:extLst>
      <p:ext uri="{BB962C8B-B14F-4D97-AF65-F5344CB8AC3E}">
        <p14:creationId xmlns:p14="http://schemas.microsoft.com/office/powerpoint/2010/main" val="30803641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2754A-65B8-A354-5609-ABFCEB5A2B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510E0-B751-A9CA-BFF7-0316725564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1DE0D9-F8E0-4845-5BBF-8DBEBD97C4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000000"/>
                </a:solidFill>
                <a:effectLst/>
                <a:latin typeface="Arial" panose="020B0604020202020204" pitchFamily="34" charset="0"/>
                <a:ea typeface="Calibri" panose="020F0502020204030204" pitchFamily="34" charset="0"/>
              </a:rPr>
              <a:t>We identified introduction events on branches connecting ‘non-Houston’ nodes (categorized as either 'Domestic' or 'International') to ‘Houston’ nodes</a:t>
            </a:r>
            <a:br>
              <a:rPr lang="en-US" sz="1200">
                <a:solidFill>
                  <a:srgbClr val="000000"/>
                </a:solidFill>
                <a:effectLst/>
                <a:latin typeface="Arial" panose="020B0604020202020204" pitchFamily="34" charset="0"/>
                <a:ea typeface="Calibri" panose="020F0502020204030204" pitchFamily="34" charset="0"/>
              </a:rPr>
            </a:br>
            <a:endParaRPr lang="en-US" sz="1200">
              <a:solidFill>
                <a:srgbClr val="000000"/>
              </a:solidFill>
              <a:effectLst/>
              <a:latin typeface="Arial" panose="020B0604020202020204" pitchFamily="34" charset="0"/>
              <a:ea typeface="Calibri" panose="020F0502020204030204" pitchFamily="34" charset="0"/>
            </a:endParaRPr>
          </a:p>
          <a:p>
            <a:r>
              <a:rPr lang="en-US" sz="1200">
                <a:solidFill>
                  <a:srgbClr val="000000"/>
                </a:solidFill>
                <a:effectLst/>
                <a:latin typeface="Arial" panose="020B0604020202020204" pitchFamily="34" charset="0"/>
                <a:ea typeface="Calibri" panose="020F0502020204030204" pitchFamily="34" charset="0"/>
              </a:rPr>
              <a:t>The introduction time was defined as the midpoint of these branches. </a:t>
            </a:r>
          </a:p>
          <a:p>
            <a:endParaRPr lang="en-US" sz="1200">
              <a:solidFill>
                <a:srgbClr val="000000"/>
              </a:solidFill>
              <a:effectLst/>
              <a:latin typeface="Arial" panose="020B0604020202020204" pitchFamily="34" charset="0"/>
              <a:ea typeface="Calibri" panose="020F0502020204030204" pitchFamily="34" charset="0"/>
            </a:endParaRPr>
          </a:p>
          <a:p>
            <a:endParaRPr lang="en-US" sz="1200">
              <a:solidFill>
                <a:srgbClr val="000000"/>
              </a:solidFill>
              <a:effectLst/>
              <a:latin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CCACED75-484A-7B81-B136-77E9EF08CA88}"/>
              </a:ext>
            </a:extLst>
          </p:cNvPr>
          <p:cNvSpPr>
            <a:spLocks noGrp="1"/>
          </p:cNvSpPr>
          <p:nvPr>
            <p:ph type="sldNum" sz="quarter" idx="5"/>
          </p:nvPr>
        </p:nvSpPr>
        <p:spPr/>
        <p:txBody>
          <a:bodyPr/>
          <a:lstStyle/>
          <a:p>
            <a:fld id="{D69A2CAD-89D2-8045-B579-7F04F5965028}" type="slidenum">
              <a:rPr lang="en-US" smtClean="0"/>
              <a:t>28</a:t>
            </a:fld>
            <a:endParaRPr lang="en-US"/>
          </a:p>
        </p:txBody>
      </p:sp>
    </p:spTree>
    <p:extLst>
      <p:ext uri="{BB962C8B-B14F-4D97-AF65-F5344CB8AC3E}">
        <p14:creationId xmlns:p14="http://schemas.microsoft.com/office/powerpoint/2010/main" val="37425573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14BD1-6D1C-CEDF-DA49-DC0A75A3C9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699FFA-B719-5C90-BD65-B9E1D32349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C6B377-1E1B-CC63-1FF6-80D3E3995A52}"/>
              </a:ext>
            </a:extLst>
          </p:cNvPr>
          <p:cNvSpPr>
            <a:spLocks noGrp="1"/>
          </p:cNvSpPr>
          <p:nvPr>
            <p:ph type="body" idx="1"/>
          </p:nvPr>
        </p:nvSpPr>
        <p:spPr/>
        <p:txBody>
          <a:bodyPr/>
          <a:lstStyle/>
          <a:p>
            <a:r>
              <a:rPr lang="en-US" b="0" i="0" u="none" strike="noStrike">
                <a:solidFill>
                  <a:srgbClr val="000000"/>
                </a:solidFill>
                <a:effectLst/>
                <a:latin typeface="-webkit-standard"/>
              </a:rPr>
              <a:t>Starting from each introduction event</a:t>
            </a:r>
          </a:p>
          <a:p>
            <a:endParaRPr lang="en-US" b="0" i="0" u="none" strike="noStrike">
              <a:solidFill>
                <a:srgbClr val="000000"/>
              </a:solidFill>
              <a:effectLst/>
              <a:latin typeface="-webkit-standard"/>
            </a:endParaRPr>
          </a:p>
          <a:p>
            <a:r>
              <a:rPr lang="en-US" b="0" i="0" u="none" strike="noStrike">
                <a:solidFill>
                  <a:srgbClr val="000000"/>
                </a:solidFill>
                <a:effectLst/>
                <a:latin typeface="-webkit-standard"/>
              </a:rPr>
              <a:t>we apply a depth-first search to identify and encompass all downstream nodes or tips assigned to </a:t>
            </a:r>
            <a:r>
              <a:rPr lang="en-US" b="0" i="1" u="none" strike="noStrike">
                <a:solidFill>
                  <a:srgbClr val="000000"/>
                </a:solidFill>
                <a:effectLst/>
              </a:rPr>
              <a:t>Houston</a:t>
            </a:r>
            <a:r>
              <a:rPr lang="en-US" b="0" i="0" u="none" strike="noStrike">
                <a:solidFill>
                  <a:srgbClr val="000000"/>
                </a:solidFill>
                <a:effectLst/>
                <a:latin typeface="-webkit-standard"/>
              </a:rPr>
              <a:t>, grouping them into a circulating cluster.</a:t>
            </a:r>
            <a:br>
              <a:rPr lang="en-US" sz="1200">
                <a:solidFill>
                  <a:srgbClr val="000000"/>
                </a:solidFill>
                <a:effectLst/>
                <a:latin typeface="Arial" panose="020B0604020202020204" pitchFamily="34" charset="0"/>
                <a:ea typeface="Calibri" panose="020F0502020204030204" pitchFamily="34" charset="0"/>
              </a:rPr>
            </a:br>
            <a:br>
              <a:rPr lang="en-US" sz="1200">
                <a:solidFill>
                  <a:srgbClr val="000000"/>
                </a:solidFill>
                <a:effectLst/>
                <a:latin typeface="Arial" panose="020B0604020202020204" pitchFamily="34" charset="0"/>
                <a:ea typeface="Calibri" panose="020F0502020204030204" pitchFamily="34" charset="0"/>
              </a:rPr>
            </a:br>
            <a:endParaRPr lang="en-US" sz="1200">
              <a:solidFill>
                <a:srgbClr val="000000"/>
              </a:solidFill>
              <a:effectLst/>
              <a:latin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7848CF3A-14EE-BC9F-B813-CFD6EF294BA3}"/>
              </a:ext>
            </a:extLst>
          </p:cNvPr>
          <p:cNvSpPr>
            <a:spLocks noGrp="1"/>
          </p:cNvSpPr>
          <p:nvPr>
            <p:ph type="sldNum" sz="quarter" idx="5"/>
          </p:nvPr>
        </p:nvSpPr>
        <p:spPr/>
        <p:txBody>
          <a:bodyPr/>
          <a:lstStyle/>
          <a:p>
            <a:fld id="{D69A2CAD-89D2-8045-B579-7F04F5965028}" type="slidenum">
              <a:rPr lang="en-US" smtClean="0"/>
              <a:t>29</a:t>
            </a:fld>
            <a:endParaRPr lang="en-US"/>
          </a:p>
        </p:txBody>
      </p:sp>
    </p:spTree>
    <p:extLst>
      <p:ext uri="{BB962C8B-B14F-4D97-AF65-F5344CB8AC3E}">
        <p14:creationId xmlns:p14="http://schemas.microsoft.com/office/powerpoint/2010/main" val="29759193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96680-4B08-2E82-C100-C7B3B20942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C6884D-95FA-E6D9-07E5-06002C8CD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7B32-3196-BB9A-330B-7F2F95CA9D6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a:solidFill>
                  <a:srgbClr val="000000"/>
                </a:solidFill>
                <a:effectLst/>
                <a:latin typeface="-webkit-standard"/>
              </a:rPr>
              <a:t>We also refine the cluster by pruning branches</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1200">
                <a:solidFill>
                  <a:srgbClr val="000000"/>
                </a:solidFill>
                <a:effectLst/>
                <a:latin typeface="Arial" panose="020B0604020202020204" pitchFamily="34" charset="0"/>
                <a:ea typeface="Calibri" panose="020F0502020204030204" pitchFamily="34" charset="0"/>
              </a:rPr>
            </a:br>
            <a:endParaRPr lang="en-US" sz="1200">
              <a:solidFill>
                <a:srgbClr val="000000"/>
              </a:solidFill>
              <a:effectLst/>
              <a:latin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EBF07742-48B9-DE96-BC97-930FACD0D57C}"/>
              </a:ext>
            </a:extLst>
          </p:cNvPr>
          <p:cNvSpPr>
            <a:spLocks noGrp="1"/>
          </p:cNvSpPr>
          <p:nvPr>
            <p:ph type="sldNum" sz="quarter" idx="5"/>
          </p:nvPr>
        </p:nvSpPr>
        <p:spPr/>
        <p:txBody>
          <a:bodyPr/>
          <a:lstStyle/>
          <a:p>
            <a:fld id="{D69A2CAD-89D2-8045-B579-7F04F5965028}" type="slidenum">
              <a:rPr lang="en-US" smtClean="0"/>
              <a:t>30</a:t>
            </a:fld>
            <a:endParaRPr lang="en-US"/>
          </a:p>
        </p:txBody>
      </p:sp>
    </p:spTree>
    <p:extLst>
      <p:ext uri="{BB962C8B-B14F-4D97-AF65-F5344CB8AC3E}">
        <p14:creationId xmlns:p14="http://schemas.microsoft.com/office/powerpoint/2010/main" val="16451021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1F6F3-4F07-9D8B-228E-5172FD7214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2B58BF-55C5-793A-DFC2-16A6F39269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125A98-2B47-55A5-40C7-3B476B9AFAB1}"/>
              </a:ext>
            </a:extLst>
          </p:cNvPr>
          <p:cNvSpPr>
            <a:spLocks noGrp="1"/>
          </p:cNvSpPr>
          <p:nvPr>
            <p:ph type="body" idx="1"/>
          </p:nvPr>
        </p:nvSpPr>
        <p:spPr/>
        <p:txBody>
          <a:bodyPr/>
          <a:lstStyle/>
          <a:p>
            <a:pPr algn="l">
              <a:buNone/>
            </a:pPr>
            <a:r>
              <a:rPr lang="en-US" b="0" i="0" u="none" strike="noStrike">
                <a:solidFill>
                  <a:srgbClr val="000000"/>
                </a:solidFill>
                <a:effectLst/>
              </a:rPr>
              <a:t>And finally, we obtain these clusters.</a:t>
            </a:r>
          </a:p>
          <a:p>
            <a:pPr algn="l">
              <a:buNone/>
            </a:pPr>
            <a:endParaRPr lang="en-US" b="0" i="0" u="none" strike="noStrike">
              <a:solidFill>
                <a:srgbClr val="000000"/>
              </a:solidFill>
              <a:effectLst/>
            </a:endParaRPr>
          </a:p>
          <a:p>
            <a:pPr algn="l"/>
            <a:r>
              <a:rPr lang="en-US" b="0" i="0" u="none" strike="noStrike">
                <a:solidFill>
                  <a:srgbClr val="000000"/>
                </a:solidFill>
                <a:effectLst/>
              </a:rPr>
              <a:t>The algorithm and script are part of our bioinformatics tool, </a:t>
            </a:r>
            <a:r>
              <a:rPr lang="en-US" b="1" i="0" u="none" strike="noStrike" err="1">
                <a:solidFill>
                  <a:srgbClr val="000000"/>
                </a:solidFill>
                <a:effectLst/>
              </a:rPr>
              <a:t>ClusterFinder</a:t>
            </a:r>
            <a:r>
              <a:rPr lang="en-US" b="0" i="0" u="none" strike="noStrike">
                <a:solidFill>
                  <a:srgbClr val="000000"/>
                </a:solidFill>
                <a:effectLst/>
              </a:rPr>
              <a:t>, which supports the analysis presented in this chapter.</a:t>
            </a:r>
          </a:p>
          <a:p>
            <a:endParaRPr lang="en-US"/>
          </a:p>
        </p:txBody>
      </p:sp>
      <p:sp>
        <p:nvSpPr>
          <p:cNvPr id="4" name="Slide Number Placeholder 3">
            <a:extLst>
              <a:ext uri="{FF2B5EF4-FFF2-40B4-BE49-F238E27FC236}">
                <a16:creationId xmlns:a16="http://schemas.microsoft.com/office/drawing/2014/main" id="{BE8415FD-8F13-EFE1-F6E0-7EEC8B252D26}"/>
              </a:ext>
            </a:extLst>
          </p:cNvPr>
          <p:cNvSpPr>
            <a:spLocks noGrp="1"/>
          </p:cNvSpPr>
          <p:nvPr>
            <p:ph type="sldNum" sz="quarter" idx="5"/>
          </p:nvPr>
        </p:nvSpPr>
        <p:spPr/>
        <p:txBody>
          <a:bodyPr/>
          <a:lstStyle/>
          <a:p>
            <a:fld id="{D69A2CAD-89D2-8045-B579-7F04F5965028}" type="slidenum">
              <a:rPr lang="en-US" smtClean="0"/>
              <a:t>31</a:t>
            </a:fld>
            <a:endParaRPr lang="en-US"/>
          </a:p>
        </p:txBody>
      </p:sp>
    </p:spTree>
    <p:extLst>
      <p:ext uri="{BB962C8B-B14F-4D97-AF65-F5344CB8AC3E}">
        <p14:creationId xmlns:p14="http://schemas.microsoft.com/office/powerpoint/2010/main" val="10101926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89DD4-DD24-0851-1056-A37FE7206E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1E4B6-4643-5C92-7ED7-03E24BA12E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96BEE6-A5E7-2189-2ADB-66997FF2BEB0}"/>
              </a:ext>
            </a:extLst>
          </p:cNvPr>
          <p:cNvSpPr>
            <a:spLocks noGrp="1"/>
          </p:cNvSpPr>
          <p:nvPr>
            <p:ph type="body" idx="1"/>
          </p:nvPr>
        </p:nvSpPr>
        <p:spPr/>
        <p:txBody>
          <a:bodyPr/>
          <a:lstStyle/>
          <a:p>
            <a:pPr>
              <a:buNone/>
            </a:pPr>
            <a:r>
              <a:rPr lang="en-US">
                <a:effectLst/>
                <a:latin typeface="Helvetica" pitchFamily="2" charset="0"/>
              </a:rPr>
              <a:t>Numerous studies in genomic epidemiology explored the relationship between virus phylogenies and viral traits.</a:t>
            </a:r>
          </a:p>
          <a:p>
            <a:pPr>
              <a:buNone/>
            </a:pPr>
            <a:endParaRPr lang="en-US">
              <a:effectLst/>
              <a:latin typeface="Helvetica"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effectLst/>
                <a:latin typeface="Helvetica" pitchFamily="2" charset="0"/>
              </a:rPr>
              <a:t>For example, if the trait represents geographic location, a strong correlation indicate limited lineage dispersal or migration, while a weak correlation would suggest high gene flow.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effectLst/>
              <a:latin typeface="Helvetica"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effectLst/>
                <a:latin typeface="Helvetica" pitchFamily="2" charset="0"/>
              </a:rPr>
              <a:t>For a lot of time we can’t easily tell if there are a strong association.</a:t>
            </a:r>
            <a:br>
              <a:rPr lang="en-US">
                <a:effectLst/>
                <a:latin typeface="Helvetica" pitchFamily="2" charset="0"/>
              </a:rPr>
            </a:br>
            <a:endParaRPr lang="en-US">
              <a:effectLst/>
              <a:latin typeface="Helvetica"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effectLst/>
                <a:latin typeface="Helvetica" pitchFamily="2" charset="0"/>
              </a:rPr>
              <a:t>Phylogeny-trait association test could help.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effectLst/>
              <a:latin typeface="Helvetica" pitchFamily="2" charset="0"/>
            </a:endParaRPr>
          </a:p>
          <a:p>
            <a:pPr algn="l">
              <a:buNone/>
            </a:pPr>
            <a:r>
              <a:rPr lang="en-US" b="0" i="0" u="none" strike="noStrike">
                <a:solidFill>
                  <a:srgbClr val="000000"/>
                </a:solidFill>
                <a:effectLst/>
              </a:rPr>
              <a:t>Our </a:t>
            </a:r>
            <a:r>
              <a:rPr lang="en-US" b="1" i="0" u="none" strike="noStrike">
                <a:solidFill>
                  <a:srgbClr val="000000"/>
                </a:solidFill>
                <a:effectLst/>
              </a:rPr>
              <a:t>TTAT</a:t>
            </a:r>
            <a:r>
              <a:rPr lang="en-US" b="0" i="0" u="none" strike="noStrike">
                <a:solidFill>
                  <a:srgbClr val="000000"/>
                </a:solidFill>
                <a:effectLst/>
              </a:rPr>
              <a:t> package implements two commonly used statistics—</a:t>
            </a:r>
            <a:r>
              <a:rPr lang="en-US" b="1" i="0" u="none" strike="noStrike">
                <a:solidFill>
                  <a:srgbClr val="000000"/>
                </a:solidFill>
                <a:effectLst/>
              </a:rPr>
              <a:t>Association Index (AI)</a:t>
            </a:r>
            <a:r>
              <a:rPr lang="en-US" b="0" i="0" u="none" strike="noStrike">
                <a:solidFill>
                  <a:srgbClr val="000000"/>
                </a:solidFill>
                <a:effectLst/>
              </a:rPr>
              <a:t> and </a:t>
            </a:r>
            <a:r>
              <a:rPr lang="en-US" b="1" i="0" u="none" strike="noStrike">
                <a:solidFill>
                  <a:srgbClr val="000000"/>
                </a:solidFill>
                <a:effectLst/>
              </a:rPr>
              <a:t>Parsimony Score (PS)</a:t>
            </a:r>
            <a:r>
              <a:rPr lang="en-US" b="0" i="0" u="none" strike="noStrike">
                <a:solidFill>
                  <a:srgbClr val="000000"/>
                </a:solidFill>
                <a:effectLst/>
              </a:rPr>
              <a:t>—to quantify the strength of phylogeny-trait correlation.</a:t>
            </a:r>
          </a:p>
          <a:p>
            <a:pPr algn="l">
              <a:buNone/>
            </a:pPr>
            <a:endParaRPr lang="en-US" b="0" i="0" u="none" strike="noStrike">
              <a:solidFill>
                <a:srgbClr val="000000"/>
              </a:solidFill>
              <a:effectLst/>
            </a:endParaRPr>
          </a:p>
          <a:p>
            <a:pPr algn="l">
              <a:buNone/>
            </a:pPr>
            <a:r>
              <a:rPr lang="en-US" b="0" i="0" u="none" strike="noStrike">
                <a:solidFill>
                  <a:srgbClr val="000000"/>
                </a:solidFill>
                <a:effectLst/>
              </a:rPr>
              <a:t>By randomizing trait assignments at the tips, we generate a null distribution, allowing us to assess statistical significance.</a:t>
            </a:r>
          </a:p>
          <a:p>
            <a:pPr algn="l">
              <a:buNone/>
            </a:pPr>
            <a:endParaRPr lang="en-US" b="0" i="0" u="none" strike="noStrike">
              <a:solidFill>
                <a:srgbClr val="000000"/>
              </a:solidFill>
              <a:effectLst/>
            </a:endParaRPr>
          </a:p>
          <a:p>
            <a:pPr algn="l"/>
            <a:r>
              <a:rPr lang="en-US" b="0" i="0" u="none" strike="noStrike">
                <a:solidFill>
                  <a:srgbClr val="000000"/>
                </a:solidFill>
                <a:effectLst/>
              </a:rPr>
              <a:t>the </a:t>
            </a:r>
            <a:r>
              <a:rPr lang="en-US" b="1" i="0" u="none" strike="noStrike">
                <a:solidFill>
                  <a:srgbClr val="000000"/>
                </a:solidFill>
                <a:effectLst/>
              </a:rPr>
              <a:t>p-value stabilizes</a:t>
            </a:r>
            <a:r>
              <a:rPr lang="en-US" b="0" i="0" u="none" strike="noStrike">
                <a:solidFill>
                  <a:srgbClr val="000000"/>
                </a:solidFill>
                <a:effectLst/>
              </a:rPr>
              <a:t> as the size of the null distribution increases.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effectLst/>
              <a:latin typeface="Helvetica" pitchFamily="2" charset="0"/>
            </a:endParaRPr>
          </a:p>
          <a:p>
            <a:pPr>
              <a:buNone/>
            </a:pPr>
            <a:endParaRPr lang="en-US">
              <a:effectLst/>
              <a:latin typeface="Helvetica" pitchFamily="2" charset="0"/>
            </a:endParaRPr>
          </a:p>
          <a:p>
            <a:pPr>
              <a:buNone/>
            </a:pPr>
            <a:endParaRPr lang="en-US">
              <a:effectLst/>
              <a:latin typeface="Helvetica" pitchFamily="2" charset="0"/>
            </a:endParaRPr>
          </a:p>
          <a:p>
            <a:endParaRPr lang="en-US"/>
          </a:p>
        </p:txBody>
      </p:sp>
      <p:sp>
        <p:nvSpPr>
          <p:cNvPr id="4" name="Slide Number Placeholder 3">
            <a:extLst>
              <a:ext uri="{FF2B5EF4-FFF2-40B4-BE49-F238E27FC236}">
                <a16:creationId xmlns:a16="http://schemas.microsoft.com/office/drawing/2014/main" id="{14C13531-E56D-B3ED-D277-365880E34428}"/>
              </a:ext>
            </a:extLst>
          </p:cNvPr>
          <p:cNvSpPr>
            <a:spLocks noGrp="1"/>
          </p:cNvSpPr>
          <p:nvPr>
            <p:ph type="sldNum" sz="quarter" idx="5"/>
          </p:nvPr>
        </p:nvSpPr>
        <p:spPr/>
        <p:txBody>
          <a:bodyPr/>
          <a:lstStyle/>
          <a:p>
            <a:fld id="{D69A2CAD-89D2-8045-B579-7F04F5965028}" type="slidenum">
              <a:rPr lang="en-US" smtClean="0"/>
              <a:t>32</a:t>
            </a:fld>
            <a:endParaRPr lang="en-US"/>
          </a:p>
        </p:txBody>
      </p:sp>
    </p:spTree>
    <p:extLst>
      <p:ext uri="{BB962C8B-B14F-4D97-AF65-F5344CB8AC3E}">
        <p14:creationId xmlns:p14="http://schemas.microsoft.com/office/powerpoint/2010/main" val="21297258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FC812-D3A0-CA55-E45D-A5BC9BBD8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FF6FE4-BBC4-6601-2706-55540F9B7B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0D016-55A6-6CEE-5172-4D4B25E91708}"/>
              </a:ext>
            </a:extLst>
          </p:cNvPr>
          <p:cNvSpPr>
            <a:spLocks noGrp="1"/>
          </p:cNvSpPr>
          <p:nvPr>
            <p:ph type="body" idx="1"/>
          </p:nvPr>
        </p:nvSpPr>
        <p:spPr/>
        <p:txBody>
          <a:bodyPr/>
          <a:lstStyle/>
          <a:p>
            <a:r>
              <a:rPr lang="en-US" sz="1200" dirty="0">
                <a:solidFill>
                  <a:srgbClr val="000000"/>
                </a:solidFill>
                <a:effectLst/>
                <a:latin typeface="Arial" panose="020B0604020202020204" pitchFamily="34" charset="0"/>
                <a:ea typeface="Calibri" panose="020F0502020204030204" pitchFamily="34" charset="0"/>
              </a:rPr>
              <a:t>We selected 82 clusters, each containing more than 10 isolates, for further analysis of local dispersal. In total, these separate clusters included 6,455 sequences from the Greater Houston area</a:t>
            </a:r>
            <a:r>
              <a:rPr lang="en-US" sz="1800" dirty="0">
                <a:effectLst/>
              </a:rPr>
              <a:t> </a:t>
            </a:r>
            <a:endParaRPr lang="en-US" sz="1200" dirty="0">
              <a:solidFill>
                <a:srgbClr val="000000"/>
              </a:solidFill>
              <a:effectLst/>
              <a:latin typeface="Arial" panose="020B0604020202020204" pitchFamily="34" charset="0"/>
              <a:ea typeface="Calibri" panose="020F0502020204030204" pitchFamily="34" charset="0"/>
            </a:endParaRPr>
          </a:p>
          <a:p>
            <a:endParaRPr lang="en-US" sz="1200" dirty="0">
              <a:solidFill>
                <a:srgbClr val="000000"/>
              </a:solidFill>
              <a:effectLst/>
              <a:latin typeface="Arial" panose="020B0604020202020204" pitchFamily="34" charset="0"/>
              <a:ea typeface="Calibri" panose="020F0502020204030204" pitchFamily="34" charset="0"/>
            </a:endParaRPr>
          </a:p>
          <a:p>
            <a:r>
              <a:rPr lang="en-US" sz="1200" dirty="0">
                <a:solidFill>
                  <a:srgbClr val="000000"/>
                </a:solidFill>
                <a:effectLst/>
                <a:latin typeface="Arial" panose="020B0604020202020204" pitchFamily="34" charset="0"/>
                <a:ea typeface="Calibri" panose="020F0502020204030204" pitchFamily="34" charset="0"/>
              </a:rPr>
              <a:t>We investigated the correlations between phylogenetic structures and demographic traits, specifically age and sex, to better understand how these factors influence transmission dynamics </a:t>
            </a:r>
          </a:p>
          <a:p>
            <a:endParaRPr lang="en-US" sz="1200" dirty="0">
              <a:solidFill>
                <a:srgbClr val="000000"/>
              </a:solidFill>
              <a:effectLst/>
              <a:latin typeface="Arial" panose="020B0604020202020204" pitchFamily="34" charset="0"/>
              <a:ea typeface="Calibri" panose="020F0502020204030204" pitchFamily="34" charset="0"/>
            </a:endParaRPr>
          </a:p>
          <a:p>
            <a:r>
              <a:rPr lang="en-US" sz="1200" dirty="0">
                <a:solidFill>
                  <a:srgbClr val="000000"/>
                </a:solidFill>
                <a:effectLst/>
                <a:latin typeface="Arial" panose="020B0604020202020204" pitchFamily="34" charset="0"/>
                <a:ea typeface="Calibri" panose="020F0502020204030204" pitchFamily="34" charset="0"/>
              </a:rPr>
              <a:t>Age groups were categorized as follows: infants and children (0–12 years), teenagers (13–18 years), young adults (19–35 years), middle-aged adults (36–55 years), and seniors (56 years and older). </a:t>
            </a:r>
          </a:p>
          <a:p>
            <a:endParaRPr lang="en-US" sz="1200" dirty="0">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For each locally circulating cluster (Figure 3B), we did the phylogeny-trait association test</a:t>
            </a:r>
          </a:p>
          <a:p>
            <a:endParaRPr lang="en-US" dirty="0"/>
          </a:p>
          <a:p>
            <a:r>
              <a:rPr lang="en-US" dirty="0"/>
              <a:t>We found </a:t>
            </a:r>
            <a:r>
              <a:rPr lang="en-US" sz="1200" dirty="0">
                <a:solidFill>
                  <a:srgbClr val="000000"/>
                </a:solidFill>
                <a:effectLst/>
                <a:latin typeface="Arial" panose="020B0604020202020204" pitchFamily="34" charset="0"/>
                <a:ea typeface="Calibri" panose="020F0502020204030204" pitchFamily="34" charset="0"/>
              </a:rPr>
              <a:t>viral transmission is more constrained within age groups than within sex groups</a:t>
            </a:r>
            <a:r>
              <a:rPr lang="en-US" dirty="0">
                <a:effectLst/>
              </a:rPr>
              <a:t> </a:t>
            </a:r>
            <a:endParaRPr lang="en-US" dirty="0"/>
          </a:p>
          <a:p>
            <a:endParaRPr lang="en-US" dirty="0"/>
          </a:p>
        </p:txBody>
      </p:sp>
      <p:sp>
        <p:nvSpPr>
          <p:cNvPr id="4" name="Slide Number Placeholder 3">
            <a:extLst>
              <a:ext uri="{FF2B5EF4-FFF2-40B4-BE49-F238E27FC236}">
                <a16:creationId xmlns:a16="http://schemas.microsoft.com/office/drawing/2014/main" id="{18A2044A-A144-9367-9871-17E78D90DBFB}"/>
              </a:ext>
            </a:extLst>
          </p:cNvPr>
          <p:cNvSpPr>
            <a:spLocks noGrp="1"/>
          </p:cNvSpPr>
          <p:nvPr>
            <p:ph type="sldNum" sz="quarter" idx="5"/>
          </p:nvPr>
        </p:nvSpPr>
        <p:spPr/>
        <p:txBody>
          <a:bodyPr/>
          <a:lstStyle/>
          <a:p>
            <a:fld id="{D69A2CAD-89D2-8045-B579-7F04F5965028}" type="slidenum">
              <a:rPr lang="en-US" smtClean="0"/>
              <a:t>33</a:t>
            </a:fld>
            <a:endParaRPr lang="en-US"/>
          </a:p>
        </p:txBody>
      </p:sp>
    </p:spTree>
    <p:extLst>
      <p:ext uri="{BB962C8B-B14F-4D97-AF65-F5344CB8AC3E}">
        <p14:creationId xmlns:p14="http://schemas.microsoft.com/office/powerpoint/2010/main" val="14613068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5464D-19B7-1E21-8CDB-FA7A010BFB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F1EA81-EB1A-2BE9-4D8A-5A51D9BD8D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D4314E-8196-1102-E825-C35360BA2FAD}"/>
              </a:ext>
            </a:extLst>
          </p:cNvPr>
          <p:cNvSpPr>
            <a:spLocks noGrp="1"/>
          </p:cNvSpPr>
          <p:nvPr>
            <p:ph type="body" idx="1"/>
          </p:nvPr>
        </p:nvSpPr>
        <p:spPr/>
        <p:txBody>
          <a:bodyPr/>
          <a:lstStyle/>
          <a:p>
            <a:r>
              <a:rPr lang="en-US" dirty="0"/>
              <a:t>We further quantified the transition rate between age groups and </a:t>
            </a:r>
            <a:r>
              <a:rPr lang="en-US" sz="1800" kern="0" dirty="0">
                <a:effectLst/>
                <a:latin typeface="Garamond" panose="02020404030301010803" pitchFamily="18" charset="0"/>
                <a:ea typeface="Times New Roman" panose="02020603050405020304" pitchFamily="18" charset="0"/>
                <a:cs typeface="Arial" panose="020B0604020202020204" pitchFamily="34" charset="0"/>
              </a:rPr>
              <a:t>infected adults (ages 19-35) were a significant source for other age groups</a:t>
            </a:r>
            <a:r>
              <a:rPr lang="en-US" dirty="0">
                <a:effectLst/>
              </a:rPr>
              <a:t> </a:t>
            </a:r>
            <a:endParaRPr lang="en-US" dirty="0"/>
          </a:p>
        </p:txBody>
      </p:sp>
      <p:sp>
        <p:nvSpPr>
          <p:cNvPr id="4" name="Slide Number Placeholder 3">
            <a:extLst>
              <a:ext uri="{FF2B5EF4-FFF2-40B4-BE49-F238E27FC236}">
                <a16:creationId xmlns:a16="http://schemas.microsoft.com/office/drawing/2014/main" id="{48A59424-37AA-F3D0-6D1D-471EDD715FB5}"/>
              </a:ext>
            </a:extLst>
          </p:cNvPr>
          <p:cNvSpPr>
            <a:spLocks noGrp="1"/>
          </p:cNvSpPr>
          <p:nvPr>
            <p:ph type="sldNum" sz="quarter" idx="5"/>
          </p:nvPr>
        </p:nvSpPr>
        <p:spPr/>
        <p:txBody>
          <a:bodyPr/>
          <a:lstStyle/>
          <a:p>
            <a:fld id="{D69A2CAD-89D2-8045-B579-7F04F5965028}" type="slidenum">
              <a:rPr lang="en-US" smtClean="0"/>
              <a:t>34</a:t>
            </a:fld>
            <a:endParaRPr lang="en-US"/>
          </a:p>
        </p:txBody>
      </p:sp>
    </p:spTree>
    <p:extLst>
      <p:ext uri="{BB962C8B-B14F-4D97-AF65-F5344CB8AC3E}">
        <p14:creationId xmlns:p14="http://schemas.microsoft.com/office/powerpoint/2010/main" val="2211466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Times New Roman" panose="02020603050405020304" pitchFamily="18" charset="0"/>
              </a:rPr>
              <a:t>Figure 1. </a:t>
            </a:r>
            <a:r>
              <a:rPr lang="en-US" b="1" i="0" u="none" strike="noStrike" dirty="0">
                <a:solidFill>
                  <a:srgbClr val="000000"/>
                </a:solidFill>
                <a:effectLst/>
                <a:latin typeface="Times New Roman" panose="02020603050405020304" pitchFamily="18" charset="0"/>
              </a:rPr>
              <a:t>Houston-related spatial transmission linkages A.</a:t>
            </a:r>
            <a:r>
              <a:rPr lang="en-US" b="0" i="0" u="none" strike="noStrike" dirty="0">
                <a:solidFill>
                  <a:srgbClr val="000000"/>
                </a:solidFill>
                <a:effectLst/>
                <a:latin typeface="Times New Roman" panose="02020603050405020304" pitchFamily="18" charset="0"/>
              </a:rPr>
              <a:t> Houston-related transmission could be classified into three categories: importation, local transmission, and exportation. Importation could have multiple sources, and exportation could have multiple sinks. </a:t>
            </a:r>
            <a:r>
              <a:rPr lang="en-US" b="1" i="0" u="none" strike="noStrike" dirty="0">
                <a:solidFill>
                  <a:srgbClr val="000000"/>
                </a:solidFill>
                <a:effectLst/>
                <a:latin typeface="Times New Roman" panose="02020603050405020304" pitchFamily="18" charset="0"/>
              </a:rPr>
              <a:t>B.</a:t>
            </a:r>
            <a:r>
              <a:rPr lang="en-US" b="0" i="0" u="none" strike="noStrike" dirty="0">
                <a:solidFill>
                  <a:srgbClr val="000000"/>
                </a:solidFill>
                <a:effectLst/>
                <a:latin typeface="Times New Roman" panose="02020603050405020304" pitchFamily="18" charset="0"/>
              </a:rPr>
              <a:t> In epi-week X, the conceptual framework shows a total of 18 cases of Houston-related spatial transmission linkages: 6 counts of importation, 9 counts of local transmission, and 3 counts of exportation. </a:t>
            </a:r>
            <a:r>
              <a:rPr lang="en-US" b="1" i="0" u="none" strike="noStrike" dirty="0">
                <a:solidFill>
                  <a:srgbClr val="000000"/>
                </a:solidFill>
                <a:effectLst/>
                <a:latin typeface="Times New Roman" panose="02020603050405020304" pitchFamily="18" charset="0"/>
              </a:rPr>
              <a:t>C.</a:t>
            </a:r>
            <a:r>
              <a:rPr lang="en-US" b="0" i="0" u="none" strike="noStrike" dirty="0">
                <a:solidFill>
                  <a:srgbClr val="000000"/>
                </a:solidFill>
                <a:effectLst/>
                <a:latin typeface="Times New Roman" panose="02020603050405020304" pitchFamily="18" charset="0"/>
              </a:rPr>
              <a:t> This 'count' summary could be extended into a time series analysis to investigate the epidemic trends in Houston. The dashed pink line represents exportations to the context (areas outside of Texas), while the dashed green line represents importations from the context.</a:t>
            </a:r>
            <a:endParaRPr lang="en-US" dirty="0"/>
          </a:p>
        </p:txBody>
      </p:sp>
      <p:sp>
        <p:nvSpPr>
          <p:cNvPr id="4" name="Slide Number Placeholder 3"/>
          <p:cNvSpPr>
            <a:spLocks noGrp="1"/>
          </p:cNvSpPr>
          <p:nvPr>
            <p:ph type="sldNum" sz="quarter" idx="5"/>
          </p:nvPr>
        </p:nvSpPr>
        <p:spPr/>
        <p:txBody>
          <a:bodyPr/>
          <a:lstStyle/>
          <a:p>
            <a:fld id="{C6340868-8907-B347-8C66-A1A8E3DB048C}" type="slidenum">
              <a:rPr lang="en-US" smtClean="0"/>
              <a:t>39</a:t>
            </a:fld>
            <a:endParaRPr lang="en-US"/>
          </a:p>
        </p:txBody>
      </p:sp>
    </p:spTree>
    <p:extLst>
      <p:ext uri="{BB962C8B-B14F-4D97-AF65-F5344CB8AC3E}">
        <p14:creationId xmlns:p14="http://schemas.microsoft.com/office/powerpoint/2010/main" val="26294689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Times New Roman" panose="02020603050405020304" pitchFamily="18" charset="0"/>
              </a:rPr>
              <a:t>Figure 2. </a:t>
            </a:r>
            <a:r>
              <a:rPr lang="en-US" b="1" i="0" u="none" strike="noStrike" dirty="0">
                <a:solidFill>
                  <a:srgbClr val="000000"/>
                </a:solidFill>
                <a:effectLst/>
                <a:latin typeface="Times New Roman" panose="02020603050405020304" pitchFamily="18" charset="0"/>
              </a:rPr>
              <a:t>Epidemic trends in Houston vs the rural region.</a:t>
            </a:r>
            <a:r>
              <a:rPr lang="en-US" b="0" i="0" u="none" strike="noStrike" dirty="0">
                <a:solidFill>
                  <a:srgbClr val="000000"/>
                </a:solidFill>
                <a:effectLst/>
                <a:latin typeface="Times New Roman" panose="02020603050405020304" pitchFamily="18" charset="0"/>
              </a:rPr>
              <a:t> The epidemic in Houston was locally maintained, while the epidemic in rural regions heavily relied on introduction.</a:t>
            </a:r>
            <a:endParaRPr lang="en-US" dirty="0"/>
          </a:p>
        </p:txBody>
      </p:sp>
      <p:sp>
        <p:nvSpPr>
          <p:cNvPr id="4" name="Slide Number Placeholder 3"/>
          <p:cNvSpPr>
            <a:spLocks noGrp="1"/>
          </p:cNvSpPr>
          <p:nvPr>
            <p:ph type="sldNum" sz="quarter" idx="5"/>
          </p:nvPr>
        </p:nvSpPr>
        <p:spPr/>
        <p:txBody>
          <a:bodyPr/>
          <a:lstStyle/>
          <a:p>
            <a:fld id="{C6340868-8907-B347-8C66-A1A8E3DB048C}" type="slidenum">
              <a:rPr lang="en-US" smtClean="0"/>
              <a:t>41</a:t>
            </a:fld>
            <a:endParaRPr lang="en-US"/>
          </a:p>
        </p:txBody>
      </p:sp>
    </p:spTree>
    <p:extLst>
      <p:ext uri="{BB962C8B-B14F-4D97-AF65-F5344CB8AC3E}">
        <p14:creationId xmlns:p14="http://schemas.microsoft.com/office/powerpoint/2010/main" val="2459427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8F6B7-7A56-C9F5-ADDC-5105DC2E5C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4A71F3-F7E9-FC3E-1888-22B9FCF67C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141444-C67A-3F1A-E113-A451148D4964}"/>
              </a:ext>
            </a:extLst>
          </p:cNvPr>
          <p:cNvSpPr>
            <a:spLocks noGrp="1"/>
          </p:cNvSpPr>
          <p:nvPr>
            <p:ph type="body" idx="1"/>
          </p:nvPr>
        </p:nvSpPr>
        <p:spPr/>
        <p:txBody>
          <a:bodyPr/>
          <a:lstStyle/>
          <a:p>
            <a:pPr algn="l">
              <a:buNone/>
            </a:pPr>
            <a:r>
              <a:rPr lang="en-US" b="0" i="0" u="none" strike="noStrike">
                <a:solidFill>
                  <a:srgbClr val="000000"/>
                </a:solidFill>
                <a:effectLst/>
                <a:latin typeface="-webkit-standard"/>
              </a:rPr>
              <a:t>This conclusion is further supported by the Source-Sink Score (SSS).</a:t>
            </a:r>
          </a:p>
          <a:p>
            <a:pPr algn="l">
              <a:buNone/>
            </a:pPr>
            <a:endParaRPr lang="en-US" b="0" i="0" u="none" strike="noStrike">
              <a:solidFill>
                <a:srgbClr val="000000"/>
              </a:solidFill>
              <a:effectLst/>
            </a:endParaRPr>
          </a:p>
          <a:p>
            <a:pPr algn="l">
              <a:buNone/>
            </a:pPr>
            <a:r>
              <a:rPr lang="en-US" b="0" i="0" u="none" strike="noStrike">
                <a:solidFill>
                  <a:srgbClr val="000000"/>
                </a:solidFill>
                <a:effectLst/>
              </a:rPr>
              <a:t>We summarized epidemic trends across 25 metropolitan areas and their surrounding rural regions, and then calculated the cumulative SSS for each.</a:t>
            </a:r>
          </a:p>
          <a:p>
            <a:pPr algn="l">
              <a:buNone/>
            </a:pPr>
            <a:endParaRPr lang="en-US" b="0" i="0" u="none" strike="noStrike">
              <a:solidFill>
                <a:srgbClr val="000000"/>
              </a:solidFill>
              <a:effectLst/>
            </a:endParaRPr>
          </a:p>
          <a:p>
            <a:pPr algn="l"/>
            <a:r>
              <a:rPr lang="en-US" b="0" i="0" u="none" strike="noStrike">
                <a:solidFill>
                  <a:srgbClr val="000000"/>
                </a:solidFill>
                <a:effectLst/>
              </a:rPr>
              <a:t>As shown in panel B, RUCC1 areas (densely urbanized) exhibit the highest SSS values.</a:t>
            </a:r>
          </a:p>
          <a:p>
            <a:pPr algn="l"/>
            <a:endParaRPr lang="en-US" b="0" i="0" u="none" strike="noStrike">
              <a:solidFill>
                <a:srgbClr val="0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Arial" panose="020B0604020202020204" pitchFamily="34" charset="0"/>
                <a:cs typeface="Arial" panose="020B0604020202020204" pitchFamily="34" charset="0"/>
              </a:rPr>
              <a:t>This shows Highly populated urban centers were the major sources of the Delta epidemic in Texas</a:t>
            </a:r>
          </a:p>
          <a:p>
            <a:pPr algn="l"/>
            <a:endParaRPr lang="en-US" b="0" i="0" u="none" strike="noStrike">
              <a:solidFill>
                <a:srgbClr val="000000"/>
              </a:solidFill>
              <a:effectLst/>
            </a:endParaRPr>
          </a:p>
          <a:p>
            <a:endParaRPr lang="en-US"/>
          </a:p>
        </p:txBody>
      </p:sp>
      <p:sp>
        <p:nvSpPr>
          <p:cNvPr id="4" name="Slide Number Placeholder 3">
            <a:extLst>
              <a:ext uri="{FF2B5EF4-FFF2-40B4-BE49-F238E27FC236}">
                <a16:creationId xmlns:a16="http://schemas.microsoft.com/office/drawing/2014/main" id="{152FC128-52F5-4624-9E52-0B31671C8D3B}"/>
              </a:ext>
            </a:extLst>
          </p:cNvPr>
          <p:cNvSpPr>
            <a:spLocks noGrp="1"/>
          </p:cNvSpPr>
          <p:nvPr>
            <p:ph type="sldNum" sz="quarter" idx="5"/>
          </p:nvPr>
        </p:nvSpPr>
        <p:spPr/>
        <p:txBody>
          <a:bodyPr/>
          <a:lstStyle/>
          <a:p>
            <a:fld id="{D69A2CAD-89D2-8045-B579-7F04F5965028}" type="slidenum">
              <a:rPr lang="en-US" smtClean="0"/>
              <a:t>42</a:t>
            </a:fld>
            <a:endParaRPr lang="en-US"/>
          </a:p>
        </p:txBody>
      </p:sp>
    </p:spTree>
    <p:extLst>
      <p:ext uri="{BB962C8B-B14F-4D97-AF65-F5344CB8AC3E}">
        <p14:creationId xmlns:p14="http://schemas.microsoft.com/office/powerpoint/2010/main" val="28696530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01F15-8815-F85C-6F4B-BE1E608C85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D0713-C17F-0556-2DEE-2D25CCF56E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35CFB4-E495-CCEE-934C-46B3388DBADC}"/>
              </a:ext>
            </a:extLst>
          </p:cNvPr>
          <p:cNvSpPr>
            <a:spLocks noGrp="1"/>
          </p:cNvSpPr>
          <p:nvPr>
            <p:ph type="body" idx="1"/>
          </p:nvPr>
        </p:nvSpPr>
        <p:spPr/>
        <p:txBody>
          <a:bodyPr/>
          <a:lstStyle/>
          <a:p>
            <a:r>
              <a:rPr lang="en-US" sz="1200" b="0" i="0" u="none" strike="noStrike">
                <a:effectLst/>
                <a:latin typeface="Arial" panose="020B0604020202020204" pitchFamily="34" charset="0"/>
                <a:cs typeface="Arial" panose="020B0604020202020204" pitchFamily="34" charset="0"/>
              </a:rPr>
              <a:t>What's the difference between the epidemic in urban centers and rural areas?</a:t>
            </a:r>
          </a:p>
          <a:p>
            <a:endParaRPr lang="en-US" sz="1200">
              <a:solidFill>
                <a:srgbClr val="000000"/>
              </a:solidFill>
              <a:effectLst/>
              <a:latin typeface="Arial" panose="020B0604020202020204" pitchFamily="34" charset="0"/>
              <a:ea typeface="SimSun" panose="02010600030101010101" pitchFamily="2" charset="-122"/>
            </a:endParaRPr>
          </a:p>
          <a:p>
            <a:r>
              <a:rPr lang="en-US" sz="1200">
                <a:solidFill>
                  <a:srgbClr val="000000"/>
                </a:solidFill>
                <a:effectLst/>
                <a:latin typeface="Arial" panose="020B0604020202020204" pitchFamily="34" charset="0"/>
                <a:ea typeface="SimSun" panose="02010600030101010101" pitchFamily="2" charset="-122"/>
              </a:rPr>
              <a:t>Using Houston as a representative city, we compared epidemic trends in densely populated urban centers to those in rural areas.</a:t>
            </a:r>
          </a:p>
          <a:p>
            <a:endParaRPr lang="en-US" sz="1200">
              <a:solidFill>
                <a:srgbClr val="000000"/>
              </a:solidFill>
              <a:effectLst/>
              <a:latin typeface="Arial" panose="020B0604020202020204" pitchFamily="34" charset="0"/>
              <a:ea typeface="SimSun" panose="02010600030101010101" pitchFamily="2" charset="-122"/>
            </a:endParaRPr>
          </a:p>
          <a:p>
            <a:r>
              <a:rPr lang="en-US" sz="1200">
                <a:solidFill>
                  <a:srgbClr val="000000"/>
                </a:solidFill>
                <a:effectLst/>
                <a:latin typeface="Arial" panose="020B0604020202020204" pitchFamily="34" charset="0"/>
                <a:ea typeface="SimSun" panose="02010600030101010101" pitchFamily="2" charset="-122"/>
              </a:rPr>
              <a:t>Let’s break it down</a:t>
            </a:r>
            <a:endParaRPr lang="en-US"/>
          </a:p>
          <a:p>
            <a:endParaRPr lang="en-US"/>
          </a:p>
        </p:txBody>
      </p:sp>
      <p:sp>
        <p:nvSpPr>
          <p:cNvPr id="4" name="Slide Number Placeholder 3">
            <a:extLst>
              <a:ext uri="{FF2B5EF4-FFF2-40B4-BE49-F238E27FC236}">
                <a16:creationId xmlns:a16="http://schemas.microsoft.com/office/drawing/2014/main" id="{D896A940-4A4D-3282-9657-396F35251DE7}"/>
              </a:ext>
            </a:extLst>
          </p:cNvPr>
          <p:cNvSpPr>
            <a:spLocks noGrp="1"/>
          </p:cNvSpPr>
          <p:nvPr>
            <p:ph type="sldNum" sz="quarter" idx="5"/>
          </p:nvPr>
        </p:nvSpPr>
        <p:spPr/>
        <p:txBody>
          <a:bodyPr/>
          <a:lstStyle/>
          <a:p>
            <a:fld id="{D69A2CAD-89D2-8045-B579-7F04F5965028}" type="slidenum">
              <a:rPr lang="en-US" smtClean="0"/>
              <a:t>43</a:t>
            </a:fld>
            <a:endParaRPr lang="en-US"/>
          </a:p>
        </p:txBody>
      </p:sp>
    </p:spTree>
    <p:extLst>
      <p:ext uri="{BB962C8B-B14F-4D97-AF65-F5344CB8AC3E}">
        <p14:creationId xmlns:p14="http://schemas.microsoft.com/office/powerpoint/2010/main" val="9814286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Pause for audience allocation before discussing prioritization criteria.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trajectories are hypothetical.</a:t>
            </a:r>
          </a:p>
          <a:p>
            <a:r>
              <a:t>A genomic outcome can contribute to intervention evaluation, but it does not supply the counterfactual or control confounding by itself.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growing lineage can reflect biological advantage, introductions, superspreading, sampling, or chance.</a:t>
            </a:r>
          </a:p>
          <a:p>
            <a:r>
              <a:t>Keep genetic, phenotypic, and decision-level claims separate.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Return to the repeated decision frame: problem, evidence, genomic contribution, decision consequence, and failure mode.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86DB9E30-EC40-4C68-93E6-C660F22DC841}"/>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1F26A31-8392-4A55-9A69-7339D312F91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67B531AF-BFA9-493B-A0D0-7C1842176F2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191EF80-7F54-410A-A7DD-26C3B28FB1D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7544D4A-50DB-4530-82C1-EE0DA995694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3255D1FA-606A-49EA-A66B-142651305FD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8851E33-BA8C-40CE-B162-70F37DB6FFA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C9068634-7DCF-4B8B-BDAB-BF01DC5264C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3A34D-57E1-B990-ECFD-32EEA79E366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0E15A458-8AE8-9F3E-A04C-BCF4F332E541}"/>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DF10794-B242-6AA3-76A4-8FD6EA71FCCB}"/>
              </a:ext>
            </a:extLst>
          </p:cNvPr>
          <p:cNvSpPr>
            <a:spLocks noGrp="1"/>
          </p:cNvSpPr>
          <p:nvPr>
            <p:ph type="dt" idx="10"/>
          </p:nvPr>
        </p:nvSpPr>
        <p:spPr/>
        <p:txBody>
          <a:bodyPr/>
          <a:lstStyle/>
          <a:p>
            <a:fld id="{643B6D9F-2E43-8643-A64F-171F30F17390}" type="datetimeFigureOut">
              <a:t>10/22/26</a:t>
            </a:fld>
            <a:endParaRPr/>
          </a:p>
        </p:txBody>
      </p:sp>
      <p:sp>
        <p:nvSpPr>
          <p:cNvPr id="5" name="Footer Placeholder 4">
            <a:extLst>
              <a:ext uri="{FF2B5EF4-FFF2-40B4-BE49-F238E27FC236}">
                <a16:creationId xmlns:a16="http://schemas.microsoft.com/office/drawing/2014/main" id="{A10B58BF-E3B1-E1CC-A065-CED804CC372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05FCA3E-B8A2-2DC1-1741-057D65414114}"/>
              </a:ext>
            </a:extLst>
          </p:cNvPr>
          <p:cNvSpPr>
            <a:spLocks noGrp="1"/>
          </p:cNvSpPr>
          <p:nvPr>
            <p:ph type="sldNum" idx="12"/>
          </p:nvPr>
        </p:nvSpPr>
        <p:spPr/>
        <p:txBody>
          <a:bodyPr/>
          <a:lstStyle/>
          <a:p>
            <a:fld id="{BDB6F075-C3B8-5B49-8690-EBFD688086D2}" type="slidenum">
              <a:t>‹#›</a:t>
            </a:fld>
            <a:endParaRPr/>
          </a:p>
        </p:txBody>
      </p:sp>
    </p:spTree>
    <p:extLst>
      <p:ext uri="{BB962C8B-B14F-4D97-AF65-F5344CB8AC3E}">
        <p14:creationId xmlns:p14="http://schemas.microsoft.com/office/powerpoint/2010/main" val="2705537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DE2A5F5-8999-48B3-9A07-8B1F24CD14F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D6EEFF0D-892B-4A0D-929A-86E7FCE93E55}"/>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extLst>
      <p:ext uri="{BB962C8B-B14F-4D97-AF65-F5344CB8AC3E}">
        <p14:creationId xmlns:p14="http://schemas.microsoft.com/office/powerpoint/2010/main" val="113706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6.png"/><Relationship Id="rId7"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5.xml"/><Relationship Id="rId5" Type="http://schemas.openxmlformats.org/officeDocument/2006/relationships/image" Target="../media/image340.png"/><Relationship Id="rId4" Type="http://schemas.openxmlformats.org/officeDocument/2006/relationships/image" Target="../media/image37.tiff"/></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phase-slide-border">
            <a:extLst>
              <a:ext uri="{FF2B5EF4-FFF2-40B4-BE49-F238E27FC236}">
                <a16:creationId xmlns:a16="http://schemas.microsoft.com/office/drawing/2014/main" id="{460633AC-D647-4CEB-92DF-CC9620D3C352}"/>
              </a:ext>
            </a:extLst>
          </p:cNvPr>
          <p:cNvSpPr>
            <a:spLocks noGrp="1"/>
          </p:cNvSpPr>
          <p:nvPr/>
        </p:nvSpPr>
        <p:spPr>
          <a:xfrm>
            <a:off x="76200" y="76200"/>
            <a:ext cx="12039600" cy="6705600"/>
          </a:xfrm>
          <a:prstGeom prst="roundRect">
            <a:avLst>
              <a:gd name="adj" fmla="val 1705"/>
            </a:avLst>
          </a:prstGeom>
          <a:noFill/>
          <a:ln w="19050">
            <a:solidFill>
              <a:srgbClr val="0B69E8"/>
            </a:solidFill>
            <a:prstDash val="solid"/>
          </a:ln>
        </p:spPr>
        <p:txBody>
          <a:bodyPr/>
          <a:lstStyle/>
          <a:p>
            <a:endParaRPr lang="en-US"/>
          </a:p>
        </p:txBody>
      </p:sp>
      <p:sp>
        <p:nvSpPr>
          <p:cNvPr id="3" name="cover-title">
            <a:extLst>
              <a:ext uri="{FF2B5EF4-FFF2-40B4-BE49-F238E27FC236}">
                <a16:creationId xmlns:a16="http://schemas.microsoft.com/office/drawing/2014/main" id="{3603B92D-4C13-43A6-BACB-248EF55861F4}"/>
              </a:ext>
            </a:extLst>
          </p:cNvPr>
          <p:cNvSpPr>
            <a:spLocks noGrp="1"/>
          </p:cNvSpPr>
          <p:nvPr/>
        </p:nvSpPr>
        <p:spPr>
          <a:xfrm>
            <a:off x="857250" y="1752600"/>
            <a:ext cx="10477500" cy="1428750"/>
          </a:xfrm>
          <a:prstGeom prst="rect">
            <a:avLst/>
          </a:prstGeom>
          <a:noFill/>
          <a:ln w="0">
            <a:noFill/>
            <a:prstDash val="solid"/>
          </a:ln>
        </p:spPr>
        <p:txBody>
          <a:bodyPr lIns="0" tIns="0" rIns="0" bIns="0" anchor="ctr"/>
          <a:lstStyle>
            <a:defPPr algn="ctr">
              <a:defRPr sz="4350" b="1">
                <a:solidFill>
                  <a:srgbClr val="070D3A"/>
                </a:solidFill>
                <a:latin typeface="Nimbus Sans Narrow"/>
                <a:ea typeface="Nimbus Sans Narrow"/>
                <a:cs typeface="Nimbus Sans Narrow"/>
              </a:defRPr>
            </a:defPPr>
            <a:lvl1pPr algn="ctr">
              <a:defRPr sz="4350" b="1">
                <a:solidFill>
                  <a:srgbClr val="070D3A"/>
                </a:solidFill>
                <a:latin typeface="Nimbus Sans Narrow"/>
                <a:ea typeface="Nimbus Sans Narrow"/>
                <a:cs typeface="Nimbus Sans Narrow"/>
              </a:defRPr>
            </a:lvl1pPr>
            <a:lvl2pPr algn="ctr">
              <a:defRPr sz="4350" b="1">
                <a:solidFill>
                  <a:srgbClr val="070D3A"/>
                </a:solidFill>
                <a:latin typeface="Nimbus Sans Narrow"/>
                <a:ea typeface="Nimbus Sans Narrow"/>
                <a:cs typeface="Nimbus Sans Narrow"/>
              </a:defRPr>
            </a:lvl2pPr>
            <a:lvl3pPr algn="ctr">
              <a:defRPr sz="4350" b="1">
                <a:solidFill>
                  <a:srgbClr val="070D3A"/>
                </a:solidFill>
                <a:latin typeface="Nimbus Sans Narrow"/>
                <a:ea typeface="Nimbus Sans Narrow"/>
                <a:cs typeface="Nimbus Sans Narrow"/>
              </a:defRPr>
            </a:lvl3pPr>
            <a:lvl4pPr algn="ctr">
              <a:defRPr sz="4350" b="1">
                <a:solidFill>
                  <a:srgbClr val="070D3A"/>
                </a:solidFill>
                <a:latin typeface="Nimbus Sans Narrow"/>
                <a:ea typeface="Nimbus Sans Narrow"/>
                <a:cs typeface="Nimbus Sans Narrow"/>
              </a:defRPr>
            </a:lvl4pPr>
            <a:lvl5pPr algn="ctr">
              <a:defRPr sz="4350" b="1">
                <a:solidFill>
                  <a:srgbClr val="070D3A"/>
                </a:solidFill>
                <a:latin typeface="Nimbus Sans Narrow"/>
                <a:ea typeface="Nimbus Sans Narrow"/>
                <a:cs typeface="Nimbus Sans Narrow"/>
              </a:defRPr>
            </a:lvl5pPr>
            <a:lvl6pPr algn="ctr">
              <a:defRPr sz="4350" b="1">
                <a:solidFill>
                  <a:srgbClr val="070D3A"/>
                </a:solidFill>
                <a:latin typeface="Nimbus Sans Narrow"/>
                <a:ea typeface="Nimbus Sans Narrow"/>
                <a:cs typeface="Nimbus Sans Narrow"/>
              </a:defRPr>
            </a:lvl6pPr>
            <a:lvl7pPr algn="ctr">
              <a:defRPr sz="4350" b="1">
                <a:solidFill>
                  <a:srgbClr val="070D3A"/>
                </a:solidFill>
                <a:latin typeface="Nimbus Sans Narrow"/>
                <a:ea typeface="Nimbus Sans Narrow"/>
                <a:cs typeface="Nimbus Sans Narrow"/>
              </a:defRPr>
            </a:lvl7pPr>
            <a:lvl8pPr algn="ctr">
              <a:defRPr sz="4350" b="1">
                <a:solidFill>
                  <a:srgbClr val="070D3A"/>
                </a:solidFill>
                <a:latin typeface="Nimbus Sans Narrow"/>
                <a:ea typeface="Nimbus Sans Narrow"/>
                <a:cs typeface="Nimbus Sans Narrow"/>
              </a:defRPr>
            </a:lvl8pPr>
            <a:lvl9pPr algn="ctr">
              <a:defRPr sz="4350" b="1">
                <a:solidFill>
                  <a:srgbClr val="070D3A"/>
                </a:solidFill>
                <a:latin typeface="Nimbus Sans Narrow"/>
                <a:ea typeface="Nimbus Sans Narrow"/>
                <a:cs typeface="Nimbus Sans Narrow"/>
              </a:defRPr>
            </a:lvl9pPr>
          </a:lstStyle>
          <a:p>
            <a:pPr algn="ctr">
              <a:defRPr sz="4350" b="1">
                <a:solidFill>
                  <a:srgbClr val="070D3A"/>
                </a:solidFill>
                <a:latin typeface="Nimbus Sans Narrow"/>
                <a:ea typeface="Nimbus Sans Narrow"/>
                <a:cs typeface="Nimbus Sans Narrow"/>
              </a:defRPr>
            </a:pPr>
            <a:r>
              <a:rPr sz="4350" b="1">
                <a:solidFill>
                  <a:srgbClr val="070D3A"/>
                </a:solidFill>
                <a:latin typeface="Nimbus Sans Narrow"/>
                <a:ea typeface="Nimbus Sans Narrow"/>
                <a:cs typeface="Nimbus Sans Narrow"/>
              </a:rPr>
              <a:t>Molecular epidemiology across pandemic response</a:t>
            </a:r>
          </a:p>
        </p:txBody>
      </p:sp>
      <p:sp>
        <p:nvSpPr>
          <p:cNvPr id="4" name="cover-subtitle">
            <a:extLst>
              <a:ext uri="{FF2B5EF4-FFF2-40B4-BE49-F238E27FC236}">
                <a16:creationId xmlns:a16="http://schemas.microsoft.com/office/drawing/2014/main" id="{D8F589DB-F2FC-4F91-B830-BADB20F969FE}"/>
              </a:ext>
            </a:extLst>
          </p:cNvPr>
          <p:cNvSpPr>
            <a:spLocks noGrp="1"/>
          </p:cNvSpPr>
          <p:nvPr/>
        </p:nvSpPr>
        <p:spPr>
          <a:xfrm>
            <a:off x="1619250" y="3333750"/>
            <a:ext cx="8953500" cy="628650"/>
          </a:xfrm>
          <a:prstGeom prst="rect">
            <a:avLst/>
          </a:prstGeom>
          <a:noFill/>
          <a:ln w="0">
            <a:noFill/>
            <a:prstDash val="solid"/>
          </a:ln>
        </p:spPr>
        <p:txBody>
          <a:bodyPr lIns="0" tIns="0" rIns="0" bIns="0" anchor="ctr"/>
          <a:lstStyle>
            <a:defPPr algn="ctr">
              <a:defRPr sz="2325" b="0">
                <a:solidFill>
                  <a:srgbClr val="0B69E8"/>
                </a:solidFill>
                <a:latin typeface="Nimbus Sans Narrow"/>
                <a:ea typeface="Nimbus Sans Narrow"/>
                <a:cs typeface="Nimbus Sans Narrow"/>
              </a:defRPr>
            </a:defPPr>
            <a:lvl1pPr algn="ctr">
              <a:defRPr sz="2325" b="0">
                <a:solidFill>
                  <a:srgbClr val="0B69E8"/>
                </a:solidFill>
                <a:latin typeface="Nimbus Sans Narrow"/>
                <a:ea typeface="Nimbus Sans Narrow"/>
                <a:cs typeface="Nimbus Sans Narrow"/>
              </a:defRPr>
            </a:lvl1pPr>
            <a:lvl2pPr algn="ctr">
              <a:defRPr sz="2325" b="0">
                <a:solidFill>
                  <a:srgbClr val="0B69E8"/>
                </a:solidFill>
                <a:latin typeface="Nimbus Sans Narrow"/>
                <a:ea typeface="Nimbus Sans Narrow"/>
                <a:cs typeface="Nimbus Sans Narrow"/>
              </a:defRPr>
            </a:lvl2pPr>
            <a:lvl3pPr algn="ctr">
              <a:defRPr sz="2325" b="0">
                <a:solidFill>
                  <a:srgbClr val="0B69E8"/>
                </a:solidFill>
                <a:latin typeface="Nimbus Sans Narrow"/>
                <a:ea typeface="Nimbus Sans Narrow"/>
                <a:cs typeface="Nimbus Sans Narrow"/>
              </a:defRPr>
            </a:lvl3pPr>
            <a:lvl4pPr algn="ctr">
              <a:defRPr sz="2325" b="0">
                <a:solidFill>
                  <a:srgbClr val="0B69E8"/>
                </a:solidFill>
                <a:latin typeface="Nimbus Sans Narrow"/>
                <a:ea typeface="Nimbus Sans Narrow"/>
                <a:cs typeface="Nimbus Sans Narrow"/>
              </a:defRPr>
            </a:lvl4pPr>
            <a:lvl5pPr algn="ctr">
              <a:defRPr sz="2325" b="0">
                <a:solidFill>
                  <a:srgbClr val="0B69E8"/>
                </a:solidFill>
                <a:latin typeface="Nimbus Sans Narrow"/>
                <a:ea typeface="Nimbus Sans Narrow"/>
                <a:cs typeface="Nimbus Sans Narrow"/>
              </a:defRPr>
            </a:lvl5pPr>
            <a:lvl6pPr algn="ctr">
              <a:defRPr sz="2325" b="0">
                <a:solidFill>
                  <a:srgbClr val="0B69E8"/>
                </a:solidFill>
                <a:latin typeface="Nimbus Sans Narrow"/>
                <a:ea typeface="Nimbus Sans Narrow"/>
                <a:cs typeface="Nimbus Sans Narrow"/>
              </a:defRPr>
            </a:lvl6pPr>
            <a:lvl7pPr algn="ctr">
              <a:defRPr sz="2325" b="0">
                <a:solidFill>
                  <a:srgbClr val="0B69E8"/>
                </a:solidFill>
                <a:latin typeface="Nimbus Sans Narrow"/>
                <a:ea typeface="Nimbus Sans Narrow"/>
                <a:cs typeface="Nimbus Sans Narrow"/>
              </a:defRPr>
            </a:lvl7pPr>
            <a:lvl8pPr algn="ctr">
              <a:defRPr sz="2325" b="0">
                <a:solidFill>
                  <a:srgbClr val="0B69E8"/>
                </a:solidFill>
                <a:latin typeface="Nimbus Sans Narrow"/>
                <a:ea typeface="Nimbus Sans Narrow"/>
                <a:cs typeface="Nimbus Sans Narrow"/>
              </a:defRPr>
            </a:lvl8pPr>
            <a:lvl9pPr algn="ctr">
              <a:defRPr sz="2325" b="0">
                <a:solidFill>
                  <a:srgbClr val="0B69E8"/>
                </a:solidFill>
                <a:latin typeface="Nimbus Sans Narrow"/>
                <a:ea typeface="Nimbus Sans Narrow"/>
                <a:cs typeface="Nimbus Sans Narrow"/>
              </a:defRPr>
            </a:lvl9pPr>
          </a:lstStyle>
          <a:p>
            <a:pPr algn="ctr">
              <a:defRPr sz="2325" b="0">
                <a:solidFill>
                  <a:srgbClr val="0B69E8"/>
                </a:solidFill>
                <a:latin typeface="Nimbus Sans Narrow"/>
                <a:ea typeface="Nimbus Sans Narrow"/>
                <a:cs typeface="Nimbus Sans Narrow"/>
              </a:defRPr>
            </a:pPr>
            <a:r>
              <a:rPr sz="2325" b="0">
                <a:solidFill>
                  <a:srgbClr val="0B69E8"/>
                </a:solidFill>
                <a:latin typeface="Nimbus Sans Narrow"/>
                <a:ea typeface="Nimbus Sans Narrow"/>
                <a:cs typeface="Nimbus Sans Narrow"/>
              </a:rPr>
              <a:t>What genomic data can support at different operational states</a:t>
            </a:r>
          </a:p>
        </p:txBody>
      </p:sp>
      <p:sp>
        <p:nvSpPr>
          <p:cNvPr id="5" name="cover-line">
            <a:extLst>
              <a:ext uri="{FF2B5EF4-FFF2-40B4-BE49-F238E27FC236}">
                <a16:creationId xmlns:a16="http://schemas.microsoft.com/office/drawing/2014/main" id="{2BACFDC6-C7C0-4589-B66E-C7880926729F}"/>
              </a:ext>
            </a:extLst>
          </p:cNvPr>
          <p:cNvSpPr>
            <a:spLocks noGrp="1"/>
          </p:cNvSpPr>
          <p:nvPr/>
        </p:nvSpPr>
        <p:spPr>
          <a:xfrm>
            <a:off x="2857500" y="4343400"/>
            <a:ext cx="6477000" cy="953"/>
          </a:xfrm>
          <a:custGeom>
            <a:avLst/>
            <a:gdLst/>
            <a:ahLst/>
            <a:cxnLst/>
            <a:rect l="0" t="0" r="0" b="0"/>
            <a:pathLst>
              <a:path w="6477000" h="953">
                <a:moveTo>
                  <a:pt x="0" y="0"/>
                </a:moveTo>
                <a:lnTo>
                  <a:pt x="6477000" y="0"/>
                </a:lnTo>
              </a:path>
            </a:pathLst>
          </a:custGeom>
          <a:noFill/>
          <a:ln w="47625">
            <a:solidFill>
              <a:srgbClr val="F4510B"/>
            </a:solidFill>
            <a:prstDash val="solid"/>
          </a:ln>
        </p:spPr>
        <p:txBody>
          <a:bodyPr/>
          <a:lstStyle/>
          <a:p>
            <a:endParaRPr lang="en-US"/>
          </a:p>
        </p:txBody>
      </p:sp>
      <p:sp>
        <p:nvSpPr>
          <p:cNvPr id="6" name="cover-author">
            <a:extLst>
              <a:ext uri="{FF2B5EF4-FFF2-40B4-BE49-F238E27FC236}">
                <a16:creationId xmlns:a16="http://schemas.microsoft.com/office/drawing/2014/main" id="{80FC559A-C576-4474-ACB8-E52AE6DB2AA9}"/>
              </a:ext>
            </a:extLst>
          </p:cNvPr>
          <p:cNvSpPr>
            <a:spLocks noGrp="1"/>
          </p:cNvSpPr>
          <p:nvPr/>
        </p:nvSpPr>
        <p:spPr>
          <a:xfrm>
            <a:off x="4000500" y="4857750"/>
            <a:ext cx="4191000" cy="457200"/>
          </a:xfrm>
          <a:prstGeom prst="rect">
            <a:avLst/>
          </a:prstGeom>
          <a:noFill/>
          <a:ln w="0">
            <a:noFill/>
            <a:prstDash val="solid"/>
          </a:ln>
        </p:spPr>
        <p:txBody>
          <a:bodyPr lIns="0" tIns="0" rIns="0" bIns="0" anchor="ctr"/>
          <a:lstStyle>
            <a:defPPr algn="ctr">
              <a:defRPr sz="2175" b="1">
                <a:solidFill>
                  <a:srgbClr val="070D3A"/>
                </a:solidFill>
                <a:latin typeface="Nimbus Sans Narrow"/>
                <a:ea typeface="Nimbus Sans Narrow"/>
                <a:cs typeface="Nimbus Sans Narrow"/>
              </a:defRPr>
            </a:defPPr>
            <a:lvl1pPr algn="ctr">
              <a:defRPr sz="2175" b="1">
                <a:solidFill>
                  <a:srgbClr val="070D3A"/>
                </a:solidFill>
                <a:latin typeface="Nimbus Sans Narrow"/>
                <a:ea typeface="Nimbus Sans Narrow"/>
                <a:cs typeface="Nimbus Sans Narrow"/>
              </a:defRPr>
            </a:lvl1pPr>
            <a:lvl2pPr algn="ctr">
              <a:defRPr sz="2175" b="1">
                <a:solidFill>
                  <a:srgbClr val="070D3A"/>
                </a:solidFill>
                <a:latin typeface="Nimbus Sans Narrow"/>
                <a:ea typeface="Nimbus Sans Narrow"/>
                <a:cs typeface="Nimbus Sans Narrow"/>
              </a:defRPr>
            </a:lvl2pPr>
            <a:lvl3pPr algn="ctr">
              <a:defRPr sz="2175" b="1">
                <a:solidFill>
                  <a:srgbClr val="070D3A"/>
                </a:solidFill>
                <a:latin typeface="Nimbus Sans Narrow"/>
                <a:ea typeface="Nimbus Sans Narrow"/>
                <a:cs typeface="Nimbus Sans Narrow"/>
              </a:defRPr>
            </a:lvl3pPr>
            <a:lvl4pPr algn="ctr">
              <a:defRPr sz="2175" b="1">
                <a:solidFill>
                  <a:srgbClr val="070D3A"/>
                </a:solidFill>
                <a:latin typeface="Nimbus Sans Narrow"/>
                <a:ea typeface="Nimbus Sans Narrow"/>
                <a:cs typeface="Nimbus Sans Narrow"/>
              </a:defRPr>
            </a:lvl4pPr>
            <a:lvl5pPr algn="ctr">
              <a:defRPr sz="2175" b="1">
                <a:solidFill>
                  <a:srgbClr val="070D3A"/>
                </a:solidFill>
                <a:latin typeface="Nimbus Sans Narrow"/>
                <a:ea typeface="Nimbus Sans Narrow"/>
                <a:cs typeface="Nimbus Sans Narrow"/>
              </a:defRPr>
            </a:lvl5pPr>
            <a:lvl6pPr algn="ctr">
              <a:defRPr sz="2175" b="1">
                <a:solidFill>
                  <a:srgbClr val="070D3A"/>
                </a:solidFill>
                <a:latin typeface="Nimbus Sans Narrow"/>
                <a:ea typeface="Nimbus Sans Narrow"/>
                <a:cs typeface="Nimbus Sans Narrow"/>
              </a:defRPr>
            </a:lvl6pPr>
            <a:lvl7pPr algn="ctr">
              <a:defRPr sz="2175" b="1">
                <a:solidFill>
                  <a:srgbClr val="070D3A"/>
                </a:solidFill>
                <a:latin typeface="Nimbus Sans Narrow"/>
                <a:ea typeface="Nimbus Sans Narrow"/>
                <a:cs typeface="Nimbus Sans Narrow"/>
              </a:defRPr>
            </a:lvl7pPr>
            <a:lvl8pPr algn="ctr">
              <a:defRPr sz="2175" b="1">
                <a:solidFill>
                  <a:srgbClr val="070D3A"/>
                </a:solidFill>
                <a:latin typeface="Nimbus Sans Narrow"/>
                <a:ea typeface="Nimbus Sans Narrow"/>
                <a:cs typeface="Nimbus Sans Narrow"/>
              </a:defRPr>
            </a:lvl8pPr>
            <a:lvl9pPr algn="ctr">
              <a:defRPr sz="2175" b="1">
                <a:solidFill>
                  <a:srgbClr val="070D3A"/>
                </a:solidFill>
                <a:latin typeface="Nimbus Sans Narrow"/>
                <a:ea typeface="Nimbus Sans Narrow"/>
                <a:cs typeface="Nimbus Sans Narrow"/>
              </a:defRPr>
            </a:lvl9pPr>
          </a:lstStyle>
          <a:p>
            <a:pPr algn="ctr">
              <a:defRPr sz="2175" b="1">
                <a:solidFill>
                  <a:srgbClr val="070D3A"/>
                </a:solidFill>
                <a:latin typeface="Nimbus Sans Narrow"/>
                <a:ea typeface="Nimbus Sans Narrow"/>
                <a:cs typeface="Nimbus Sans Narrow"/>
              </a:defRPr>
            </a:pPr>
            <a:r>
              <a:rPr sz="2175" b="1">
                <a:solidFill>
                  <a:srgbClr val="070D3A"/>
                </a:solidFill>
                <a:latin typeface="Nimbus Sans Narrow"/>
                <a:ea typeface="Nimbus Sans Narrow"/>
                <a:cs typeface="Nimbus Sans Narrow"/>
              </a:rPr>
              <a:t>Justin Bahl</a:t>
            </a:r>
          </a:p>
        </p:txBody>
      </p:sp>
      <p:pic>
        <p:nvPicPr>
          <p:cNvPr id="9" name="Picture 8">
            <a:extLst>
              <a:ext uri="{FF2B5EF4-FFF2-40B4-BE49-F238E27FC236}">
                <a16:creationId xmlns:a16="http://schemas.microsoft.com/office/drawing/2014/main" id="{AADA2CF6-BFD6-54EB-25C7-C63C3711FA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763" y="283620"/>
            <a:ext cx="3323186" cy="1087980"/>
          </a:xfrm>
          <a:prstGeom prst="rect">
            <a:avLst/>
          </a:prstGeom>
        </p:spPr>
      </p:pic>
    </p:spTree>
    <p:extLst>
      <p:ext uri="{BB962C8B-B14F-4D97-AF65-F5344CB8AC3E}">
        <p14:creationId xmlns:p14="http://schemas.microsoft.com/office/powerpoint/2010/main" val="770859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phase-slide-border">
            <a:extLst>
              <a:ext uri="{FF2B5EF4-FFF2-40B4-BE49-F238E27FC236}">
                <a16:creationId xmlns:a16="http://schemas.microsoft.com/office/drawing/2014/main" id="{55C3EE78-B748-4525-B227-9CC4BD5C6E98}"/>
              </a:ext>
            </a:extLst>
          </p:cNvPr>
          <p:cNvSpPr>
            <a:spLocks noGrp="1"/>
          </p:cNvSpPr>
          <p:nvPr/>
        </p:nvSpPr>
        <p:spPr>
          <a:xfrm>
            <a:off x="76200" y="76200"/>
            <a:ext cx="12039600" cy="6705600"/>
          </a:xfrm>
          <a:prstGeom prst="roundRect">
            <a:avLst>
              <a:gd name="adj" fmla="val 1705"/>
            </a:avLst>
          </a:prstGeom>
          <a:noFill/>
          <a:ln w="19050">
            <a:solidFill>
              <a:srgbClr val="0B69E8"/>
            </a:solidFill>
            <a:prstDash val="solid"/>
          </a:ln>
        </p:spPr>
        <p:txBody>
          <a:bodyPr/>
          <a:lstStyle/>
          <a:p>
            <a:endParaRPr lang="en-US"/>
          </a:p>
        </p:txBody>
      </p:sp>
      <p:sp>
        <p:nvSpPr>
          <p:cNvPr id="2" name="slide-title">
            <a:extLst>
              <a:ext uri="{FF2B5EF4-FFF2-40B4-BE49-F238E27FC236}">
                <a16:creationId xmlns:a16="http://schemas.microsoft.com/office/drawing/2014/main" id="{A7F52C91-F735-4461-BB1B-2415DF1FE3DB}"/>
              </a:ext>
            </a:extLst>
          </p:cNvPr>
          <p:cNvSpPr>
            <a:spLocks noGrp="1"/>
          </p:cNvSpPr>
          <p:nvPr/>
        </p:nvSpPr>
        <p:spPr>
          <a:xfrm>
            <a:off x="533400" y="266700"/>
            <a:ext cx="11125200" cy="552450"/>
          </a:xfrm>
          <a:prstGeom prst="rect">
            <a:avLst/>
          </a:prstGeom>
          <a:noFill/>
          <a:ln w="0">
            <a:noFill/>
            <a:prstDash val="solid"/>
          </a:ln>
        </p:spPr>
        <p:txBody>
          <a:bodyPr lIns="0" tIns="0" rIns="0" bIns="0" anchor="ctr"/>
          <a:lstStyle>
            <a:defPPr algn="ctr">
              <a:defRPr sz="3000" b="1">
                <a:solidFill>
                  <a:srgbClr val="070D3A"/>
                </a:solidFill>
                <a:latin typeface="Nimbus Sans Narrow"/>
                <a:ea typeface="Nimbus Sans Narrow"/>
                <a:cs typeface="Nimbus Sans Narrow"/>
              </a:defRPr>
            </a:defPPr>
            <a:lvl1pPr algn="ctr">
              <a:defRPr sz="3000" b="1">
                <a:solidFill>
                  <a:srgbClr val="070D3A"/>
                </a:solidFill>
                <a:latin typeface="Nimbus Sans Narrow"/>
                <a:ea typeface="Nimbus Sans Narrow"/>
                <a:cs typeface="Nimbus Sans Narrow"/>
              </a:defRPr>
            </a:lvl1pPr>
            <a:lvl2pPr algn="ctr">
              <a:defRPr sz="3000" b="1">
                <a:solidFill>
                  <a:srgbClr val="070D3A"/>
                </a:solidFill>
                <a:latin typeface="Nimbus Sans Narrow"/>
                <a:ea typeface="Nimbus Sans Narrow"/>
                <a:cs typeface="Nimbus Sans Narrow"/>
              </a:defRPr>
            </a:lvl2pPr>
            <a:lvl3pPr algn="ctr">
              <a:defRPr sz="3000" b="1">
                <a:solidFill>
                  <a:srgbClr val="070D3A"/>
                </a:solidFill>
                <a:latin typeface="Nimbus Sans Narrow"/>
                <a:ea typeface="Nimbus Sans Narrow"/>
                <a:cs typeface="Nimbus Sans Narrow"/>
              </a:defRPr>
            </a:lvl3pPr>
            <a:lvl4pPr algn="ctr">
              <a:defRPr sz="3000" b="1">
                <a:solidFill>
                  <a:srgbClr val="070D3A"/>
                </a:solidFill>
                <a:latin typeface="Nimbus Sans Narrow"/>
                <a:ea typeface="Nimbus Sans Narrow"/>
                <a:cs typeface="Nimbus Sans Narrow"/>
              </a:defRPr>
            </a:lvl4pPr>
            <a:lvl5pPr algn="ctr">
              <a:defRPr sz="3000" b="1">
                <a:solidFill>
                  <a:srgbClr val="070D3A"/>
                </a:solidFill>
                <a:latin typeface="Nimbus Sans Narrow"/>
                <a:ea typeface="Nimbus Sans Narrow"/>
                <a:cs typeface="Nimbus Sans Narrow"/>
              </a:defRPr>
            </a:lvl5pPr>
            <a:lvl6pPr algn="ctr">
              <a:defRPr sz="3000" b="1">
                <a:solidFill>
                  <a:srgbClr val="070D3A"/>
                </a:solidFill>
                <a:latin typeface="Nimbus Sans Narrow"/>
                <a:ea typeface="Nimbus Sans Narrow"/>
                <a:cs typeface="Nimbus Sans Narrow"/>
              </a:defRPr>
            </a:lvl6pPr>
            <a:lvl7pPr algn="ctr">
              <a:defRPr sz="3000" b="1">
                <a:solidFill>
                  <a:srgbClr val="070D3A"/>
                </a:solidFill>
                <a:latin typeface="Nimbus Sans Narrow"/>
                <a:ea typeface="Nimbus Sans Narrow"/>
                <a:cs typeface="Nimbus Sans Narrow"/>
              </a:defRPr>
            </a:lvl7pPr>
            <a:lvl8pPr algn="ctr">
              <a:defRPr sz="3000" b="1">
                <a:solidFill>
                  <a:srgbClr val="070D3A"/>
                </a:solidFill>
                <a:latin typeface="Nimbus Sans Narrow"/>
                <a:ea typeface="Nimbus Sans Narrow"/>
                <a:cs typeface="Nimbus Sans Narrow"/>
              </a:defRPr>
            </a:lvl8pPr>
            <a:lvl9pPr algn="ctr">
              <a:defRPr sz="3000" b="1">
                <a:solidFill>
                  <a:srgbClr val="070D3A"/>
                </a:solidFill>
                <a:latin typeface="Nimbus Sans Narrow"/>
                <a:ea typeface="Nimbus Sans Narrow"/>
                <a:cs typeface="Nimbus Sans Narrow"/>
              </a:defRPr>
            </a:lvl9pPr>
          </a:lstStyle>
          <a:p>
            <a:pPr algn="ctr">
              <a:defRPr sz="3000" b="1">
                <a:solidFill>
                  <a:srgbClr val="070D3A"/>
                </a:solidFill>
                <a:latin typeface="Nimbus Sans Narrow"/>
                <a:ea typeface="Nimbus Sans Narrow"/>
                <a:cs typeface="Nimbus Sans Narrow"/>
              </a:defRPr>
            </a:pPr>
            <a:r>
              <a:rPr sz="3000" b="1" dirty="0">
                <a:solidFill>
                  <a:srgbClr val="070D3A"/>
                </a:solidFill>
                <a:latin typeface="Nimbus Sans Narrow"/>
                <a:ea typeface="Nimbus Sans Narrow"/>
                <a:cs typeface="Nimbus Sans Narrow"/>
              </a:rPr>
              <a:t>The public-health question changes </a:t>
            </a:r>
            <a:r>
              <a:rPr lang="en-US" dirty="0"/>
              <a:t>throughout an outbreak</a:t>
            </a:r>
            <a:endParaRPr sz="3000" b="1" dirty="0">
              <a:solidFill>
                <a:srgbClr val="070D3A"/>
              </a:solidFill>
              <a:latin typeface="Nimbus Sans Narrow"/>
              <a:ea typeface="Nimbus Sans Narrow"/>
              <a:cs typeface="Nimbus Sans Narrow"/>
            </a:endParaRPr>
          </a:p>
        </p:txBody>
      </p:sp>
      <p:sp>
        <p:nvSpPr>
          <p:cNvPr id="3" name="state-line">
            <a:extLst>
              <a:ext uri="{FF2B5EF4-FFF2-40B4-BE49-F238E27FC236}">
                <a16:creationId xmlns:a16="http://schemas.microsoft.com/office/drawing/2014/main" id="{58C3640A-D58E-4125-81FD-0428BCC37383}"/>
              </a:ext>
            </a:extLst>
          </p:cNvPr>
          <p:cNvSpPr>
            <a:spLocks noGrp="1"/>
          </p:cNvSpPr>
          <p:nvPr/>
        </p:nvSpPr>
        <p:spPr>
          <a:xfrm>
            <a:off x="1000125" y="2571750"/>
            <a:ext cx="10191750" cy="953"/>
          </a:xfrm>
          <a:custGeom>
            <a:avLst/>
            <a:gdLst/>
            <a:ahLst/>
            <a:cxnLst/>
            <a:rect l="0" t="0" r="0" b="0"/>
            <a:pathLst>
              <a:path w="10191750" h="953">
                <a:moveTo>
                  <a:pt x="0" y="0"/>
                </a:moveTo>
                <a:lnTo>
                  <a:pt x="10191750" y="0"/>
                </a:lnTo>
              </a:path>
            </a:pathLst>
          </a:custGeom>
          <a:noFill/>
          <a:ln w="76200">
            <a:solidFill>
              <a:srgbClr val="D9E2EC"/>
            </a:solidFill>
            <a:prstDash val="solid"/>
          </a:ln>
        </p:spPr>
        <p:txBody>
          <a:bodyPr/>
          <a:lstStyle/>
          <a:p>
            <a:endParaRPr lang="en-US"/>
          </a:p>
        </p:txBody>
      </p:sp>
      <p:sp>
        <p:nvSpPr>
          <p:cNvPr id="4" name="state-circle-1">
            <a:extLst>
              <a:ext uri="{FF2B5EF4-FFF2-40B4-BE49-F238E27FC236}">
                <a16:creationId xmlns:a16="http://schemas.microsoft.com/office/drawing/2014/main" id="{A9905B84-606B-4C2A-B0E8-13F8A8A61FE2}"/>
              </a:ext>
            </a:extLst>
          </p:cNvPr>
          <p:cNvSpPr>
            <a:spLocks noGrp="1"/>
          </p:cNvSpPr>
          <p:nvPr/>
        </p:nvSpPr>
        <p:spPr>
          <a:xfrm>
            <a:off x="828675" y="2305050"/>
            <a:ext cx="533400" cy="533400"/>
          </a:xfrm>
          <a:prstGeom prst="ellipse">
            <a:avLst/>
          </a:prstGeom>
          <a:solidFill>
            <a:srgbClr val="0B69E8"/>
          </a:solidFill>
          <a:ln w="28575">
            <a:solidFill>
              <a:srgbClr val="FFFFFF"/>
            </a:solidFill>
            <a:prstDash val="solid"/>
          </a:ln>
        </p:spPr>
        <p:txBody>
          <a:bodyPr/>
          <a:lstStyle/>
          <a:p>
            <a:endParaRPr lang="en-US"/>
          </a:p>
        </p:txBody>
      </p:sp>
      <p:sp>
        <p:nvSpPr>
          <p:cNvPr id="5" name="state-number-1">
            <a:extLst>
              <a:ext uri="{FF2B5EF4-FFF2-40B4-BE49-F238E27FC236}">
                <a16:creationId xmlns:a16="http://schemas.microsoft.com/office/drawing/2014/main" id="{70925BA4-864E-4297-AF6B-2E88D5E68D5A}"/>
              </a:ext>
            </a:extLst>
          </p:cNvPr>
          <p:cNvSpPr>
            <a:spLocks noGrp="1"/>
          </p:cNvSpPr>
          <p:nvPr/>
        </p:nvSpPr>
        <p:spPr>
          <a:xfrm>
            <a:off x="904875" y="2381250"/>
            <a:ext cx="381000" cy="381000"/>
          </a:xfrm>
          <a:prstGeom prst="rect">
            <a:avLst/>
          </a:prstGeom>
          <a:noFill/>
          <a:ln w="0">
            <a:noFill/>
            <a:prstDash val="solid"/>
          </a:ln>
        </p:spPr>
        <p:txBody>
          <a:bodyPr lIns="0" tIns="0" rIns="0" bIns="0" anchor="ctr"/>
          <a:lstStyle>
            <a:defPPr algn="ctr">
              <a:defRPr sz="1725" b="1">
                <a:solidFill>
                  <a:srgbClr val="FFFFFF"/>
                </a:solidFill>
                <a:latin typeface="Nimbus Sans Narrow"/>
                <a:ea typeface="Nimbus Sans Narrow"/>
                <a:cs typeface="Nimbus Sans Narrow"/>
              </a:defRPr>
            </a:defPPr>
            <a:lvl1pPr algn="ctr">
              <a:defRPr sz="1725" b="1">
                <a:solidFill>
                  <a:srgbClr val="FFFFFF"/>
                </a:solidFill>
                <a:latin typeface="Nimbus Sans Narrow"/>
                <a:ea typeface="Nimbus Sans Narrow"/>
                <a:cs typeface="Nimbus Sans Narrow"/>
              </a:defRPr>
            </a:lvl1pPr>
            <a:lvl2pPr algn="ctr">
              <a:defRPr sz="1725" b="1">
                <a:solidFill>
                  <a:srgbClr val="FFFFFF"/>
                </a:solidFill>
                <a:latin typeface="Nimbus Sans Narrow"/>
                <a:ea typeface="Nimbus Sans Narrow"/>
                <a:cs typeface="Nimbus Sans Narrow"/>
              </a:defRPr>
            </a:lvl2pPr>
            <a:lvl3pPr algn="ctr">
              <a:defRPr sz="1725" b="1">
                <a:solidFill>
                  <a:srgbClr val="FFFFFF"/>
                </a:solidFill>
                <a:latin typeface="Nimbus Sans Narrow"/>
                <a:ea typeface="Nimbus Sans Narrow"/>
                <a:cs typeface="Nimbus Sans Narrow"/>
              </a:defRPr>
            </a:lvl3pPr>
            <a:lvl4pPr algn="ctr">
              <a:defRPr sz="1725" b="1">
                <a:solidFill>
                  <a:srgbClr val="FFFFFF"/>
                </a:solidFill>
                <a:latin typeface="Nimbus Sans Narrow"/>
                <a:ea typeface="Nimbus Sans Narrow"/>
                <a:cs typeface="Nimbus Sans Narrow"/>
              </a:defRPr>
            </a:lvl4pPr>
            <a:lvl5pPr algn="ctr">
              <a:defRPr sz="1725" b="1">
                <a:solidFill>
                  <a:srgbClr val="FFFFFF"/>
                </a:solidFill>
                <a:latin typeface="Nimbus Sans Narrow"/>
                <a:ea typeface="Nimbus Sans Narrow"/>
                <a:cs typeface="Nimbus Sans Narrow"/>
              </a:defRPr>
            </a:lvl5pPr>
            <a:lvl6pPr algn="ctr">
              <a:defRPr sz="1725" b="1">
                <a:solidFill>
                  <a:srgbClr val="FFFFFF"/>
                </a:solidFill>
                <a:latin typeface="Nimbus Sans Narrow"/>
                <a:ea typeface="Nimbus Sans Narrow"/>
                <a:cs typeface="Nimbus Sans Narrow"/>
              </a:defRPr>
            </a:lvl6pPr>
            <a:lvl7pPr algn="ctr">
              <a:defRPr sz="1725" b="1">
                <a:solidFill>
                  <a:srgbClr val="FFFFFF"/>
                </a:solidFill>
                <a:latin typeface="Nimbus Sans Narrow"/>
                <a:ea typeface="Nimbus Sans Narrow"/>
                <a:cs typeface="Nimbus Sans Narrow"/>
              </a:defRPr>
            </a:lvl7pPr>
            <a:lvl8pPr algn="ctr">
              <a:defRPr sz="1725" b="1">
                <a:solidFill>
                  <a:srgbClr val="FFFFFF"/>
                </a:solidFill>
                <a:latin typeface="Nimbus Sans Narrow"/>
                <a:ea typeface="Nimbus Sans Narrow"/>
                <a:cs typeface="Nimbus Sans Narrow"/>
              </a:defRPr>
            </a:lvl8pPr>
            <a:lvl9pPr algn="ctr">
              <a:defRPr sz="1725" b="1">
                <a:solidFill>
                  <a:srgbClr val="FFFFFF"/>
                </a:solidFill>
                <a:latin typeface="Nimbus Sans Narrow"/>
                <a:ea typeface="Nimbus Sans Narrow"/>
                <a:cs typeface="Nimbus Sans Narrow"/>
              </a:defRPr>
            </a:lvl9pPr>
          </a:lstStyle>
          <a:p>
            <a:pPr algn="ctr">
              <a:defRPr sz="1725" b="1">
                <a:solidFill>
                  <a:srgbClr val="FFFFFF"/>
                </a:solidFill>
                <a:latin typeface="Nimbus Sans Narrow"/>
                <a:ea typeface="Nimbus Sans Narrow"/>
                <a:cs typeface="Nimbus Sans Narrow"/>
              </a:defRPr>
            </a:pPr>
            <a:r>
              <a:rPr sz="1725" b="1">
                <a:solidFill>
                  <a:srgbClr val="FFFFFF"/>
                </a:solidFill>
                <a:latin typeface="Nimbus Sans Narrow"/>
                <a:ea typeface="Nimbus Sans Narrow"/>
                <a:cs typeface="Nimbus Sans Narrow"/>
              </a:rPr>
              <a:t>1</a:t>
            </a:r>
          </a:p>
        </p:txBody>
      </p:sp>
      <p:sp>
        <p:nvSpPr>
          <p:cNvPr id="6" name="state-label-1">
            <a:extLst>
              <a:ext uri="{FF2B5EF4-FFF2-40B4-BE49-F238E27FC236}">
                <a16:creationId xmlns:a16="http://schemas.microsoft.com/office/drawing/2014/main" id="{48C8B0B9-8675-4D1C-9AF3-0A4FA2AD102E}"/>
              </a:ext>
            </a:extLst>
          </p:cNvPr>
          <p:cNvSpPr>
            <a:spLocks noGrp="1"/>
          </p:cNvSpPr>
          <p:nvPr/>
        </p:nvSpPr>
        <p:spPr>
          <a:xfrm>
            <a:off x="381000" y="3028950"/>
            <a:ext cx="1428750" cy="400050"/>
          </a:xfrm>
          <a:prstGeom prst="rect">
            <a:avLst/>
          </a:prstGeom>
          <a:noFill/>
          <a:ln w="0">
            <a:noFill/>
            <a:prstDash val="solid"/>
          </a:ln>
        </p:spPr>
        <p:txBody>
          <a:bodyPr lIns="0" tIns="0" rIns="0" bIns="0" anchor="ctr"/>
          <a:lstStyle>
            <a:defPPr algn="ctr">
              <a:defRPr sz="1725" b="1">
                <a:solidFill>
                  <a:srgbClr val="0B69E8"/>
                </a:solidFill>
                <a:latin typeface="Nimbus Sans Narrow"/>
                <a:ea typeface="Nimbus Sans Narrow"/>
                <a:cs typeface="Nimbus Sans Narrow"/>
              </a:defRPr>
            </a:defPPr>
            <a:lvl1pPr algn="ctr">
              <a:defRPr sz="1725" b="1">
                <a:solidFill>
                  <a:srgbClr val="0B69E8"/>
                </a:solidFill>
                <a:latin typeface="Nimbus Sans Narrow"/>
                <a:ea typeface="Nimbus Sans Narrow"/>
                <a:cs typeface="Nimbus Sans Narrow"/>
              </a:defRPr>
            </a:lvl1pPr>
            <a:lvl2pPr algn="ctr">
              <a:defRPr sz="1725" b="1">
                <a:solidFill>
                  <a:srgbClr val="0B69E8"/>
                </a:solidFill>
                <a:latin typeface="Nimbus Sans Narrow"/>
                <a:ea typeface="Nimbus Sans Narrow"/>
                <a:cs typeface="Nimbus Sans Narrow"/>
              </a:defRPr>
            </a:lvl2pPr>
            <a:lvl3pPr algn="ctr">
              <a:defRPr sz="1725" b="1">
                <a:solidFill>
                  <a:srgbClr val="0B69E8"/>
                </a:solidFill>
                <a:latin typeface="Nimbus Sans Narrow"/>
                <a:ea typeface="Nimbus Sans Narrow"/>
                <a:cs typeface="Nimbus Sans Narrow"/>
              </a:defRPr>
            </a:lvl3pPr>
            <a:lvl4pPr algn="ctr">
              <a:defRPr sz="1725" b="1">
                <a:solidFill>
                  <a:srgbClr val="0B69E8"/>
                </a:solidFill>
                <a:latin typeface="Nimbus Sans Narrow"/>
                <a:ea typeface="Nimbus Sans Narrow"/>
                <a:cs typeface="Nimbus Sans Narrow"/>
              </a:defRPr>
            </a:lvl4pPr>
            <a:lvl5pPr algn="ctr">
              <a:defRPr sz="1725" b="1">
                <a:solidFill>
                  <a:srgbClr val="0B69E8"/>
                </a:solidFill>
                <a:latin typeface="Nimbus Sans Narrow"/>
                <a:ea typeface="Nimbus Sans Narrow"/>
                <a:cs typeface="Nimbus Sans Narrow"/>
              </a:defRPr>
            </a:lvl5pPr>
            <a:lvl6pPr algn="ctr">
              <a:defRPr sz="1725" b="1">
                <a:solidFill>
                  <a:srgbClr val="0B69E8"/>
                </a:solidFill>
                <a:latin typeface="Nimbus Sans Narrow"/>
                <a:ea typeface="Nimbus Sans Narrow"/>
                <a:cs typeface="Nimbus Sans Narrow"/>
              </a:defRPr>
            </a:lvl6pPr>
            <a:lvl7pPr algn="ctr">
              <a:defRPr sz="1725" b="1">
                <a:solidFill>
                  <a:srgbClr val="0B69E8"/>
                </a:solidFill>
                <a:latin typeface="Nimbus Sans Narrow"/>
                <a:ea typeface="Nimbus Sans Narrow"/>
                <a:cs typeface="Nimbus Sans Narrow"/>
              </a:defRPr>
            </a:lvl7pPr>
            <a:lvl8pPr algn="ctr">
              <a:defRPr sz="1725" b="1">
                <a:solidFill>
                  <a:srgbClr val="0B69E8"/>
                </a:solidFill>
                <a:latin typeface="Nimbus Sans Narrow"/>
                <a:ea typeface="Nimbus Sans Narrow"/>
                <a:cs typeface="Nimbus Sans Narrow"/>
              </a:defRPr>
            </a:lvl8pPr>
            <a:lvl9pPr algn="ctr">
              <a:defRPr sz="1725" b="1">
                <a:solidFill>
                  <a:srgbClr val="0B69E8"/>
                </a:solidFill>
                <a:latin typeface="Nimbus Sans Narrow"/>
                <a:ea typeface="Nimbus Sans Narrow"/>
                <a:cs typeface="Nimbus Sans Narrow"/>
              </a:defRPr>
            </a:lvl9pPr>
          </a:lstStyle>
          <a:p>
            <a:pPr algn="ctr">
              <a:defRPr sz="1725" b="1">
                <a:solidFill>
                  <a:srgbClr val="0B69E8"/>
                </a:solidFill>
                <a:latin typeface="Nimbus Sans Narrow"/>
                <a:ea typeface="Nimbus Sans Narrow"/>
                <a:cs typeface="Nimbus Sans Narrow"/>
              </a:defRPr>
            </a:pPr>
            <a:r>
              <a:rPr sz="1725" b="1">
                <a:solidFill>
                  <a:srgbClr val="0B69E8"/>
                </a:solidFill>
                <a:latin typeface="Nimbus Sans Narrow"/>
                <a:ea typeface="Nimbus Sans Narrow"/>
                <a:cs typeface="Nimbus Sans Narrow"/>
              </a:rPr>
              <a:t>Preparedness</a:t>
            </a:r>
          </a:p>
        </p:txBody>
      </p:sp>
      <p:sp>
        <p:nvSpPr>
          <p:cNvPr id="7" name="state-question-1">
            <a:extLst>
              <a:ext uri="{FF2B5EF4-FFF2-40B4-BE49-F238E27FC236}">
                <a16:creationId xmlns:a16="http://schemas.microsoft.com/office/drawing/2014/main" id="{D6315CE3-DBFB-41EB-A06F-0BF58CA1A57B}"/>
              </a:ext>
            </a:extLst>
          </p:cNvPr>
          <p:cNvSpPr>
            <a:spLocks noGrp="1"/>
          </p:cNvSpPr>
          <p:nvPr/>
        </p:nvSpPr>
        <p:spPr>
          <a:xfrm>
            <a:off x="342900" y="3486150"/>
            <a:ext cx="1504950" cy="723900"/>
          </a:xfrm>
          <a:prstGeom prst="rect">
            <a:avLst/>
          </a:prstGeom>
          <a:noFill/>
          <a:ln w="0">
            <a:noFill/>
            <a:prstDash val="solid"/>
          </a:ln>
        </p:spPr>
        <p:txBody>
          <a:bodyPr lIns="0" tIns="0" rIns="0" bIns="0" anchor="ctr"/>
          <a:lstStyle>
            <a:defPPr algn="ctr">
              <a:defRPr sz="1350" b="0">
                <a:solidFill>
                  <a:srgbClr val="070D3A"/>
                </a:solidFill>
                <a:latin typeface="Nimbus Sans Narrow"/>
                <a:ea typeface="Nimbus Sans Narrow"/>
                <a:cs typeface="Nimbus Sans Narrow"/>
              </a:defRPr>
            </a:defPPr>
            <a:lvl1pPr algn="ctr">
              <a:defRPr sz="1350" b="0">
                <a:solidFill>
                  <a:srgbClr val="070D3A"/>
                </a:solidFill>
                <a:latin typeface="Nimbus Sans Narrow"/>
                <a:ea typeface="Nimbus Sans Narrow"/>
                <a:cs typeface="Nimbus Sans Narrow"/>
              </a:defRPr>
            </a:lvl1pPr>
            <a:lvl2pPr algn="ctr">
              <a:defRPr sz="1350" b="0">
                <a:solidFill>
                  <a:srgbClr val="070D3A"/>
                </a:solidFill>
                <a:latin typeface="Nimbus Sans Narrow"/>
                <a:ea typeface="Nimbus Sans Narrow"/>
                <a:cs typeface="Nimbus Sans Narrow"/>
              </a:defRPr>
            </a:lvl2pPr>
            <a:lvl3pPr algn="ctr">
              <a:defRPr sz="1350" b="0">
                <a:solidFill>
                  <a:srgbClr val="070D3A"/>
                </a:solidFill>
                <a:latin typeface="Nimbus Sans Narrow"/>
                <a:ea typeface="Nimbus Sans Narrow"/>
                <a:cs typeface="Nimbus Sans Narrow"/>
              </a:defRPr>
            </a:lvl3pPr>
            <a:lvl4pPr algn="ctr">
              <a:defRPr sz="1350" b="0">
                <a:solidFill>
                  <a:srgbClr val="070D3A"/>
                </a:solidFill>
                <a:latin typeface="Nimbus Sans Narrow"/>
                <a:ea typeface="Nimbus Sans Narrow"/>
                <a:cs typeface="Nimbus Sans Narrow"/>
              </a:defRPr>
            </a:lvl4pPr>
            <a:lvl5pPr algn="ctr">
              <a:defRPr sz="1350" b="0">
                <a:solidFill>
                  <a:srgbClr val="070D3A"/>
                </a:solidFill>
                <a:latin typeface="Nimbus Sans Narrow"/>
                <a:ea typeface="Nimbus Sans Narrow"/>
                <a:cs typeface="Nimbus Sans Narrow"/>
              </a:defRPr>
            </a:lvl5pPr>
            <a:lvl6pPr algn="ctr">
              <a:defRPr sz="1350" b="0">
                <a:solidFill>
                  <a:srgbClr val="070D3A"/>
                </a:solidFill>
                <a:latin typeface="Nimbus Sans Narrow"/>
                <a:ea typeface="Nimbus Sans Narrow"/>
                <a:cs typeface="Nimbus Sans Narrow"/>
              </a:defRPr>
            </a:lvl6pPr>
            <a:lvl7pPr algn="ctr">
              <a:defRPr sz="1350" b="0">
                <a:solidFill>
                  <a:srgbClr val="070D3A"/>
                </a:solidFill>
                <a:latin typeface="Nimbus Sans Narrow"/>
                <a:ea typeface="Nimbus Sans Narrow"/>
                <a:cs typeface="Nimbus Sans Narrow"/>
              </a:defRPr>
            </a:lvl7pPr>
            <a:lvl8pPr algn="ctr">
              <a:defRPr sz="1350" b="0">
                <a:solidFill>
                  <a:srgbClr val="070D3A"/>
                </a:solidFill>
                <a:latin typeface="Nimbus Sans Narrow"/>
                <a:ea typeface="Nimbus Sans Narrow"/>
                <a:cs typeface="Nimbus Sans Narrow"/>
              </a:defRPr>
            </a:lvl8pPr>
            <a:lvl9pPr algn="ctr">
              <a:defRPr sz="1350" b="0">
                <a:solidFill>
                  <a:srgbClr val="070D3A"/>
                </a:solidFill>
                <a:latin typeface="Nimbus Sans Narrow"/>
                <a:ea typeface="Nimbus Sans Narrow"/>
                <a:cs typeface="Nimbus Sans Narrow"/>
              </a:defRPr>
            </a:lvl9pPr>
          </a:lstStyle>
          <a:p>
            <a:pPr algn="ctr">
              <a:defRPr sz="1350" b="0">
                <a:solidFill>
                  <a:srgbClr val="070D3A"/>
                </a:solidFill>
                <a:latin typeface="Nimbus Sans Narrow"/>
                <a:ea typeface="Nimbus Sans Narrow"/>
                <a:cs typeface="Nimbus Sans Narrow"/>
              </a:defRPr>
            </a:pPr>
            <a:r>
              <a:rPr sz="1350" b="0">
                <a:solidFill>
                  <a:srgbClr val="070D3A"/>
                </a:solidFill>
                <a:latin typeface="Nimbus Sans Narrow"/>
                <a:ea typeface="Nimbus Sans Narrow"/>
                <a:cs typeface="Nimbus Sans Narrow"/>
              </a:rPr>
              <a:t>Define the baseline</a:t>
            </a:r>
          </a:p>
        </p:txBody>
      </p:sp>
      <p:sp>
        <p:nvSpPr>
          <p:cNvPr id="8" name="state-circle-2">
            <a:extLst>
              <a:ext uri="{FF2B5EF4-FFF2-40B4-BE49-F238E27FC236}">
                <a16:creationId xmlns:a16="http://schemas.microsoft.com/office/drawing/2014/main" id="{20F8B107-F348-4A76-9CF6-53375410F915}"/>
              </a:ext>
            </a:extLst>
          </p:cNvPr>
          <p:cNvSpPr>
            <a:spLocks noGrp="1"/>
          </p:cNvSpPr>
          <p:nvPr/>
        </p:nvSpPr>
        <p:spPr>
          <a:xfrm>
            <a:off x="2495550" y="2305050"/>
            <a:ext cx="533400" cy="533400"/>
          </a:xfrm>
          <a:prstGeom prst="ellipse">
            <a:avLst/>
          </a:prstGeom>
          <a:solidFill>
            <a:srgbClr val="0B69E8"/>
          </a:solidFill>
          <a:ln w="28575">
            <a:solidFill>
              <a:srgbClr val="FFFFFF"/>
            </a:solidFill>
            <a:prstDash val="solid"/>
          </a:ln>
        </p:spPr>
        <p:txBody>
          <a:bodyPr/>
          <a:lstStyle/>
          <a:p>
            <a:endParaRPr lang="en-US"/>
          </a:p>
        </p:txBody>
      </p:sp>
      <p:sp>
        <p:nvSpPr>
          <p:cNvPr id="9" name="state-number-2">
            <a:extLst>
              <a:ext uri="{FF2B5EF4-FFF2-40B4-BE49-F238E27FC236}">
                <a16:creationId xmlns:a16="http://schemas.microsoft.com/office/drawing/2014/main" id="{1A0E7976-B3AD-4608-96FB-222A2F36137F}"/>
              </a:ext>
            </a:extLst>
          </p:cNvPr>
          <p:cNvSpPr>
            <a:spLocks noGrp="1"/>
          </p:cNvSpPr>
          <p:nvPr/>
        </p:nvSpPr>
        <p:spPr>
          <a:xfrm>
            <a:off x="2571750" y="2381250"/>
            <a:ext cx="381000" cy="381000"/>
          </a:xfrm>
          <a:prstGeom prst="rect">
            <a:avLst/>
          </a:prstGeom>
          <a:noFill/>
          <a:ln w="0">
            <a:noFill/>
            <a:prstDash val="solid"/>
          </a:ln>
        </p:spPr>
        <p:txBody>
          <a:bodyPr lIns="0" tIns="0" rIns="0" bIns="0" anchor="ctr"/>
          <a:lstStyle>
            <a:defPPr algn="ctr">
              <a:defRPr sz="1725" b="1">
                <a:solidFill>
                  <a:srgbClr val="FFFFFF"/>
                </a:solidFill>
                <a:latin typeface="Nimbus Sans Narrow"/>
                <a:ea typeface="Nimbus Sans Narrow"/>
                <a:cs typeface="Nimbus Sans Narrow"/>
              </a:defRPr>
            </a:defPPr>
            <a:lvl1pPr algn="ctr">
              <a:defRPr sz="1725" b="1">
                <a:solidFill>
                  <a:srgbClr val="FFFFFF"/>
                </a:solidFill>
                <a:latin typeface="Nimbus Sans Narrow"/>
                <a:ea typeface="Nimbus Sans Narrow"/>
                <a:cs typeface="Nimbus Sans Narrow"/>
              </a:defRPr>
            </a:lvl1pPr>
            <a:lvl2pPr algn="ctr">
              <a:defRPr sz="1725" b="1">
                <a:solidFill>
                  <a:srgbClr val="FFFFFF"/>
                </a:solidFill>
                <a:latin typeface="Nimbus Sans Narrow"/>
                <a:ea typeface="Nimbus Sans Narrow"/>
                <a:cs typeface="Nimbus Sans Narrow"/>
              </a:defRPr>
            </a:lvl2pPr>
            <a:lvl3pPr algn="ctr">
              <a:defRPr sz="1725" b="1">
                <a:solidFill>
                  <a:srgbClr val="FFFFFF"/>
                </a:solidFill>
                <a:latin typeface="Nimbus Sans Narrow"/>
                <a:ea typeface="Nimbus Sans Narrow"/>
                <a:cs typeface="Nimbus Sans Narrow"/>
              </a:defRPr>
            </a:lvl3pPr>
            <a:lvl4pPr algn="ctr">
              <a:defRPr sz="1725" b="1">
                <a:solidFill>
                  <a:srgbClr val="FFFFFF"/>
                </a:solidFill>
                <a:latin typeface="Nimbus Sans Narrow"/>
                <a:ea typeface="Nimbus Sans Narrow"/>
                <a:cs typeface="Nimbus Sans Narrow"/>
              </a:defRPr>
            </a:lvl4pPr>
            <a:lvl5pPr algn="ctr">
              <a:defRPr sz="1725" b="1">
                <a:solidFill>
                  <a:srgbClr val="FFFFFF"/>
                </a:solidFill>
                <a:latin typeface="Nimbus Sans Narrow"/>
                <a:ea typeface="Nimbus Sans Narrow"/>
                <a:cs typeface="Nimbus Sans Narrow"/>
              </a:defRPr>
            </a:lvl5pPr>
            <a:lvl6pPr algn="ctr">
              <a:defRPr sz="1725" b="1">
                <a:solidFill>
                  <a:srgbClr val="FFFFFF"/>
                </a:solidFill>
                <a:latin typeface="Nimbus Sans Narrow"/>
                <a:ea typeface="Nimbus Sans Narrow"/>
                <a:cs typeface="Nimbus Sans Narrow"/>
              </a:defRPr>
            </a:lvl6pPr>
            <a:lvl7pPr algn="ctr">
              <a:defRPr sz="1725" b="1">
                <a:solidFill>
                  <a:srgbClr val="FFFFFF"/>
                </a:solidFill>
                <a:latin typeface="Nimbus Sans Narrow"/>
                <a:ea typeface="Nimbus Sans Narrow"/>
                <a:cs typeface="Nimbus Sans Narrow"/>
              </a:defRPr>
            </a:lvl7pPr>
            <a:lvl8pPr algn="ctr">
              <a:defRPr sz="1725" b="1">
                <a:solidFill>
                  <a:srgbClr val="FFFFFF"/>
                </a:solidFill>
                <a:latin typeface="Nimbus Sans Narrow"/>
                <a:ea typeface="Nimbus Sans Narrow"/>
                <a:cs typeface="Nimbus Sans Narrow"/>
              </a:defRPr>
            </a:lvl8pPr>
            <a:lvl9pPr algn="ctr">
              <a:defRPr sz="1725" b="1">
                <a:solidFill>
                  <a:srgbClr val="FFFFFF"/>
                </a:solidFill>
                <a:latin typeface="Nimbus Sans Narrow"/>
                <a:ea typeface="Nimbus Sans Narrow"/>
                <a:cs typeface="Nimbus Sans Narrow"/>
              </a:defRPr>
            </a:lvl9pPr>
          </a:lstStyle>
          <a:p>
            <a:pPr algn="ctr">
              <a:defRPr sz="1725" b="1">
                <a:solidFill>
                  <a:srgbClr val="FFFFFF"/>
                </a:solidFill>
                <a:latin typeface="Nimbus Sans Narrow"/>
                <a:ea typeface="Nimbus Sans Narrow"/>
                <a:cs typeface="Nimbus Sans Narrow"/>
              </a:defRPr>
            </a:pPr>
            <a:r>
              <a:rPr sz="1725" b="1">
                <a:solidFill>
                  <a:srgbClr val="FFFFFF"/>
                </a:solidFill>
                <a:latin typeface="Nimbus Sans Narrow"/>
                <a:ea typeface="Nimbus Sans Narrow"/>
                <a:cs typeface="Nimbus Sans Narrow"/>
              </a:rPr>
              <a:t>2</a:t>
            </a:r>
          </a:p>
        </p:txBody>
      </p:sp>
      <p:sp>
        <p:nvSpPr>
          <p:cNvPr id="10" name="state-label-2">
            <a:extLst>
              <a:ext uri="{FF2B5EF4-FFF2-40B4-BE49-F238E27FC236}">
                <a16:creationId xmlns:a16="http://schemas.microsoft.com/office/drawing/2014/main" id="{06103557-3148-4CF9-8BC0-235EB853DEE6}"/>
              </a:ext>
            </a:extLst>
          </p:cNvPr>
          <p:cNvSpPr>
            <a:spLocks noGrp="1"/>
          </p:cNvSpPr>
          <p:nvPr/>
        </p:nvSpPr>
        <p:spPr>
          <a:xfrm>
            <a:off x="2047875" y="3028950"/>
            <a:ext cx="1428750" cy="400050"/>
          </a:xfrm>
          <a:prstGeom prst="rect">
            <a:avLst/>
          </a:prstGeom>
          <a:noFill/>
          <a:ln w="0">
            <a:noFill/>
            <a:prstDash val="solid"/>
          </a:ln>
        </p:spPr>
        <p:txBody>
          <a:bodyPr lIns="0" tIns="0" rIns="0" bIns="0" anchor="ctr"/>
          <a:lstStyle>
            <a:defPPr algn="ctr">
              <a:defRPr sz="1725" b="1">
                <a:solidFill>
                  <a:srgbClr val="0B69E8"/>
                </a:solidFill>
                <a:latin typeface="Nimbus Sans Narrow"/>
                <a:ea typeface="Nimbus Sans Narrow"/>
                <a:cs typeface="Nimbus Sans Narrow"/>
              </a:defRPr>
            </a:defPPr>
            <a:lvl1pPr algn="ctr">
              <a:defRPr sz="1725" b="1">
                <a:solidFill>
                  <a:srgbClr val="0B69E8"/>
                </a:solidFill>
                <a:latin typeface="Nimbus Sans Narrow"/>
                <a:ea typeface="Nimbus Sans Narrow"/>
                <a:cs typeface="Nimbus Sans Narrow"/>
              </a:defRPr>
            </a:lvl1pPr>
            <a:lvl2pPr algn="ctr">
              <a:defRPr sz="1725" b="1">
                <a:solidFill>
                  <a:srgbClr val="0B69E8"/>
                </a:solidFill>
                <a:latin typeface="Nimbus Sans Narrow"/>
                <a:ea typeface="Nimbus Sans Narrow"/>
                <a:cs typeface="Nimbus Sans Narrow"/>
              </a:defRPr>
            </a:lvl2pPr>
            <a:lvl3pPr algn="ctr">
              <a:defRPr sz="1725" b="1">
                <a:solidFill>
                  <a:srgbClr val="0B69E8"/>
                </a:solidFill>
                <a:latin typeface="Nimbus Sans Narrow"/>
                <a:ea typeface="Nimbus Sans Narrow"/>
                <a:cs typeface="Nimbus Sans Narrow"/>
              </a:defRPr>
            </a:lvl3pPr>
            <a:lvl4pPr algn="ctr">
              <a:defRPr sz="1725" b="1">
                <a:solidFill>
                  <a:srgbClr val="0B69E8"/>
                </a:solidFill>
                <a:latin typeface="Nimbus Sans Narrow"/>
                <a:ea typeface="Nimbus Sans Narrow"/>
                <a:cs typeface="Nimbus Sans Narrow"/>
              </a:defRPr>
            </a:lvl4pPr>
            <a:lvl5pPr algn="ctr">
              <a:defRPr sz="1725" b="1">
                <a:solidFill>
                  <a:srgbClr val="0B69E8"/>
                </a:solidFill>
                <a:latin typeface="Nimbus Sans Narrow"/>
                <a:ea typeface="Nimbus Sans Narrow"/>
                <a:cs typeface="Nimbus Sans Narrow"/>
              </a:defRPr>
            </a:lvl5pPr>
            <a:lvl6pPr algn="ctr">
              <a:defRPr sz="1725" b="1">
                <a:solidFill>
                  <a:srgbClr val="0B69E8"/>
                </a:solidFill>
                <a:latin typeface="Nimbus Sans Narrow"/>
                <a:ea typeface="Nimbus Sans Narrow"/>
                <a:cs typeface="Nimbus Sans Narrow"/>
              </a:defRPr>
            </a:lvl6pPr>
            <a:lvl7pPr algn="ctr">
              <a:defRPr sz="1725" b="1">
                <a:solidFill>
                  <a:srgbClr val="0B69E8"/>
                </a:solidFill>
                <a:latin typeface="Nimbus Sans Narrow"/>
                <a:ea typeface="Nimbus Sans Narrow"/>
                <a:cs typeface="Nimbus Sans Narrow"/>
              </a:defRPr>
            </a:lvl7pPr>
            <a:lvl8pPr algn="ctr">
              <a:defRPr sz="1725" b="1">
                <a:solidFill>
                  <a:srgbClr val="0B69E8"/>
                </a:solidFill>
                <a:latin typeface="Nimbus Sans Narrow"/>
                <a:ea typeface="Nimbus Sans Narrow"/>
                <a:cs typeface="Nimbus Sans Narrow"/>
              </a:defRPr>
            </a:lvl8pPr>
            <a:lvl9pPr algn="ctr">
              <a:defRPr sz="1725" b="1">
                <a:solidFill>
                  <a:srgbClr val="0B69E8"/>
                </a:solidFill>
                <a:latin typeface="Nimbus Sans Narrow"/>
                <a:ea typeface="Nimbus Sans Narrow"/>
                <a:cs typeface="Nimbus Sans Narrow"/>
              </a:defRPr>
            </a:lvl9pPr>
          </a:lstStyle>
          <a:p>
            <a:pPr algn="ctr">
              <a:defRPr sz="1725" b="1">
                <a:solidFill>
                  <a:srgbClr val="0B69E8"/>
                </a:solidFill>
                <a:latin typeface="Nimbus Sans Narrow"/>
                <a:ea typeface="Nimbus Sans Narrow"/>
                <a:cs typeface="Nimbus Sans Narrow"/>
              </a:defRPr>
            </a:pPr>
            <a:r>
              <a:rPr sz="1725" b="1">
                <a:solidFill>
                  <a:srgbClr val="0B69E8"/>
                </a:solidFill>
                <a:latin typeface="Nimbus Sans Narrow"/>
                <a:ea typeface="Nimbus Sans Narrow"/>
                <a:cs typeface="Nimbus Sans Narrow"/>
              </a:rPr>
              <a:t>Anomaly</a:t>
            </a:r>
          </a:p>
        </p:txBody>
      </p:sp>
      <p:sp>
        <p:nvSpPr>
          <p:cNvPr id="11" name="state-question-2">
            <a:extLst>
              <a:ext uri="{FF2B5EF4-FFF2-40B4-BE49-F238E27FC236}">
                <a16:creationId xmlns:a16="http://schemas.microsoft.com/office/drawing/2014/main" id="{3EDD88BA-555F-4D30-97F2-016CFAF47D63}"/>
              </a:ext>
            </a:extLst>
          </p:cNvPr>
          <p:cNvSpPr>
            <a:spLocks noGrp="1"/>
          </p:cNvSpPr>
          <p:nvPr/>
        </p:nvSpPr>
        <p:spPr>
          <a:xfrm>
            <a:off x="2009775" y="3486150"/>
            <a:ext cx="1504950" cy="723900"/>
          </a:xfrm>
          <a:prstGeom prst="rect">
            <a:avLst/>
          </a:prstGeom>
          <a:noFill/>
          <a:ln w="0">
            <a:noFill/>
            <a:prstDash val="solid"/>
          </a:ln>
        </p:spPr>
        <p:txBody>
          <a:bodyPr lIns="0" tIns="0" rIns="0" bIns="0" anchor="ctr"/>
          <a:lstStyle>
            <a:defPPr algn="ctr">
              <a:defRPr sz="1350" b="0">
                <a:solidFill>
                  <a:srgbClr val="070D3A"/>
                </a:solidFill>
                <a:latin typeface="Nimbus Sans Narrow"/>
                <a:ea typeface="Nimbus Sans Narrow"/>
                <a:cs typeface="Nimbus Sans Narrow"/>
              </a:defRPr>
            </a:defPPr>
            <a:lvl1pPr algn="ctr">
              <a:defRPr sz="1350" b="0">
                <a:solidFill>
                  <a:srgbClr val="070D3A"/>
                </a:solidFill>
                <a:latin typeface="Nimbus Sans Narrow"/>
                <a:ea typeface="Nimbus Sans Narrow"/>
                <a:cs typeface="Nimbus Sans Narrow"/>
              </a:defRPr>
            </a:lvl1pPr>
            <a:lvl2pPr algn="ctr">
              <a:defRPr sz="1350" b="0">
                <a:solidFill>
                  <a:srgbClr val="070D3A"/>
                </a:solidFill>
                <a:latin typeface="Nimbus Sans Narrow"/>
                <a:ea typeface="Nimbus Sans Narrow"/>
                <a:cs typeface="Nimbus Sans Narrow"/>
              </a:defRPr>
            </a:lvl2pPr>
            <a:lvl3pPr algn="ctr">
              <a:defRPr sz="1350" b="0">
                <a:solidFill>
                  <a:srgbClr val="070D3A"/>
                </a:solidFill>
                <a:latin typeface="Nimbus Sans Narrow"/>
                <a:ea typeface="Nimbus Sans Narrow"/>
                <a:cs typeface="Nimbus Sans Narrow"/>
              </a:defRPr>
            </a:lvl3pPr>
            <a:lvl4pPr algn="ctr">
              <a:defRPr sz="1350" b="0">
                <a:solidFill>
                  <a:srgbClr val="070D3A"/>
                </a:solidFill>
                <a:latin typeface="Nimbus Sans Narrow"/>
                <a:ea typeface="Nimbus Sans Narrow"/>
                <a:cs typeface="Nimbus Sans Narrow"/>
              </a:defRPr>
            </a:lvl4pPr>
            <a:lvl5pPr algn="ctr">
              <a:defRPr sz="1350" b="0">
                <a:solidFill>
                  <a:srgbClr val="070D3A"/>
                </a:solidFill>
                <a:latin typeface="Nimbus Sans Narrow"/>
                <a:ea typeface="Nimbus Sans Narrow"/>
                <a:cs typeface="Nimbus Sans Narrow"/>
              </a:defRPr>
            </a:lvl5pPr>
            <a:lvl6pPr algn="ctr">
              <a:defRPr sz="1350" b="0">
                <a:solidFill>
                  <a:srgbClr val="070D3A"/>
                </a:solidFill>
                <a:latin typeface="Nimbus Sans Narrow"/>
                <a:ea typeface="Nimbus Sans Narrow"/>
                <a:cs typeface="Nimbus Sans Narrow"/>
              </a:defRPr>
            </a:lvl6pPr>
            <a:lvl7pPr algn="ctr">
              <a:defRPr sz="1350" b="0">
                <a:solidFill>
                  <a:srgbClr val="070D3A"/>
                </a:solidFill>
                <a:latin typeface="Nimbus Sans Narrow"/>
                <a:ea typeface="Nimbus Sans Narrow"/>
                <a:cs typeface="Nimbus Sans Narrow"/>
              </a:defRPr>
            </a:lvl7pPr>
            <a:lvl8pPr algn="ctr">
              <a:defRPr sz="1350" b="0">
                <a:solidFill>
                  <a:srgbClr val="070D3A"/>
                </a:solidFill>
                <a:latin typeface="Nimbus Sans Narrow"/>
                <a:ea typeface="Nimbus Sans Narrow"/>
                <a:cs typeface="Nimbus Sans Narrow"/>
              </a:defRPr>
            </a:lvl8pPr>
            <a:lvl9pPr algn="ctr">
              <a:defRPr sz="1350" b="0">
                <a:solidFill>
                  <a:srgbClr val="070D3A"/>
                </a:solidFill>
                <a:latin typeface="Nimbus Sans Narrow"/>
                <a:ea typeface="Nimbus Sans Narrow"/>
                <a:cs typeface="Nimbus Sans Narrow"/>
              </a:defRPr>
            </a:lvl9pPr>
          </a:lstStyle>
          <a:p>
            <a:pPr algn="ctr">
              <a:defRPr sz="1350" b="0">
                <a:solidFill>
                  <a:srgbClr val="070D3A"/>
                </a:solidFill>
                <a:latin typeface="Nimbus Sans Narrow"/>
                <a:ea typeface="Nimbus Sans Narrow"/>
                <a:cs typeface="Nimbus Sans Narrow"/>
              </a:defRPr>
            </a:pPr>
            <a:r>
              <a:rPr sz="1350" b="0">
                <a:solidFill>
                  <a:srgbClr val="070D3A"/>
                </a:solidFill>
                <a:latin typeface="Nimbus Sans Narrow"/>
                <a:ea typeface="Nimbus Sans Narrow"/>
                <a:cs typeface="Nimbus Sans Narrow"/>
              </a:rPr>
              <a:t>Verify the event</a:t>
            </a:r>
          </a:p>
        </p:txBody>
      </p:sp>
      <p:sp>
        <p:nvSpPr>
          <p:cNvPr id="12" name="state-circle-3">
            <a:extLst>
              <a:ext uri="{FF2B5EF4-FFF2-40B4-BE49-F238E27FC236}">
                <a16:creationId xmlns:a16="http://schemas.microsoft.com/office/drawing/2014/main" id="{C19F278E-174E-4924-8DAF-02D5B3EB45C3}"/>
              </a:ext>
            </a:extLst>
          </p:cNvPr>
          <p:cNvSpPr>
            <a:spLocks noGrp="1"/>
          </p:cNvSpPr>
          <p:nvPr/>
        </p:nvSpPr>
        <p:spPr>
          <a:xfrm>
            <a:off x="4162425" y="2305050"/>
            <a:ext cx="533400" cy="533400"/>
          </a:xfrm>
          <a:prstGeom prst="ellipse">
            <a:avLst/>
          </a:prstGeom>
          <a:solidFill>
            <a:srgbClr val="0B69E8"/>
          </a:solidFill>
          <a:ln w="28575">
            <a:solidFill>
              <a:srgbClr val="FFFFFF"/>
            </a:solidFill>
            <a:prstDash val="solid"/>
          </a:ln>
        </p:spPr>
        <p:txBody>
          <a:bodyPr/>
          <a:lstStyle/>
          <a:p>
            <a:endParaRPr lang="en-US"/>
          </a:p>
        </p:txBody>
      </p:sp>
      <p:sp>
        <p:nvSpPr>
          <p:cNvPr id="13" name="state-number-3">
            <a:extLst>
              <a:ext uri="{FF2B5EF4-FFF2-40B4-BE49-F238E27FC236}">
                <a16:creationId xmlns:a16="http://schemas.microsoft.com/office/drawing/2014/main" id="{28320A60-00D9-498B-9A7E-22FC3DC0B638}"/>
              </a:ext>
            </a:extLst>
          </p:cNvPr>
          <p:cNvSpPr>
            <a:spLocks noGrp="1"/>
          </p:cNvSpPr>
          <p:nvPr/>
        </p:nvSpPr>
        <p:spPr>
          <a:xfrm>
            <a:off x="4238625" y="2381250"/>
            <a:ext cx="381000" cy="381000"/>
          </a:xfrm>
          <a:prstGeom prst="rect">
            <a:avLst/>
          </a:prstGeom>
          <a:noFill/>
          <a:ln w="0">
            <a:noFill/>
            <a:prstDash val="solid"/>
          </a:ln>
        </p:spPr>
        <p:txBody>
          <a:bodyPr lIns="0" tIns="0" rIns="0" bIns="0" anchor="ctr"/>
          <a:lstStyle>
            <a:defPPr algn="ctr">
              <a:defRPr sz="1725" b="1">
                <a:solidFill>
                  <a:srgbClr val="FFFFFF"/>
                </a:solidFill>
                <a:latin typeface="Nimbus Sans Narrow"/>
                <a:ea typeface="Nimbus Sans Narrow"/>
                <a:cs typeface="Nimbus Sans Narrow"/>
              </a:defRPr>
            </a:defPPr>
            <a:lvl1pPr algn="ctr">
              <a:defRPr sz="1725" b="1">
                <a:solidFill>
                  <a:srgbClr val="FFFFFF"/>
                </a:solidFill>
                <a:latin typeface="Nimbus Sans Narrow"/>
                <a:ea typeface="Nimbus Sans Narrow"/>
                <a:cs typeface="Nimbus Sans Narrow"/>
              </a:defRPr>
            </a:lvl1pPr>
            <a:lvl2pPr algn="ctr">
              <a:defRPr sz="1725" b="1">
                <a:solidFill>
                  <a:srgbClr val="FFFFFF"/>
                </a:solidFill>
                <a:latin typeface="Nimbus Sans Narrow"/>
                <a:ea typeface="Nimbus Sans Narrow"/>
                <a:cs typeface="Nimbus Sans Narrow"/>
              </a:defRPr>
            </a:lvl2pPr>
            <a:lvl3pPr algn="ctr">
              <a:defRPr sz="1725" b="1">
                <a:solidFill>
                  <a:srgbClr val="FFFFFF"/>
                </a:solidFill>
                <a:latin typeface="Nimbus Sans Narrow"/>
                <a:ea typeface="Nimbus Sans Narrow"/>
                <a:cs typeface="Nimbus Sans Narrow"/>
              </a:defRPr>
            </a:lvl3pPr>
            <a:lvl4pPr algn="ctr">
              <a:defRPr sz="1725" b="1">
                <a:solidFill>
                  <a:srgbClr val="FFFFFF"/>
                </a:solidFill>
                <a:latin typeface="Nimbus Sans Narrow"/>
                <a:ea typeface="Nimbus Sans Narrow"/>
                <a:cs typeface="Nimbus Sans Narrow"/>
              </a:defRPr>
            </a:lvl4pPr>
            <a:lvl5pPr algn="ctr">
              <a:defRPr sz="1725" b="1">
                <a:solidFill>
                  <a:srgbClr val="FFFFFF"/>
                </a:solidFill>
                <a:latin typeface="Nimbus Sans Narrow"/>
                <a:ea typeface="Nimbus Sans Narrow"/>
                <a:cs typeface="Nimbus Sans Narrow"/>
              </a:defRPr>
            </a:lvl5pPr>
            <a:lvl6pPr algn="ctr">
              <a:defRPr sz="1725" b="1">
                <a:solidFill>
                  <a:srgbClr val="FFFFFF"/>
                </a:solidFill>
                <a:latin typeface="Nimbus Sans Narrow"/>
                <a:ea typeface="Nimbus Sans Narrow"/>
                <a:cs typeface="Nimbus Sans Narrow"/>
              </a:defRPr>
            </a:lvl6pPr>
            <a:lvl7pPr algn="ctr">
              <a:defRPr sz="1725" b="1">
                <a:solidFill>
                  <a:srgbClr val="FFFFFF"/>
                </a:solidFill>
                <a:latin typeface="Nimbus Sans Narrow"/>
                <a:ea typeface="Nimbus Sans Narrow"/>
                <a:cs typeface="Nimbus Sans Narrow"/>
              </a:defRPr>
            </a:lvl7pPr>
            <a:lvl8pPr algn="ctr">
              <a:defRPr sz="1725" b="1">
                <a:solidFill>
                  <a:srgbClr val="FFFFFF"/>
                </a:solidFill>
                <a:latin typeface="Nimbus Sans Narrow"/>
                <a:ea typeface="Nimbus Sans Narrow"/>
                <a:cs typeface="Nimbus Sans Narrow"/>
              </a:defRPr>
            </a:lvl8pPr>
            <a:lvl9pPr algn="ctr">
              <a:defRPr sz="1725" b="1">
                <a:solidFill>
                  <a:srgbClr val="FFFFFF"/>
                </a:solidFill>
                <a:latin typeface="Nimbus Sans Narrow"/>
                <a:ea typeface="Nimbus Sans Narrow"/>
                <a:cs typeface="Nimbus Sans Narrow"/>
              </a:defRPr>
            </a:lvl9pPr>
          </a:lstStyle>
          <a:p>
            <a:pPr algn="ctr">
              <a:defRPr sz="1725" b="1">
                <a:solidFill>
                  <a:srgbClr val="FFFFFF"/>
                </a:solidFill>
                <a:latin typeface="Nimbus Sans Narrow"/>
                <a:ea typeface="Nimbus Sans Narrow"/>
                <a:cs typeface="Nimbus Sans Narrow"/>
              </a:defRPr>
            </a:pPr>
            <a:r>
              <a:rPr sz="1725" b="1">
                <a:solidFill>
                  <a:srgbClr val="FFFFFF"/>
                </a:solidFill>
                <a:latin typeface="Nimbus Sans Narrow"/>
                <a:ea typeface="Nimbus Sans Narrow"/>
                <a:cs typeface="Nimbus Sans Narrow"/>
              </a:rPr>
              <a:t>3</a:t>
            </a:r>
          </a:p>
        </p:txBody>
      </p:sp>
      <p:sp>
        <p:nvSpPr>
          <p:cNvPr id="14" name="state-label-3">
            <a:extLst>
              <a:ext uri="{FF2B5EF4-FFF2-40B4-BE49-F238E27FC236}">
                <a16:creationId xmlns:a16="http://schemas.microsoft.com/office/drawing/2014/main" id="{3F48E3A0-477B-41DA-8B85-15F35E4F307A}"/>
              </a:ext>
            </a:extLst>
          </p:cNvPr>
          <p:cNvSpPr>
            <a:spLocks noGrp="1"/>
          </p:cNvSpPr>
          <p:nvPr/>
        </p:nvSpPr>
        <p:spPr>
          <a:xfrm>
            <a:off x="3714750" y="3028950"/>
            <a:ext cx="1428750" cy="400050"/>
          </a:xfrm>
          <a:prstGeom prst="rect">
            <a:avLst/>
          </a:prstGeom>
          <a:noFill/>
          <a:ln w="0">
            <a:noFill/>
            <a:prstDash val="solid"/>
          </a:ln>
        </p:spPr>
        <p:txBody>
          <a:bodyPr lIns="0" tIns="0" rIns="0" bIns="0" anchor="ctr"/>
          <a:lstStyle>
            <a:defPPr algn="ctr">
              <a:defRPr sz="1725" b="1">
                <a:solidFill>
                  <a:srgbClr val="0B69E8"/>
                </a:solidFill>
                <a:latin typeface="Nimbus Sans Narrow"/>
                <a:ea typeface="Nimbus Sans Narrow"/>
                <a:cs typeface="Nimbus Sans Narrow"/>
              </a:defRPr>
            </a:defPPr>
            <a:lvl1pPr algn="ctr">
              <a:defRPr sz="1725" b="1">
                <a:solidFill>
                  <a:srgbClr val="0B69E8"/>
                </a:solidFill>
                <a:latin typeface="Nimbus Sans Narrow"/>
                <a:ea typeface="Nimbus Sans Narrow"/>
                <a:cs typeface="Nimbus Sans Narrow"/>
              </a:defRPr>
            </a:lvl1pPr>
            <a:lvl2pPr algn="ctr">
              <a:defRPr sz="1725" b="1">
                <a:solidFill>
                  <a:srgbClr val="0B69E8"/>
                </a:solidFill>
                <a:latin typeface="Nimbus Sans Narrow"/>
                <a:ea typeface="Nimbus Sans Narrow"/>
                <a:cs typeface="Nimbus Sans Narrow"/>
              </a:defRPr>
            </a:lvl2pPr>
            <a:lvl3pPr algn="ctr">
              <a:defRPr sz="1725" b="1">
                <a:solidFill>
                  <a:srgbClr val="0B69E8"/>
                </a:solidFill>
                <a:latin typeface="Nimbus Sans Narrow"/>
                <a:ea typeface="Nimbus Sans Narrow"/>
                <a:cs typeface="Nimbus Sans Narrow"/>
              </a:defRPr>
            </a:lvl3pPr>
            <a:lvl4pPr algn="ctr">
              <a:defRPr sz="1725" b="1">
                <a:solidFill>
                  <a:srgbClr val="0B69E8"/>
                </a:solidFill>
                <a:latin typeface="Nimbus Sans Narrow"/>
                <a:ea typeface="Nimbus Sans Narrow"/>
                <a:cs typeface="Nimbus Sans Narrow"/>
              </a:defRPr>
            </a:lvl4pPr>
            <a:lvl5pPr algn="ctr">
              <a:defRPr sz="1725" b="1">
                <a:solidFill>
                  <a:srgbClr val="0B69E8"/>
                </a:solidFill>
                <a:latin typeface="Nimbus Sans Narrow"/>
                <a:ea typeface="Nimbus Sans Narrow"/>
                <a:cs typeface="Nimbus Sans Narrow"/>
              </a:defRPr>
            </a:lvl5pPr>
            <a:lvl6pPr algn="ctr">
              <a:defRPr sz="1725" b="1">
                <a:solidFill>
                  <a:srgbClr val="0B69E8"/>
                </a:solidFill>
                <a:latin typeface="Nimbus Sans Narrow"/>
                <a:ea typeface="Nimbus Sans Narrow"/>
                <a:cs typeface="Nimbus Sans Narrow"/>
              </a:defRPr>
            </a:lvl6pPr>
            <a:lvl7pPr algn="ctr">
              <a:defRPr sz="1725" b="1">
                <a:solidFill>
                  <a:srgbClr val="0B69E8"/>
                </a:solidFill>
                <a:latin typeface="Nimbus Sans Narrow"/>
                <a:ea typeface="Nimbus Sans Narrow"/>
                <a:cs typeface="Nimbus Sans Narrow"/>
              </a:defRPr>
            </a:lvl7pPr>
            <a:lvl8pPr algn="ctr">
              <a:defRPr sz="1725" b="1">
                <a:solidFill>
                  <a:srgbClr val="0B69E8"/>
                </a:solidFill>
                <a:latin typeface="Nimbus Sans Narrow"/>
                <a:ea typeface="Nimbus Sans Narrow"/>
                <a:cs typeface="Nimbus Sans Narrow"/>
              </a:defRPr>
            </a:lvl8pPr>
            <a:lvl9pPr algn="ctr">
              <a:defRPr sz="1725" b="1">
                <a:solidFill>
                  <a:srgbClr val="0B69E8"/>
                </a:solidFill>
                <a:latin typeface="Nimbus Sans Narrow"/>
                <a:ea typeface="Nimbus Sans Narrow"/>
                <a:cs typeface="Nimbus Sans Narrow"/>
              </a:defRPr>
            </a:lvl9pPr>
          </a:lstStyle>
          <a:p>
            <a:pPr algn="ctr">
              <a:defRPr sz="1725" b="1">
                <a:solidFill>
                  <a:srgbClr val="0B69E8"/>
                </a:solidFill>
                <a:latin typeface="Nimbus Sans Narrow"/>
                <a:ea typeface="Nimbus Sans Narrow"/>
                <a:cs typeface="Nimbus Sans Narrow"/>
              </a:defRPr>
            </a:pPr>
            <a:r>
              <a:rPr sz="1725" b="1">
                <a:solidFill>
                  <a:srgbClr val="0B69E8"/>
                </a:solidFill>
                <a:latin typeface="Nimbus Sans Narrow"/>
                <a:ea typeface="Nimbus Sans Narrow"/>
                <a:cs typeface="Nimbus Sans Narrow"/>
              </a:rPr>
              <a:t>Establishment</a:t>
            </a:r>
          </a:p>
        </p:txBody>
      </p:sp>
      <p:sp>
        <p:nvSpPr>
          <p:cNvPr id="15" name="state-question-3">
            <a:extLst>
              <a:ext uri="{FF2B5EF4-FFF2-40B4-BE49-F238E27FC236}">
                <a16:creationId xmlns:a16="http://schemas.microsoft.com/office/drawing/2014/main" id="{B8975895-80B1-45CD-9FB0-E2576D2B6961}"/>
              </a:ext>
            </a:extLst>
          </p:cNvPr>
          <p:cNvSpPr>
            <a:spLocks noGrp="1"/>
          </p:cNvSpPr>
          <p:nvPr/>
        </p:nvSpPr>
        <p:spPr>
          <a:xfrm>
            <a:off x="3676650" y="3486150"/>
            <a:ext cx="1504950" cy="723900"/>
          </a:xfrm>
          <a:prstGeom prst="rect">
            <a:avLst/>
          </a:prstGeom>
          <a:noFill/>
          <a:ln w="0">
            <a:noFill/>
            <a:prstDash val="solid"/>
          </a:ln>
        </p:spPr>
        <p:txBody>
          <a:bodyPr lIns="0" tIns="0" rIns="0" bIns="0" anchor="ctr"/>
          <a:lstStyle>
            <a:defPPr algn="ctr">
              <a:defRPr sz="1350" b="0">
                <a:solidFill>
                  <a:srgbClr val="070D3A"/>
                </a:solidFill>
                <a:latin typeface="Nimbus Sans Narrow"/>
                <a:ea typeface="Nimbus Sans Narrow"/>
                <a:cs typeface="Nimbus Sans Narrow"/>
              </a:defRPr>
            </a:defPPr>
            <a:lvl1pPr algn="ctr">
              <a:defRPr sz="1350" b="0">
                <a:solidFill>
                  <a:srgbClr val="070D3A"/>
                </a:solidFill>
                <a:latin typeface="Nimbus Sans Narrow"/>
                <a:ea typeface="Nimbus Sans Narrow"/>
                <a:cs typeface="Nimbus Sans Narrow"/>
              </a:defRPr>
            </a:lvl1pPr>
            <a:lvl2pPr algn="ctr">
              <a:defRPr sz="1350" b="0">
                <a:solidFill>
                  <a:srgbClr val="070D3A"/>
                </a:solidFill>
                <a:latin typeface="Nimbus Sans Narrow"/>
                <a:ea typeface="Nimbus Sans Narrow"/>
                <a:cs typeface="Nimbus Sans Narrow"/>
              </a:defRPr>
            </a:lvl2pPr>
            <a:lvl3pPr algn="ctr">
              <a:defRPr sz="1350" b="0">
                <a:solidFill>
                  <a:srgbClr val="070D3A"/>
                </a:solidFill>
                <a:latin typeface="Nimbus Sans Narrow"/>
                <a:ea typeface="Nimbus Sans Narrow"/>
                <a:cs typeface="Nimbus Sans Narrow"/>
              </a:defRPr>
            </a:lvl3pPr>
            <a:lvl4pPr algn="ctr">
              <a:defRPr sz="1350" b="0">
                <a:solidFill>
                  <a:srgbClr val="070D3A"/>
                </a:solidFill>
                <a:latin typeface="Nimbus Sans Narrow"/>
                <a:ea typeface="Nimbus Sans Narrow"/>
                <a:cs typeface="Nimbus Sans Narrow"/>
              </a:defRPr>
            </a:lvl4pPr>
            <a:lvl5pPr algn="ctr">
              <a:defRPr sz="1350" b="0">
                <a:solidFill>
                  <a:srgbClr val="070D3A"/>
                </a:solidFill>
                <a:latin typeface="Nimbus Sans Narrow"/>
                <a:ea typeface="Nimbus Sans Narrow"/>
                <a:cs typeface="Nimbus Sans Narrow"/>
              </a:defRPr>
            </a:lvl5pPr>
            <a:lvl6pPr algn="ctr">
              <a:defRPr sz="1350" b="0">
                <a:solidFill>
                  <a:srgbClr val="070D3A"/>
                </a:solidFill>
                <a:latin typeface="Nimbus Sans Narrow"/>
                <a:ea typeface="Nimbus Sans Narrow"/>
                <a:cs typeface="Nimbus Sans Narrow"/>
              </a:defRPr>
            </a:lvl6pPr>
            <a:lvl7pPr algn="ctr">
              <a:defRPr sz="1350" b="0">
                <a:solidFill>
                  <a:srgbClr val="070D3A"/>
                </a:solidFill>
                <a:latin typeface="Nimbus Sans Narrow"/>
                <a:ea typeface="Nimbus Sans Narrow"/>
                <a:cs typeface="Nimbus Sans Narrow"/>
              </a:defRPr>
            </a:lvl7pPr>
            <a:lvl8pPr algn="ctr">
              <a:defRPr sz="1350" b="0">
                <a:solidFill>
                  <a:srgbClr val="070D3A"/>
                </a:solidFill>
                <a:latin typeface="Nimbus Sans Narrow"/>
                <a:ea typeface="Nimbus Sans Narrow"/>
                <a:cs typeface="Nimbus Sans Narrow"/>
              </a:defRPr>
            </a:lvl8pPr>
            <a:lvl9pPr algn="ctr">
              <a:defRPr sz="1350" b="0">
                <a:solidFill>
                  <a:srgbClr val="070D3A"/>
                </a:solidFill>
                <a:latin typeface="Nimbus Sans Narrow"/>
                <a:ea typeface="Nimbus Sans Narrow"/>
                <a:cs typeface="Nimbus Sans Narrow"/>
              </a:defRPr>
            </a:lvl9pPr>
          </a:lstStyle>
          <a:p>
            <a:pPr algn="ctr">
              <a:defRPr sz="1350" b="0">
                <a:solidFill>
                  <a:srgbClr val="070D3A"/>
                </a:solidFill>
                <a:latin typeface="Nimbus Sans Narrow"/>
                <a:ea typeface="Nimbus Sans Narrow"/>
                <a:cs typeface="Nimbus Sans Narrow"/>
              </a:defRPr>
            </a:pPr>
            <a:r>
              <a:rPr sz="1350" b="0">
                <a:solidFill>
                  <a:srgbClr val="070D3A"/>
                </a:solidFill>
                <a:latin typeface="Nimbus Sans Narrow"/>
                <a:ea typeface="Nimbus Sans Narrow"/>
                <a:cs typeface="Nimbus Sans Narrow"/>
              </a:rPr>
              <a:t>Introductions or local spread?</a:t>
            </a:r>
          </a:p>
        </p:txBody>
      </p:sp>
      <p:sp>
        <p:nvSpPr>
          <p:cNvPr id="16" name="state-circle-4">
            <a:extLst>
              <a:ext uri="{FF2B5EF4-FFF2-40B4-BE49-F238E27FC236}">
                <a16:creationId xmlns:a16="http://schemas.microsoft.com/office/drawing/2014/main" id="{4A9EA2BF-89EC-4432-B9BD-D97323805E00}"/>
              </a:ext>
            </a:extLst>
          </p:cNvPr>
          <p:cNvSpPr>
            <a:spLocks noGrp="1"/>
          </p:cNvSpPr>
          <p:nvPr/>
        </p:nvSpPr>
        <p:spPr>
          <a:xfrm>
            <a:off x="5829300" y="2305050"/>
            <a:ext cx="533400" cy="533400"/>
          </a:xfrm>
          <a:prstGeom prst="ellipse">
            <a:avLst/>
          </a:prstGeom>
          <a:solidFill>
            <a:srgbClr val="F4510B"/>
          </a:solidFill>
          <a:ln w="28575">
            <a:solidFill>
              <a:srgbClr val="FFFFFF"/>
            </a:solidFill>
            <a:prstDash val="solid"/>
          </a:ln>
        </p:spPr>
        <p:txBody>
          <a:bodyPr/>
          <a:lstStyle/>
          <a:p>
            <a:endParaRPr lang="en-US"/>
          </a:p>
        </p:txBody>
      </p:sp>
      <p:sp>
        <p:nvSpPr>
          <p:cNvPr id="17" name="state-number-4">
            <a:extLst>
              <a:ext uri="{FF2B5EF4-FFF2-40B4-BE49-F238E27FC236}">
                <a16:creationId xmlns:a16="http://schemas.microsoft.com/office/drawing/2014/main" id="{073EFBC4-24A7-4D28-8121-F31CFD1B0EA5}"/>
              </a:ext>
            </a:extLst>
          </p:cNvPr>
          <p:cNvSpPr>
            <a:spLocks noGrp="1"/>
          </p:cNvSpPr>
          <p:nvPr/>
        </p:nvSpPr>
        <p:spPr>
          <a:xfrm>
            <a:off x="5905500" y="2381250"/>
            <a:ext cx="381000" cy="381000"/>
          </a:xfrm>
          <a:prstGeom prst="rect">
            <a:avLst/>
          </a:prstGeom>
          <a:noFill/>
          <a:ln w="0">
            <a:noFill/>
            <a:prstDash val="solid"/>
          </a:ln>
        </p:spPr>
        <p:txBody>
          <a:bodyPr lIns="0" tIns="0" rIns="0" bIns="0" anchor="ctr"/>
          <a:lstStyle>
            <a:defPPr algn="ctr">
              <a:defRPr sz="1725" b="1">
                <a:solidFill>
                  <a:srgbClr val="FFFFFF"/>
                </a:solidFill>
                <a:latin typeface="Nimbus Sans Narrow"/>
                <a:ea typeface="Nimbus Sans Narrow"/>
                <a:cs typeface="Nimbus Sans Narrow"/>
              </a:defRPr>
            </a:defPPr>
            <a:lvl1pPr algn="ctr">
              <a:defRPr sz="1725" b="1">
                <a:solidFill>
                  <a:srgbClr val="FFFFFF"/>
                </a:solidFill>
                <a:latin typeface="Nimbus Sans Narrow"/>
                <a:ea typeface="Nimbus Sans Narrow"/>
                <a:cs typeface="Nimbus Sans Narrow"/>
              </a:defRPr>
            </a:lvl1pPr>
            <a:lvl2pPr algn="ctr">
              <a:defRPr sz="1725" b="1">
                <a:solidFill>
                  <a:srgbClr val="FFFFFF"/>
                </a:solidFill>
                <a:latin typeface="Nimbus Sans Narrow"/>
                <a:ea typeface="Nimbus Sans Narrow"/>
                <a:cs typeface="Nimbus Sans Narrow"/>
              </a:defRPr>
            </a:lvl2pPr>
            <a:lvl3pPr algn="ctr">
              <a:defRPr sz="1725" b="1">
                <a:solidFill>
                  <a:srgbClr val="FFFFFF"/>
                </a:solidFill>
                <a:latin typeface="Nimbus Sans Narrow"/>
                <a:ea typeface="Nimbus Sans Narrow"/>
                <a:cs typeface="Nimbus Sans Narrow"/>
              </a:defRPr>
            </a:lvl3pPr>
            <a:lvl4pPr algn="ctr">
              <a:defRPr sz="1725" b="1">
                <a:solidFill>
                  <a:srgbClr val="FFFFFF"/>
                </a:solidFill>
                <a:latin typeface="Nimbus Sans Narrow"/>
                <a:ea typeface="Nimbus Sans Narrow"/>
                <a:cs typeface="Nimbus Sans Narrow"/>
              </a:defRPr>
            </a:lvl4pPr>
            <a:lvl5pPr algn="ctr">
              <a:defRPr sz="1725" b="1">
                <a:solidFill>
                  <a:srgbClr val="FFFFFF"/>
                </a:solidFill>
                <a:latin typeface="Nimbus Sans Narrow"/>
                <a:ea typeface="Nimbus Sans Narrow"/>
                <a:cs typeface="Nimbus Sans Narrow"/>
              </a:defRPr>
            </a:lvl5pPr>
            <a:lvl6pPr algn="ctr">
              <a:defRPr sz="1725" b="1">
                <a:solidFill>
                  <a:srgbClr val="FFFFFF"/>
                </a:solidFill>
                <a:latin typeface="Nimbus Sans Narrow"/>
                <a:ea typeface="Nimbus Sans Narrow"/>
                <a:cs typeface="Nimbus Sans Narrow"/>
              </a:defRPr>
            </a:lvl6pPr>
            <a:lvl7pPr algn="ctr">
              <a:defRPr sz="1725" b="1">
                <a:solidFill>
                  <a:srgbClr val="FFFFFF"/>
                </a:solidFill>
                <a:latin typeface="Nimbus Sans Narrow"/>
                <a:ea typeface="Nimbus Sans Narrow"/>
                <a:cs typeface="Nimbus Sans Narrow"/>
              </a:defRPr>
            </a:lvl7pPr>
            <a:lvl8pPr algn="ctr">
              <a:defRPr sz="1725" b="1">
                <a:solidFill>
                  <a:srgbClr val="FFFFFF"/>
                </a:solidFill>
                <a:latin typeface="Nimbus Sans Narrow"/>
                <a:ea typeface="Nimbus Sans Narrow"/>
                <a:cs typeface="Nimbus Sans Narrow"/>
              </a:defRPr>
            </a:lvl8pPr>
            <a:lvl9pPr algn="ctr">
              <a:defRPr sz="1725" b="1">
                <a:solidFill>
                  <a:srgbClr val="FFFFFF"/>
                </a:solidFill>
                <a:latin typeface="Nimbus Sans Narrow"/>
                <a:ea typeface="Nimbus Sans Narrow"/>
                <a:cs typeface="Nimbus Sans Narrow"/>
              </a:defRPr>
            </a:lvl9pPr>
          </a:lstStyle>
          <a:p>
            <a:pPr algn="ctr">
              <a:defRPr sz="1725" b="1">
                <a:solidFill>
                  <a:srgbClr val="FFFFFF"/>
                </a:solidFill>
                <a:latin typeface="Nimbus Sans Narrow"/>
                <a:ea typeface="Nimbus Sans Narrow"/>
                <a:cs typeface="Nimbus Sans Narrow"/>
              </a:defRPr>
            </a:pPr>
            <a:r>
              <a:rPr sz="1725" b="1">
                <a:solidFill>
                  <a:srgbClr val="FFFFFF"/>
                </a:solidFill>
                <a:latin typeface="Nimbus Sans Narrow"/>
                <a:ea typeface="Nimbus Sans Narrow"/>
                <a:cs typeface="Nimbus Sans Narrow"/>
              </a:rPr>
              <a:t>4</a:t>
            </a:r>
          </a:p>
        </p:txBody>
      </p:sp>
      <p:sp>
        <p:nvSpPr>
          <p:cNvPr id="18" name="state-label-4">
            <a:extLst>
              <a:ext uri="{FF2B5EF4-FFF2-40B4-BE49-F238E27FC236}">
                <a16:creationId xmlns:a16="http://schemas.microsoft.com/office/drawing/2014/main" id="{3BDB336A-ECB5-414A-84BD-15C8E86C86FD}"/>
              </a:ext>
            </a:extLst>
          </p:cNvPr>
          <p:cNvSpPr>
            <a:spLocks noGrp="1"/>
          </p:cNvSpPr>
          <p:nvPr/>
        </p:nvSpPr>
        <p:spPr>
          <a:xfrm>
            <a:off x="5381625" y="3028950"/>
            <a:ext cx="1428750" cy="400050"/>
          </a:xfrm>
          <a:prstGeom prst="rect">
            <a:avLst/>
          </a:prstGeom>
          <a:noFill/>
          <a:ln w="0">
            <a:noFill/>
            <a:prstDash val="solid"/>
          </a:ln>
        </p:spPr>
        <p:txBody>
          <a:bodyPr lIns="0" tIns="0" rIns="0" bIns="0" anchor="ctr"/>
          <a:lstStyle>
            <a:defPPr algn="ctr">
              <a:defRPr sz="1725" b="1">
                <a:solidFill>
                  <a:srgbClr val="F4510B"/>
                </a:solidFill>
                <a:latin typeface="Nimbus Sans Narrow"/>
                <a:ea typeface="Nimbus Sans Narrow"/>
                <a:cs typeface="Nimbus Sans Narrow"/>
              </a:defRPr>
            </a:defPPr>
            <a:lvl1pPr algn="ctr">
              <a:defRPr sz="1725" b="1">
                <a:solidFill>
                  <a:srgbClr val="F4510B"/>
                </a:solidFill>
                <a:latin typeface="Nimbus Sans Narrow"/>
                <a:ea typeface="Nimbus Sans Narrow"/>
                <a:cs typeface="Nimbus Sans Narrow"/>
              </a:defRPr>
            </a:lvl1pPr>
            <a:lvl2pPr algn="ctr">
              <a:defRPr sz="1725" b="1">
                <a:solidFill>
                  <a:srgbClr val="F4510B"/>
                </a:solidFill>
                <a:latin typeface="Nimbus Sans Narrow"/>
                <a:ea typeface="Nimbus Sans Narrow"/>
                <a:cs typeface="Nimbus Sans Narrow"/>
              </a:defRPr>
            </a:lvl2pPr>
            <a:lvl3pPr algn="ctr">
              <a:defRPr sz="1725" b="1">
                <a:solidFill>
                  <a:srgbClr val="F4510B"/>
                </a:solidFill>
                <a:latin typeface="Nimbus Sans Narrow"/>
                <a:ea typeface="Nimbus Sans Narrow"/>
                <a:cs typeface="Nimbus Sans Narrow"/>
              </a:defRPr>
            </a:lvl3pPr>
            <a:lvl4pPr algn="ctr">
              <a:defRPr sz="1725" b="1">
                <a:solidFill>
                  <a:srgbClr val="F4510B"/>
                </a:solidFill>
                <a:latin typeface="Nimbus Sans Narrow"/>
                <a:ea typeface="Nimbus Sans Narrow"/>
                <a:cs typeface="Nimbus Sans Narrow"/>
              </a:defRPr>
            </a:lvl4pPr>
            <a:lvl5pPr algn="ctr">
              <a:defRPr sz="1725" b="1">
                <a:solidFill>
                  <a:srgbClr val="F4510B"/>
                </a:solidFill>
                <a:latin typeface="Nimbus Sans Narrow"/>
                <a:ea typeface="Nimbus Sans Narrow"/>
                <a:cs typeface="Nimbus Sans Narrow"/>
              </a:defRPr>
            </a:lvl5pPr>
            <a:lvl6pPr algn="ctr">
              <a:defRPr sz="1725" b="1">
                <a:solidFill>
                  <a:srgbClr val="F4510B"/>
                </a:solidFill>
                <a:latin typeface="Nimbus Sans Narrow"/>
                <a:ea typeface="Nimbus Sans Narrow"/>
                <a:cs typeface="Nimbus Sans Narrow"/>
              </a:defRPr>
            </a:lvl6pPr>
            <a:lvl7pPr algn="ctr">
              <a:defRPr sz="1725" b="1">
                <a:solidFill>
                  <a:srgbClr val="F4510B"/>
                </a:solidFill>
                <a:latin typeface="Nimbus Sans Narrow"/>
                <a:ea typeface="Nimbus Sans Narrow"/>
                <a:cs typeface="Nimbus Sans Narrow"/>
              </a:defRPr>
            </a:lvl7pPr>
            <a:lvl8pPr algn="ctr">
              <a:defRPr sz="1725" b="1">
                <a:solidFill>
                  <a:srgbClr val="F4510B"/>
                </a:solidFill>
                <a:latin typeface="Nimbus Sans Narrow"/>
                <a:ea typeface="Nimbus Sans Narrow"/>
                <a:cs typeface="Nimbus Sans Narrow"/>
              </a:defRPr>
            </a:lvl8pPr>
            <a:lvl9pPr algn="ctr">
              <a:defRPr sz="1725" b="1">
                <a:solidFill>
                  <a:srgbClr val="F4510B"/>
                </a:solidFill>
                <a:latin typeface="Nimbus Sans Narrow"/>
                <a:ea typeface="Nimbus Sans Narrow"/>
                <a:cs typeface="Nimbus Sans Narrow"/>
              </a:defRPr>
            </a:lvl9pPr>
          </a:lstStyle>
          <a:p>
            <a:pPr algn="ctr">
              <a:defRPr sz="1725" b="1">
                <a:solidFill>
                  <a:srgbClr val="F4510B"/>
                </a:solidFill>
                <a:latin typeface="Nimbus Sans Narrow"/>
                <a:ea typeface="Nimbus Sans Narrow"/>
                <a:cs typeface="Nimbus Sans Narrow"/>
              </a:defRPr>
            </a:pPr>
            <a:r>
              <a:rPr sz="1725" b="1">
                <a:solidFill>
                  <a:srgbClr val="F4510B"/>
                </a:solidFill>
                <a:latin typeface="Nimbus Sans Narrow"/>
                <a:ea typeface="Nimbus Sans Narrow"/>
                <a:cs typeface="Nimbus Sans Narrow"/>
              </a:rPr>
              <a:t>Investigation</a:t>
            </a:r>
          </a:p>
        </p:txBody>
      </p:sp>
      <p:sp>
        <p:nvSpPr>
          <p:cNvPr id="19" name="state-question-4">
            <a:extLst>
              <a:ext uri="{FF2B5EF4-FFF2-40B4-BE49-F238E27FC236}">
                <a16:creationId xmlns:a16="http://schemas.microsoft.com/office/drawing/2014/main" id="{7CB9D8EF-18F5-4F32-AA38-504BCD203380}"/>
              </a:ext>
            </a:extLst>
          </p:cNvPr>
          <p:cNvSpPr>
            <a:spLocks noGrp="1"/>
          </p:cNvSpPr>
          <p:nvPr/>
        </p:nvSpPr>
        <p:spPr>
          <a:xfrm>
            <a:off x="5343525" y="3486150"/>
            <a:ext cx="1504950" cy="723900"/>
          </a:xfrm>
          <a:prstGeom prst="rect">
            <a:avLst/>
          </a:prstGeom>
          <a:noFill/>
          <a:ln w="0">
            <a:noFill/>
            <a:prstDash val="solid"/>
          </a:ln>
        </p:spPr>
        <p:txBody>
          <a:bodyPr lIns="0" tIns="0" rIns="0" bIns="0" anchor="ctr"/>
          <a:lstStyle>
            <a:defPPr algn="ctr">
              <a:defRPr sz="1350" b="0">
                <a:solidFill>
                  <a:srgbClr val="070D3A"/>
                </a:solidFill>
                <a:latin typeface="Nimbus Sans Narrow"/>
                <a:ea typeface="Nimbus Sans Narrow"/>
                <a:cs typeface="Nimbus Sans Narrow"/>
              </a:defRPr>
            </a:defPPr>
            <a:lvl1pPr algn="ctr">
              <a:defRPr sz="1350" b="0">
                <a:solidFill>
                  <a:srgbClr val="070D3A"/>
                </a:solidFill>
                <a:latin typeface="Nimbus Sans Narrow"/>
                <a:ea typeface="Nimbus Sans Narrow"/>
                <a:cs typeface="Nimbus Sans Narrow"/>
              </a:defRPr>
            </a:lvl1pPr>
            <a:lvl2pPr algn="ctr">
              <a:defRPr sz="1350" b="0">
                <a:solidFill>
                  <a:srgbClr val="070D3A"/>
                </a:solidFill>
                <a:latin typeface="Nimbus Sans Narrow"/>
                <a:ea typeface="Nimbus Sans Narrow"/>
                <a:cs typeface="Nimbus Sans Narrow"/>
              </a:defRPr>
            </a:lvl2pPr>
            <a:lvl3pPr algn="ctr">
              <a:defRPr sz="1350" b="0">
                <a:solidFill>
                  <a:srgbClr val="070D3A"/>
                </a:solidFill>
                <a:latin typeface="Nimbus Sans Narrow"/>
                <a:ea typeface="Nimbus Sans Narrow"/>
                <a:cs typeface="Nimbus Sans Narrow"/>
              </a:defRPr>
            </a:lvl3pPr>
            <a:lvl4pPr algn="ctr">
              <a:defRPr sz="1350" b="0">
                <a:solidFill>
                  <a:srgbClr val="070D3A"/>
                </a:solidFill>
                <a:latin typeface="Nimbus Sans Narrow"/>
                <a:ea typeface="Nimbus Sans Narrow"/>
                <a:cs typeface="Nimbus Sans Narrow"/>
              </a:defRPr>
            </a:lvl4pPr>
            <a:lvl5pPr algn="ctr">
              <a:defRPr sz="1350" b="0">
                <a:solidFill>
                  <a:srgbClr val="070D3A"/>
                </a:solidFill>
                <a:latin typeface="Nimbus Sans Narrow"/>
                <a:ea typeface="Nimbus Sans Narrow"/>
                <a:cs typeface="Nimbus Sans Narrow"/>
              </a:defRPr>
            </a:lvl5pPr>
            <a:lvl6pPr algn="ctr">
              <a:defRPr sz="1350" b="0">
                <a:solidFill>
                  <a:srgbClr val="070D3A"/>
                </a:solidFill>
                <a:latin typeface="Nimbus Sans Narrow"/>
                <a:ea typeface="Nimbus Sans Narrow"/>
                <a:cs typeface="Nimbus Sans Narrow"/>
              </a:defRPr>
            </a:lvl6pPr>
            <a:lvl7pPr algn="ctr">
              <a:defRPr sz="1350" b="0">
                <a:solidFill>
                  <a:srgbClr val="070D3A"/>
                </a:solidFill>
                <a:latin typeface="Nimbus Sans Narrow"/>
                <a:ea typeface="Nimbus Sans Narrow"/>
                <a:cs typeface="Nimbus Sans Narrow"/>
              </a:defRPr>
            </a:lvl7pPr>
            <a:lvl8pPr algn="ctr">
              <a:defRPr sz="1350" b="0">
                <a:solidFill>
                  <a:srgbClr val="070D3A"/>
                </a:solidFill>
                <a:latin typeface="Nimbus Sans Narrow"/>
                <a:ea typeface="Nimbus Sans Narrow"/>
                <a:cs typeface="Nimbus Sans Narrow"/>
              </a:defRPr>
            </a:lvl8pPr>
            <a:lvl9pPr algn="ctr">
              <a:defRPr sz="1350" b="0">
                <a:solidFill>
                  <a:srgbClr val="070D3A"/>
                </a:solidFill>
                <a:latin typeface="Nimbus Sans Narrow"/>
                <a:ea typeface="Nimbus Sans Narrow"/>
                <a:cs typeface="Nimbus Sans Narrow"/>
              </a:defRPr>
            </a:lvl9pPr>
          </a:lstStyle>
          <a:p>
            <a:pPr algn="ctr">
              <a:defRPr sz="1350" b="0">
                <a:solidFill>
                  <a:srgbClr val="070D3A"/>
                </a:solidFill>
                <a:latin typeface="Nimbus Sans Narrow"/>
                <a:ea typeface="Nimbus Sans Narrow"/>
                <a:cs typeface="Nimbus Sans Narrow"/>
              </a:defRPr>
            </a:pPr>
            <a:r>
              <a:rPr sz="1350" b="0">
                <a:solidFill>
                  <a:srgbClr val="070D3A"/>
                </a:solidFill>
                <a:latin typeface="Nimbus Sans Narrow"/>
                <a:ea typeface="Nimbus Sans Narrow"/>
                <a:cs typeface="Nimbus Sans Narrow"/>
              </a:rPr>
              <a:t>Which cases belong together?</a:t>
            </a:r>
          </a:p>
        </p:txBody>
      </p:sp>
      <p:sp>
        <p:nvSpPr>
          <p:cNvPr id="20" name="state-circle-5">
            <a:extLst>
              <a:ext uri="{FF2B5EF4-FFF2-40B4-BE49-F238E27FC236}">
                <a16:creationId xmlns:a16="http://schemas.microsoft.com/office/drawing/2014/main" id="{39C8FCA3-3D19-44E6-9D35-ADF029F1206A}"/>
              </a:ext>
            </a:extLst>
          </p:cNvPr>
          <p:cNvSpPr>
            <a:spLocks noGrp="1"/>
          </p:cNvSpPr>
          <p:nvPr/>
        </p:nvSpPr>
        <p:spPr>
          <a:xfrm>
            <a:off x="7496175" y="2305050"/>
            <a:ext cx="533400" cy="533400"/>
          </a:xfrm>
          <a:prstGeom prst="ellipse">
            <a:avLst/>
          </a:prstGeom>
          <a:solidFill>
            <a:srgbClr val="F4510B"/>
          </a:solidFill>
          <a:ln w="28575">
            <a:solidFill>
              <a:srgbClr val="FFFFFF"/>
            </a:solidFill>
            <a:prstDash val="solid"/>
          </a:ln>
        </p:spPr>
        <p:txBody>
          <a:bodyPr/>
          <a:lstStyle/>
          <a:p>
            <a:endParaRPr lang="en-US"/>
          </a:p>
        </p:txBody>
      </p:sp>
      <p:sp>
        <p:nvSpPr>
          <p:cNvPr id="21" name="state-number-5">
            <a:extLst>
              <a:ext uri="{FF2B5EF4-FFF2-40B4-BE49-F238E27FC236}">
                <a16:creationId xmlns:a16="http://schemas.microsoft.com/office/drawing/2014/main" id="{F2F5FF84-48AD-484E-82E4-B50B216C1D20}"/>
              </a:ext>
            </a:extLst>
          </p:cNvPr>
          <p:cNvSpPr>
            <a:spLocks noGrp="1"/>
          </p:cNvSpPr>
          <p:nvPr/>
        </p:nvSpPr>
        <p:spPr>
          <a:xfrm>
            <a:off x="7572375" y="2381250"/>
            <a:ext cx="381000" cy="381000"/>
          </a:xfrm>
          <a:prstGeom prst="rect">
            <a:avLst/>
          </a:prstGeom>
          <a:noFill/>
          <a:ln w="0">
            <a:noFill/>
            <a:prstDash val="solid"/>
          </a:ln>
        </p:spPr>
        <p:txBody>
          <a:bodyPr lIns="0" tIns="0" rIns="0" bIns="0" anchor="ctr"/>
          <a:lstStyle>
            <a:defPPr algn="ctr">
              <a:defRPr sz="1725" b="1">
                <a:solidFill>
                  <a:srgbClr val="FFFFFF"/>
                </a:solidFill>
                <a:latin typeface="Nimbus Sans Narrow"/>
                <a:ea typeface="Nimbus Sans Narrow"/>
                <a:cs typeface="Nimbus Sans Narrow"/>
              </a:defRPr>
            </a:defPPr>
            <a:lvl1pPr algn="ctr">
              <a:defRPr sz="1725" b="1">
                <a:solidFill>
                  <a:srgbClr val="FFFFFF"/>
                </a:solidFill>
                <a:latin typeface="Nimbus Sans Narrow"/>
                <a:ea typeface="Nimbus Sans Narrow"/>
                <a:cs typeface="Nimbus Sans Narrow"/>
              </a:defRPr>
            </a:lvl1pPr>
            <a:lvl2pPr algn="ctr">
              <a:defRPr sz="1725" b="1">
                <a:solidFill>
                  <a:srgbClr val="FFFFFF"/>
                </a:solidFill>
                <a:latin typeface="Nimbus Sans Narrow"/>
                <a:ea typeface="Nimbus Sans Narrow"/>
                <a:cs typeface="Nimbus Sans Narrow"/>
              </a:defRPr>
            </a:lvl2pPr>
            <a:lvl3pPr algn="ctr">
              <a:defRPr sz="1725" b="1">
                <a:solidFill>
                  <a:srgbClr val="FFFFFF"/>
                </a:solidFill>
                <a:latin typeface="Nimbus Sans Narrow"/>
                <a:ea typeface="Nimbus Sans Narrow"/>
                <a:cs typeface="Nimbus Sans Narrow"/>
              </a:defRPr>
            </a:lvl3pPr>
            <a:lvl4pPr algn="ctr">
              <a:defRPr sz="1725" b="1">
                <a:solidFill>
                  <a:srgbClr val="FFFFFF"/>
                </a:solidFill>
                <a:latin typeface="Nimbus Sans Narrow"/>
                <a:ea typeface="Nimbus Sans Narrow"/>
                <a:cs typeface="Nimbus Sans Narrow"/>
              </a:defRPr>
            </a:lvl4pPr>
            <a:lvl5pPr algn="ctr">
              <a:defRPr sz="1725" b="1">
                <a:solidFill>
                  <a:srgbClr val="FFFFFF"/>
                </a:solidFill>
                <a:latin typeface="Nimbus Sans Narrow"/>
                <a:ea typeface="Nimbus Sans Narrow"/>
                <a:cs typeface="Nimbus Sans Narrow"/>
              </a:defRPr>
            </a:lvl5pPr>
            <a:lvl6pPr algn="ctr">
              <a:defRPr sz="1725" b="1">
                <a:solidFill>
                  <a:srgbClr val="FFFFFF"/>
                </a:solidFill>
                <a:latin typeface="Nimbus Sans Narrow"/>
                <a:ea typeface="Nimbus Sans Narrow"/>
                <a:cs typeface="Nimbus Sans Narrow"/>
              </a:defRPr>
            </a:lvl6pPr>
            <a:lvl7pPr algn="ctr">
              <a:defRPr sz="1725" b="1">
                <a:solidFill>
                  <a:srgbClr val="FFFFFF"/>
                </a:solidFill>
                <a:latin typeface="Nimbus Sans Narrow"/>
                <a:ea typeface="Nimbus Sans Narrow"/>
                <a:cs typeface="Nimbus Sans Narrow"/>
              </a:defRPr>
            </a:lvl7pPr>
            <a:lvl8pPr algn="ctr">
              <a:defRPr sz="1725" b="1">
                <a:solidFill>
                  <a:srgbClr val="FFFFFF"/>
                </a:solidFill>
                <a:latin typeface="Nimbus Sans Narrow"/>
                <a:ea typeface="Nimbus Sans Narrow"/>
                <a:cs typeface="Nimbus Sans Narrow"/>
              </a:defRPr>
            </a:lvl8pPr>
            <a:lvl9pPr algn="ctr">
              <a:defRPr sz="1725" b="1">
                <a:solidFill>
                  <a:srgbClr val="FFFFFF"/>
                </a:solidFill>
                <a:latin typeface="Nimbus Sans Narrow"/>
                <a:ea typeface="Nimbus Sans Narrow"/>
                <a:cs typeface="Nimbus Sans Narrow"/>
              </a:defRPr>
            </a:lvl9pPr>
          </a:lstStyle>
          <a:p>
            <a:pPr algn="ctr">
              <a:defRPr sz="1725" b="1">
                <a:solidFill>
                  <a:srgbClr val="FFFFFF"/>
                </a:solidFill>
                <a:latin typeface="Nimbus Sans Narrow"/>
                <a:ea typeface="Nimbus Sans Narrow"/>
                <a:cs typeface="Nimbus Sans Narrow"/>
              </a:defRPr>
            </a:pPr>
            <a:r>
              <a:rPr sz="1725" b="1">
                <a:solidFill>
                  <a:srgbClr val="FFFFFF"/>
                </a:solidFill>
                <a:latin typeface="Nimbus Sans Narrow"/>
                <a:ea typeface="Nimbus Sans Narrow"/>
                <a:cs typeface="Nimbus Sans Narrow"/>
              </a:rPr>
              <a:t>5</a:t>
            </a:r>
          </a:p>
        </p:txBody>
      </p:sp>
      <p:sp>
        <p:nvSpPr>
          <p:cNvPr id="22" name="state-label-5">
            <a:extLst>
              <a:ext uri="{FF2B5EF4-FFF2-40B4-BE49-F238E27FC236}">
                <a16:creationId xmlns:a16="http://schemas.microsoft.com/office/drawing/2014/main" id="{49ABFD3C-969C-4463-9AB8-C4E876FFC4DB}"/>
              </a:ext>
            </a:extLst>
          </p:cNvPr>
          <p:cNvSpPr>
            <a:spLocks noGrp="1"/>
          </p:cNvSpPr>
          <p:nvPr/>
        </p:nvSpPr>
        <p:spPr>
          <a:xfrm>
            <a:off x="7048500" y="3028950"/>
            <a:ext cx="1428750" cy="400050"/>
          </a:xfrm>
          <a:prstGeom prst="rect">
            <a:avLst/>
          </a:prstGeom>
          <a:noFill/>
          <a:ln w="0">
            <a:noFill/>
            <a:prstDash val="solid"/>
          </a:ln>
        </p:spPr>
        <p:txBody>
          <a:bodyPr lIns="0" tIns="0" rIns="0" bIns="0" anchor="ctr"/>
          <a:lstStyle>
            <a:defPPr algn="ctr">
              <a:defRPr sz="1725" b="1">
                <a:solidFill>
                  <a:srgbClr val="F4510B"/>
                </a:solidFill>
                <a:latin typeface="Nimbus Sans Narrow"/>
                <a:ea typeface="Nimbus Sans Narrow"/>
                <a:cs typeface="Nimbus Sans Narrow"/>
              </a:defRPr>
            </a:defPPr>
            <a:lvl1pPr algn="ctr">
              <a:defRPr sz="1725" b="1">
                <a:solidFill>
                  <a:srgbClr val="F4510B"/>
                </a:solidFill>
                <a:latin typeface="Nimbus Sans Narrow"/>
                <a:ea typeface="Nimbus Sans Narrow"/>
                <a:cs typeface="Nimbus Sans Narrow"/>
              </a:defRPr>
            </a:lvl1pPr>
            <a:lvl2pPr algn="ctr">
              <a:defRPr sz="1725" b="1">
                <a:solidFill>
                  <a:srgbClr val="F4510B"/>
                </a:solidFill>
                <a:latin typeface="Nimbus Sans Narrow"/>
                <a:ea typeface="Nimbus Sans Narrow"/>
                <a:cs typeface="Nimbus Sans Narrow"/>
              </a:defRPr>
            </a:lvl2pPr>
            <a:lvl3pPr algn="ctr">
              <a:defRPr sz="1725" b="1">
                <a:solidFill>
                  <a:srgbClr val="F4510B"/>
                </a:solidFill>
                <a:latin typeface="Nimbus Sans Narrow"/>
                <a:ea typeface="Nimbus Sans Narrow"/>
                <a:cs typeface="Nimbus Sans Narrow"/>
              </a:defRPr>
            </a:lvl3pPr>
            <a:lvl4pPr algn="ctr">
              <a:defRPr sz="1725" b="1">
                <a:solidFill>
                  <a:srgbClr val="F4510B"/>
                </a:solidFill>
                <a:latin typeface="Nimbus Sans Narrow"/>
                <a:ea typeface="Nimbus Sans Narrow"/>
                <a:cs typeface="Nimbus Sans Narrow"/>
              </a:defRPr>
            </a:lvl4pPr>
            <a:lvl5pPr algn="ctr">
              <a:defRPr sz="1725" b="1">
                <a:solidFill>
                  <a:srgbClr val="F4510B"/>
                </a:solidFill>
                <a:latin typeface="Nimbus Sans Narrow"/>
                <a:ea typeface="Nimbus Sans Narrow"/>
                <a:cs typeface="Nimbus Sans Narrow"/>
              </a:defRPr>
            </a:lvl5pPr>
            <a:lvl6pPr algn="ctr">
              <a:defRPr sz="1725" b="1">
                <a:solidFill>
                  <a:srgbClr val="F4510B"/>
                </a:solidFill>
                <a:latin typeface="Nimbus Sans Narrow"/>
                <a:ea typeface="Nimbus Sans Narrow"/>
                <a:cs typeface="Nimbus Sans Narrow"/>
              </a:defRPr>
            </a:lvl6pPr>
            <a:lvl7pPr algn="ctr">
              <a:defRPr sz="1725" b="1">
                <a:solidFill>
                  <a:srgbClr val="F4510B"/>
                </a:solidFill>
                <a:latin typeface="Nimbus Sans Narrow"/>
                <a:ea typeface="Nimbus Sans Narrow"/>
                <a:cs typeface="Nimbus Sans Narrow"/>
              </a:defRPr>
            </a:lvl7pPr>
            <a:lvl8pPr algn="ctr">
              <a:defRPr sz="1725" b="1">
                <a:solidFill>
                  <a:srgbClr val="F4510B"/>
                </a:solidFill>
                <a:latin typeface="Nimbus Sans Narrow"/>
                <a:ea typeface="Nimbus Sans Narrow"/>
                <a:cs typeface="Nimbus Sans Narrow"/>
              </a:defRPr>
            </a:lvl8pPr>
            <a:lvl9pPr algn="ctr">
              <a:defRPr sz="1725" b="1">
                <a:solidFill>
                  <a:srgbClr val="F4510B"/>
                </a:solidFill>
                <a:latin typeface="Nimbus Sans Narrow"/>
                <a:ea typeface="Nimbus Sans Narrow"/>
                <a:cs typeface="Nimbus Sans Narrow"/>
              </a:defRPr>
            </a:lvl9pPr>
          </a:lstStyle>
          <a:p>
            <a:pPr algn="ctr">
              <a:defRPr sz="1725" b="1">
                <a:solidFill>
                  <a:srgbClr val="F4510B"/>
                </a:solidFill>
                <a:latin typeface="Nimbus Sans Narrow"/>
                <a:ea typeface="Nimbus Sans Narrow"/>
                <a:cs typeface="Nimbus Sans Narrow"/>
              </a:defRPr>
            </a:pPr>
            <a:r>
              <a:rPr sz="1725" b="1">
                <a:solidFill>
                  <a:srgbClr val="F4510B"/>
                </a:solidFill>
                <a:latin typeface="Nimbus Sans Narrow"/>
                <a:ea typeface="Nimbus Sans Narrow"/>
                <a:cs typeface="Nimbus Sans Narrow"/>
              </a:rPr>
              <a:t>Expansion</a:t>
            </a:r>
          </a:p>
        </p:txBody>
      </p:sp>
      <p:sp>
        <p:nvSpPr>
          <p:cNvPr id="23" name="state-question-5">
            <a:extLst>
              <a:ext uri="{FF2B5EF4-FFF2-40B4-BE49-F238E27FC236}">
                <a16:creationId xmlns:a16="http://schemas.microsoft.com/office/drawing/2014/main" id="{19215965-0312-491A-BFCF-F7290055AEF3}"/>
              </a:ext>
            </a:extLst>
          </p:cNvPr>
          <p:cNvSpPr>
            <a:spLocks noGrp="1"/>
          </p:cNvSpPr>
          <p:nvPr/>
        </p:nvSpPr>
        <p:spPr>
          <a:xfrm>
            <a:off x="7010400" y="3486150"/>
            <a:ext cx="1504950" cy="723900"/>
          </a:xfrm>
          <a:prstGeom prst="rect">
            <a:avLst/>
          </a:prstGeom>
          <a:noFill/>
          <a:ln w="0">
            <a:noFill/>
            <a:prstDash val="solid"/>
          </a:ln>
        </p:spPr>
        <p:txBody>
          <a:bodyPr lIns="0" tIns="0" rIns="0" bIns="0" anchor="ctr"/>
          <a:lstStyle>
            <a:defPPr algn="ctr">
              <a:defRPr sz="1350" b="0">
                <a:solidFill>
                  <a:srgbClr val="070D3A"/>
                </a:solidFill>
                <a:latin typeface="Nimbus Sans Narrow"/>
                <a:ea typeface="Nimbus Sans Narrow"/>
                <a:cs typeface="Nimbus Sans Narrow"/>
              </a:defRPr>
            </a:defPPr>
            <a:lvl1pPr algn="ctr">
              <a:defRPr sz="1350" b="0">
                <a:solidFill>
                  <a:srgbClr val="070D3A"/>
                </a:solidFill>
                <a:latin typeface="Nimbus Sans Narrow"/>
                <a:ea typeface="Nimbus Sans Narrow"/>
                <a:cs typeface="Nimbus Sans Narrow"/>
              </a:defRPr>
            </a:lvl1pPr>
            <a:lvl2pPr algn="ctr">
              <a:defRPr sz="1350" b="0">
                <a:solidFill>
                  <a:srgbClr val="070D3A"/>
                </a:solidFill>
                <a:latin typeface="Nimbus Sans Narrow"/>
                <a:ea typeface="Nimbus Sans Narrow"/>
                <a:cs typeface="Nimbus Sans Narrow"/>
              </a:defRPr>
            </a:lvl2pPr>
            <a:lvl3pPr algn="ctr">
              <a:defRPr sz="1350" b="0">
                <a:solidFill>
                  <a:srgbClr val="070D3A"/>
                </a:solidFill>
                <a:latin typeface="Nimbus Sans Narrow"/>
                <a:ea typeface="Nimbus Sans Narrow"/>
                <a:cs typeface="Nimbus Sans Narrow"/>
              </a:defRPr>
            </a:lvl3pPr>
            <a:lvl4pPr algn="ctr">
              <a:defRPr sz="1350" b="0">
                <a:solidFill>
                  <a:srgbClr val="070D3A"/>
                </a:solidFill>
                <a:latin typeface="Nimbus Sans Narrow"/>
                <a:ea typeface="Nimbus Sans Narrow"/>
                <a:cs typeface="Nimbus Sans Narrow"/>
              </a:defRPr>
            </a:lvl4pPr>
            <a:lvl5pPr algn="ctr">
              <a:defRPr sz="1350" b="0">
                <a:solidFill>
                  <a:srgbClr val="070D3A"/>
                </a:solidFill>
                <a:latin typeface="Nimbus Sans Narrow"/>
                <a:ea typeface="Nimbus Sans Narrow"/>
                <a:cs typeface="Nimbus Sans Narrow"/>
              </a:defRPr>
            </a:lvl5pPr>
            <a:lvl6pPr algn="ctr">
              <a:defRPr sz="1350" b="0">
                <a:solidFill>
                  <a:srgbClr val="070D3A"/>
                </a:solidFill>
                <a:latin typeface="Nimbus Sans Narrow"/>
                <a:ea typeface="Nimbus Sans Narrow"/>
                <a:cs typeface="Nimbus Sans Narrow"/>
              </a:defRPr>
            </a:lvl6pPr>
            <a:lvl7pPr algn="ctr">
              <a:defRPr sz="1350" b="0">
                <a:solidFill>
                  <a:srgbClr val="070D3A"/>
                </a:solidFill>
                <a:latin typeface="Nimbus Sans Narrow"/>
                <a:ea typeface="Nimbus Sans Narrow"/>
                <a:cs typeface="Nimbus Sans Narrow"/>
              </a:defRPr>
            </a:lvl7pPr>
            <a:lvl8pPr algn="ctr">
              <a:defRPr sz="1350" b="0">
                <a:solidFill>
                  <a:srgbClr val="070D3A"/>
                </a:solidFill>
                <a:latin typeface="Nimbus Sans Narrow"/>
                <a:ea typeface="Nimbus Sans Narrow"/>
                <a:cs typeface="Nimbus Sans Narrow"/>
              </a:defRPr>
            </a:lvl8pPr>
            <a:lvl9pPr algn="ctr">
              <a:defRPr sz="1350" b="0">
                <a:solidFill>
                  <a:srgbClr val="070D3A"/>
                </a:solidFill>
                <a:latin typeface="Nimbus Sans Narrow"/>
                <a:ea typeface="Nimbus Sans Narrow"/>
                <a:cs typeface="Nimbus Sans Narrow"/>
              </a:defRPr>
            </a:lvl9pPr>
          </a:lstStyle>
          <a:p>
            <a:pPr algn="ctr">
              <a:defRPr sz="1350" b="0">
                <a:solidFill>
                  <a:srgbClr val="070D3A"/>
                </a:solidFill>
                <a:latin typeface="Nimbus Sans Narrow"/>
                <a:ea typeface="Nimbus Sans Narrow"/>
                <a:cs typeface="Nimbus Sans Narrow"/>
              </a:defRPr>
            </a:pPr>
            <a:r>
              <a:rPr sz="1350" b="0">
                <a:solidFill>
                  <a:srgbClr val="070D3A"/>
                </a:solidFill>
                <a:latin typeface="Nimbus Sans Narrow"/>
                <a:ea typeface="Nimbus Sans Narrow"/>
                <a:cs typeface="Nimbus Sans Narrow"/>
              </a:rPr>
              <a:t>What process drives incidence?</a:t>
            </a:r>
          </a:p>
        </p:txBody>
      </p:sp>
      <p:sp>
        <p:nvSpPr>
          <p:cNvPr id="24" name="state-circle-6">
            <a:extLst>
              <a:ext uri="{FF2B5EF4-FFF2-40B4-BE49-F238E27FC236}">
                <a16:creationId xmlns:a16="http://schemas.microsoft.com/office/drawing/2014/main" id="{61313101-E883-4C1F-8F40-745B15494558}"/>
              </a:ext>
            </a:extLst>
          </p:cNvPr>
          <p:cNvSpPr>
            <a:spLocks noGrp="1"/>
          </p:cNvSpPr>
          <p:nvPr/>
        </p:nvSpPr>
        <p:spPr>
          <a:xfrm>
            <a:off x="9163050" y="2305050"/>
            <a:ext cx="533400" cy="533400"/>
          </a:xfrm>
          <a:prstGeom prst="ellipse">
            <a:avLst/>
          </a:prstGeom>
          <a:solidFill>
            <a:srgbClr val="F4510B"/>
          </a:solidFill>
          <a:ln w="28575">
            <a:solidFill>
              <a:srgbClr val="FFFFFF"/>
            </a:solidFill>
            <a:prstDash val="solid"/>
          </a:ln>
        </p:spPr>
        <p:txBody>
          <a:bodyPr/>
          <a:lstStyle/>
          <a:p>
            <a:endParaRPr lang="en-US"/>
          </a:p>
        </p:txBody>
      </p:sp>
      <p:sp>
        <p:nvSpPr>
          <p:cNvPr id="25" name="state-number-6">
            <a:extLst>
              <a:ext uri="{FF2B5EF4-FFF2-40B4-BE49-F238E27FC236}">
                <a16:creationId xmlns:a16="http://schemas.microsoft.com/office/drawing/2014/main" id="{376B15D1-27E5-43E1-A999-F8E876B53AB2}"/>
              </a:ext>
            </a:extLst>
          </p:cNvPr>
          <p:cNvSpPr>
            <a:spLocks noGrp="1"/>
          </p:cNvSpPr>
          <p:nvPr/>
        </p:nvSpPr>
        <p:spPr>
          <a:xfrm>
            <a:off x="9239250" y="2381250"/>
            <a:ext cx="381000" cy="381000"/>
          </a:xfrm>
          <a:prstGeom prst="rect">
            <a:avLst/>
          </a:prstGeom>
          <a:noFill/>
          <a:ln w="0">
            <a:noFill/>
            <a:prstDash val="solid"/>
          </a:ln>
        </p:spPr>
        <p:txBody>
          <a:bodyPr lIns="0" tIns="0" rIns="0" bIns="0" anchor="ctr"/>
          <a:lstStyle>
            <a:defPPr algn="ctr">
              <a:defRPr sz="1725" b="1">
                <a:solidFill>
                  <a:srgbClr val="FFFFFF"/>
                </a:solidFill>
                <a:latin typeface="Nimbus Sans Narrow"/>
                <a:ea typeface="Nimbus Sans Narrow"/>
                <a:cs typeface="Nimbus Sans Narrow"/>
              </a:defRPr>
            </a:defPPr>
            <a:lvl1pPr algn="ctr">
              <a:defRPr sz="1725" b="1">
                <a:solidFill>
                  <a:srgbClr val="FFFFFF"/>
                </a:solidFill>
                <a:latin typeface="Nimbus Sans Narrow"/>
                <a:ea typeface="Nimbus Sans Narrow"/>
                <a:cs typeface="Nimbus Sans Narrow"/>
              </a:defRPr>
            </a:lvl1pPr>
            <a:lvl2pPr algn="ctr">
              <a:defRPr sz="1725" b="1">
                <a:solidFill>
                  <a:srgbClr val="FFFFFF"/>
                </a:solidFill>
                <a:latin typeface="Nimbus Sans Narrow"/>
                <a:ea typeface="Nimbus Sans Narrow"/>
                <a:cs typeface="Nimbus Sans Narrow"/>
              </a:defRPr>
            </a:lvl2pPr>
            <a:lvl3pPr algn="ctr">
              <a:defRPr sz="1725" b="1">
                <a:solidFill>
                  <a:srgbClr val="FFFFFF"/>
                </a:solidFill>
                <a:latin typeface="Nimbus Sans Narrow"/>
                <a:ea typeface="Nimbus Sans Narrow"/>
                <a:cs typeface="Nimbus Sans Narrow"/>
              </a:defRPr>
            </a:lvl3pPr>
            <a:lvl4pPr algn="ctr">
              <a:defRPr sz="1725" b="1">
                <a:solidFill>
                  <a:srgbClr val="FFFFFF"/>
                </a:solidFill>
                <a:latin typeface="Nimbus Sans Narrow"/>
                <a:ea typeface="Nimbus Sans Narrow"/>
                <a:cs typeface="Nimbus Sans Narrow"/>
              </a:defRPr>
            </a:lvl4pPr>
            <a:lvl5pPr algn="ctr">
              <a:defRPr sz="1725" b="1">
                <a:solidFill>
                  <a:srgbClr val="FFFFFF"/>
                </a:solidFill>
                <a:latin typeface="Nimbus Sans Narrow"/>
                <a:ea typeface="Nimbus Sans Narrow"/>
                <a:cs typeface="Nimbus Sans Narrow"/>
              </a:defRPr>
            </a:lvl5pPr>
            <a:lvl6pPr algn="ctr">
              <a:defRPr sz="1725" b="1">
                <a:solidFill>
                  <a:srgbClr val="FFFFFF"/>
                </a:solidFill>
                <a:latin typeface="Nimbus Sans Narrow"/>
                <a:ea typeface="Nimbus Sans Narrow"/>
                <a:cs typeface="Nimbus Sans Narrow"/>
              </a:defRPr>
            </a:lvl6pPr>
            <a:lvl7pPr algn="ctr">
              <a:defRPr sz="1725" b="1">
                <a:solidFill>
                  <a:srgbClr val="FFFFFF"/>
                </a:solidFill>
                <a:latin typeface="Nimbus Sans Narrow"/>
                <a:ea typeface="Nimbus Sans Narrow"/>
                <a:cs typeface="Nimbus Sans Narrow"/>
              </a:defRPr>
            </a:lvl7pPr>
            <a:lvl8pPr algn="ctr">
              <a:defRPr sz="1725" b="1">
                <a:solidFill>
                  <a:srgbClr val="FFFFFF"/>
                </a:solidFill>
                <a:latin typeface="Nimbus Sans Narrow"/>
                <a:ea typeface="Nimbus Sans Narrow"/>
                <a:cs typeface="Nimbus Sans Narrow"/>
              </a:defRPr>
            </a:lvl8pPr>
            <a:lvl9pPr algn="ctr">
              <a:defRPr sz="1725" b="1">
                <a:solidFill>
                  <a:srgbClr val="FFFFFF"/>
                </a:solidFill>
                <a:latin typeface="Nimbus Sans Narrow"/>
                <a:ea typeface="Nimbus Sans Narrow"/>
                <a:cs typeface="Nimbus Sans Narrow"/>
              </a:defRPr>
            </a:lvl9pPr>
          </a:lstStyle>
          <a:p>
            <a:pPr algn="ctr">
              <a:defRPr sz="1725" b="1">
                <a:solidFill>
                  <a:srgbClr val="FFFFFF"/>
                </a:solidFill>
                <a:latin typeface="Nimbus Sans Narrow"/>
                <a:ea typeface="Nimbus Sans Narrow"/>
                <a:cs typeface="Nimbus Sans Narrow"/>
              </a:defRPr>
            </a:pPr>
            <a:r>
              <a:rPr sz="1725" b="1">
                <a:solidFill>
                  <a:srgbClr val="FFFFFF"/>
                </a:solidFill>
                <a:latin typeface="Nimbus Sans Narrow"/>
                <a:ea typeface="Nimbus Sans Narrow"/>
                <a:cs typeface="Nimbus Sans Narrow"/>
              </a:rPr>
              <a:t>6</a:t>
            </a:r>
          </a:p>
        </p:txBody>
      </p:sp>
      <p:sp>
        <p:nvSpPr>
          <p:cNvPr id="26" name="state-label-6">
            <a:extLst>
              <a:ext uri="{FF2B5EF4-FFF2-40B4-BE49-F238E27FC236}">
                <a16:creationId xmlns:a16="http://schemas.microsoft.com/office/drawing/2014/main" id="{5C3E53CE-AF09-4039-BDF9-035239911C86}"/>
              </a:ext>
            </a:extLst>
          </p:cNvPr>
          <p:cNvSpPr>
            <a:spLocks noGrp="1"/>
          </p:cNvSpPr>
          <p:nvPr/>
        </p:nvSpPr>
        <p:spPr>
          <a:xfrm>
            <a:off x="8715375" y="3028950"/>
            <a:ext cx="1428750" cy="400050"/>
          </a:xfrm>
          <a:prstGeom prst="rect">
            <a:avLst/>
          </a:prstGeom>
          <a:noFill/>
          <a:ln w="0">
            <a:noFill/>
            <a:prstDash val="solid"/>
          </a:ln>
        </p:spPr>
        <p:txBody>
          <a:bodyPr lIns="0" tIns="0" rIns="0" bIns="0" anchor="ctr"/>
          <a:lstStyle>
            <a:defPPr algn="ctr">
              <a:defRPr sz="1725" b="1">
                <a:solidFill>
                  <a:srgbClr val="F4510B"/>
                </a:solidFill>
                <a:latin typeface="Nimbus Sans Narrow"/>
                <a:ea typeface="Nimbus Sans Narrow"/>
                <a:cs typeface="Nimbus Sans Narrow"/>
              </a:defRPr>
            </a:defPPr>
            <a:lvl1pPr algn="ctr">
              <a:defRPr sz="1725" b="1">
                <a:solidFill>
                  <a:srgbClr val="F4510B"/>
                </a:solidFill>
                <a:latin typeface="Nimbus Sans Narrow"/>
                <a:ea typeface="Nimbus Sans Narrow"/>
                <a:cs typeface="Nimbus Sans Narrow"/>
              </a:defRPr>
            </a:lvl1pPr>
            <a:lvl2pPr algn="ctr">
              <a:defRPr sz="1725" b="1">
                <a:solidFill>
                  <a:srgbClr val="F4510B"/>
                </a:solidFill>
                <a:latin typeface="Nimbus Sans Narrow"/>
                <a:ea typeface="Nimbus Sans Narrow"/>
                <a:cs typeface="Nimbus Sans Narrow"/>
              </a:defRPr>
            </a:lvl2pPr>
            <a:lvl3pPr algn="ctr">
              <a:defRPr sz="1725" b="1">
                <a:solidFill>
                  <a:srgbClr val="F4510B"/>
                </a:solidFill>
                <a:latin typeface="Nimbus Sans Narrow"/>
                <a:ea typeface="Nimbus Sans Narrow"/>
                <a:cs typeface="Nimbus Sans Narrow"/>
              </a:defRPr>
            </a:lvl3pPr>
            <a:lvl4pPr algn="ctr">
              <a:defRPr sz="1725" b="1">
                <a:solidFill>
                  <a:srgbClr val="F4510B"/>
                </a:solidFill>
                <a:latin typeface="Nimbus Sans Narrow"/>
                <a:ea typeface="Nimbus Sans Narrow"/>
                <a:cs typeface="Nimbus Sans Narrow"/>
              </a:defRPr>
            </a:lvl4pPr>
            <a:lvl5pPr algn="ctr">
              <a:defRPr sz="1725" b="1">
                <a:solidFill>
                  <a:srgbClr val="F4510B"/>
                </a:solidFill>
                <a:latin typeface="Nimbus Sans Narrow"/>
                <a:ea typeface="Nimbus Sans Narrow"/>
                <a:cs typeface="Nimbus Sans Narrow"/>
              </a:defRPr>
            </a:lvl5pPr>
            <a:lvl6pPr algn="ctr">
              <a:defRPr sz="1725" b="1">
                <a:solidFill>
                  <a:srgbClr val="F4510B"/>
                </a:solidFill>
                <a:latin typeface="Nimbus Sans Narrow"/>
                <a:ea typeface="Nimbus Sans Narrow"/>
                <a:cs typeface="Nimbus Sans Narrow"/>
              </a:defRPr>
            </a:lvl6pPr>
            <a:lvl7pPr algn="ctr">
              <a:defRPr sz="1725" b="1">
                <a:solidFill>
                  <a:srgbClr val="F4510B"/>
                </a:solidFill>
                <a:latin typeface="Nimbus Sans Narrow"/>
                <a:ea typeface="Nimbus Sans Narrow"/>
                <a:cs typeface="Nimbus Sans Narrow"/>
              </a:defRPr>
            </a:lvl7pPr>
            <a:lvl8pPr algn="ctr">
              <a:defRPr sz="1725" b="1">
                <a:solidFill>
                  <a:srgbClr val="F4510B"/>
                </a:solidFill>
                <a:latin typeface="Nimbus Sans Narrow"/>
                <a:ea typeface="Nimbus Sans Narrow"/>
                <a:cs typeface="Nimbus Sans Narrow"/>
              </a:defRPr>
            </a:lvl8pPr>
            <a:lvl9pPr algn="ctr">
              <a:defRPr sz="1725" b="1">
                <a:solidFill>
                  <a:srgbClr val="F4510B"/>
                </a:solidFill>
                <a:latin typeface="Nimbus Sans Narrow"/>
                <a:ea typeface="Nimbus Sans Narrow"/>
                <a:cs typeface="Nimbus Sans Narrow"/>
              </a:defRPr>
            </a:lvl9pPr>
          </a:lstStyle>
          <a:p>
            <a:pPr algn="ctr">
              <a:defRPr sz="1725" b="1">
                <a:solidFill>
                  <a:srgbClr val="F4510B"/>
                </a:solidFill>
                <a:latin typeface="Nimbus Sans Narrow"/>
                <a:ea typeface="Nimbus Sans Narrow"/>
                <a:cs typeface="Nimbus Sans Narrow"/>
              </a:defRPr>
            </a:pPr>
            <a:r>
              <a:rPr sz="1725" b="1">
                <a:solidFill>
                  <a:srgbClr val="F4510B"/>
                </a:solidFill>
                <a:latin typeface="Nimbus Sans Narrow"/>
                <a:ea typeface="Nimbus Sans Narrow"/>
                <a:cs typeface="Nimbus Sans Narrow"/>
              </a:rPr>
              <a:t>Intervention</a:t>
            </a:r>
          </a:p>
        </p:txBody>
      </p:sp>
      <p:sp>
        <p:nvSpPr>
          <p:cNvPr id="27" name="state-question-6">
            <a:extLst>
              <a:ext uri="{FF2B5EF4-FFF2-40B4-BE49-F238E27FC236}">
                <a16:creationId xmlns:a16="http://schemas.microsoft.com/office/drawing/2014/main" id="{FC37084D-5FA6-417D-BD32-21023826E0BC}"/>
              </a:ext>
            </a:extLst>
          </p:cNvPr>
          <p:cNvSpPr>
            <a:spLocks noGrp="1"/>
          </p:cNvSpPr>
          <p:nvPr/>
        </p:nvSpPr>
        <p:spPr>
          <a:xfrm>
            <a:off x="8677275" y="3486150"/>
            <a:ext cx="1504950" cy="723900"/>
          </a:xfrm>
          <a:prstGeom prst="rect">
            <a:avLst/>
          </a:prstGeom>
          <a:noFill/>
          <a:ln w="0">
            <a:noFill/>
            <a:prstDash val="solid"/>
          </a:ln>
        </p:spPr>
        <p:txBody>
          <a:bodyPr lIns="0" tIns="0" rIns="0" bIns="0" anchor="ctr"/>
          <a:lstStyle>
            <a:defPPr algn="ctr">
              <a:defRPr sz="1350" b="0">
                <a:solidFill>
                  <a:srgbClr val="070D3A"/>
                </a:solidFill>
                <a:latin typeface="Nimbus Sans Narrow"/>
                <a:ea typeface="Nimbus Sans Narrow"/>
                <a:cs typeface="Nimbus Sans Narrow"/>
              </a:defRPr>
            </a:defPPr>
            <a:lvl1pPr algn="ctr">
              <a:defRPr sz="1350" b="0">
                <a:solidFill>
                  <a:srgbClr val="070D3A"/>
                </a:solidFill>
                <a:latin typeface="Nimbus Sans Narrow"/>
                <a:ea typeface="Nimbus Sans Narrow"/>
                <a:cs typeface="Nimbus Sans Narrow"/>
              </a:defRPr>
            </a:lvl1pPr>
            <a:lvl2pPr algn="ctr">
              <a:defRPr sz="1350" b="0">
                <a:solidFill>
                  <a:srgbClr val="070D3A"/>
                </a:solidFill>
                <a:latin typeface="Nimbus Sans Narrow"/>
                <a:ea typeface="Nimbus Sans Narrow"/>
                <a:cs typeface="Nimbus Sans Narrow"/>
              </a:defRPr>
            </a:lvl2pPr>
            <a:lvl3pPr algn="ctr">
              <a:defRPr sz="1350" b="0">
                <a:solidFill>
                  <a:srgbClr val="070D3A"/>
                </a:solidFill>
                <a:latin typeface="Nimbus Sans Narrow"/>
                <a:ea typeface="Nimbus Sans Narrow"/>
                <a:cs typeface="Nimbus Sans Narrow"/>
              </a:defRPr>
            </a:lvl3pPr>
            <a:lvl4pPr algn="ctr">
              <a:defRPr sz="1350" b="0">
                <a:solidFill>
                  <a:srgbClr val="070D3A"/>
                </a:solidFill>
                <a:latin typeface="Nimbus Sans Narrow"/>
                <a:ea typeface="Nimbus Sans Narrow"/>
                <a:cs typeface="Nimbus Sans Narrow"/>
              </a:defRPr>
            </a:lvl4pPr>
            <a:lvl5pPr algn="ctr">
              <a:defRPr sz="1350" b="0">
                <a:solidFill>
                  <a:srgbClr val="070D3A"/>
                </a:solidFill>
                <a:latin typeface="Nimbus Sans Narrow"/>
                <a:ea typeface="Nimbus Sans Narrow"/>
                <a:cs typeface="Nimbus Sans Narrow"/>
              </a:defRPr>
            </a:lvl5pPr>
            <a:lvl6pPr algn="ctr">
              <a:defRPr sz="1350" b="0">
                <a:solidFill>
                  <a:srgbClr val="070D3A"/>
                </a:solidFill>
                <a:latin typeface="Nimbus Sans Narrow"/>
                <a:ea typeface="Nimbus Sans Narrow"/>
                <a:cs typeface="Nimbus Sans Narrow"/>
              </a:defRPr>
            </a:lvl6pPr>
            <a:lvl7pPr algn="ctr">
              <a:defRPr sz="1350" b="0">
                <a:solidFill>
                  <a:srgbClr val="070D3A"/>
                </a:solidFill>
                <a:latin typeface="Nimbus Sans Narrow"/>
                <a:ea typeface="Nimbus Sans Narrow"/>
                <a:cs typeface="Nimbus Sans Narrow"/>
              </a:defRPr>
            </a:lvl7pPr>
            <a:lvl8pPr algn="ctr">
              <a:defRPr sz="1350" b="0">
                <a:solidFill>
                  <a:srgbClr val="070D3A"/>
                </a:solidFill>
                <a:latin typeface="Nimbus Sans Narrow"/>
                <a:ea typeface="Nimbus Sans Narrow"/>
                <a:cs typeface="Nimbus Sans Narrow"/>
              </a:defRPr>
            </a:lvl8pPr>
            <a:lvl9pPr algn="ctr">
              <a:defRPr sz="1350" b="0">
                <a:solidFill>
                  <a:srgbClr val="070D3A"/>
                </a:solidFill>
                <a:latin typeface="Nimbus Sans Narrow"/>
                <a:ea typeface="Nimbus Sans Narrow"/>
                <a:cs typeface="Nimbus Sans Narrow"/>
              </a:defRPr>
            </a:lvl9pPr>
          </a:lstStyle>
          <a:p>
            <a:pPr algn="ctr">
              <a:defRPr sz="1350" b="0">
                <a:solidFill>
                  <a:srgbClr val="070D3A"/>
                </a:solidFill>
                <a:latin typeface="Nimbus Sans Narrow"/>
                <a:ea typeface="Nimbus Sans Narrow"/>
                <a:cs typeface="Nimbus Sans Narrow"/>
              </a:defRPr>
            </a:pPr>
            <a:r>
              <a:rPr sz="1350" b="0">
                <a:solidFill>
                  <a:srgbClr val="070D3A"/>
                </a:solidFill>
                <a:latin typeface="Nimbus Sans Narrow"/>
                <a:ea typeface="Nimbus Sans Narrow"/>
                <a:cs typeface="Nimbus Sans Narrow"/>
              </a:rPr>
              <a:t>Where can action change outcomes?</a:t>
            </a:r>
          </a:p>
        </p:txBody>
      </p:sp>
      <p:sp>
        <p:nvSpPr>
          <p:cNvPr id="28" name="state-circle-7">
            <a:extLst>
              <a:ext uri="{FF2B5EF4-FFF2-40B4-BE49-F238E27FC236}">
                <a16:creationId xmlns:a16="http://schemas.microsoft.com/office/drawing/2014/main" id="{3C07EB8C-BFEE-47FC-BE74-AB4D27BA5AA9}"/>
              </a:ext>
            </a:extLst>
          </p:cNvPr>
          <p:cNvSpPr>
            <a:spLocks noGrp="1"/>
          </p:cNvSpPr>
          <p:nvPr/>
        </p:nvSpPr>
        <p:spPr>
          <a:xfrm>
            <a:off x="10829925" y="2305050"/>
            <a:ext cx="533400" cy="533400"/>
          </a:xfrm>
          <a:prstGeom prst="ellipse">
            <a:avLst/>
          </a:prstGeom>
          <a:solidFill>
            <a:srgbClr val="F4510B"/>
          </a:solidFill>
          <a:ln w="28575">
            <a:solidFill>
              <a:srgbClr val="FFFFFF"/>
            </a:solidFill>
            <a:prstDash val="solid"/>
          </a:ln>
        </p:spPr>
        <p:txBody>
          <a:bodyPr/>
          <a:lstStyle/>
          <a:p>
            <a:endParaRPr lang="en-US"/>
          </a:p>
        </p:txBody>
      </p:sp>
      <p:sp>
        <p:nvSpPr>
          <p:cNvPr id="29" name="state-number-7">
            <a:extLst>
              <a:ext uri="{FF2B5EF4-FFF2-40B4-BE49-F238E27FC236}">
                <a16:creationId xmlns:a16="http://schemas.microsoft.com/office/drawing/2014/main" id="{0D9A48AD-D852-4C53-8CAD-E028804ABA56}"/>
              </a:ext>
            </a:extLst>
          </p:cNvPr>
          <p:cNvSpPr>
            <a:spLocks noGrp="1"/>
          </p:cNvSpPr>
          <p:nvPr/>
        </p:nvSpPr>
        <p:spPr>
          <a:xfrm>
            <a:off x="10906125" y="2381250"/>
            <a:ext cx="381000" cy="381000"/>
          </a:xfrm>
          <a:prstGeom prst="rect">
            <a:avLst/>
          </a:prstGeom>
          <a:noFill/>
          <a:ln w="0">
            <a:noFill/>
            <a:prstDash val="solid"/>
          </a:ln>
        </p:spPr>
        <p:txBody>
          <a:bodyPr lIns="0" tIns="0" rIns="0" bIns="0" anchor="ctr"/>
          <a:lstStyle>
            <a:defPPr algn="ctr">
              <a:defRPr sz="1725" b="1">
                <a:solidFill>
                  <a:srgbClr val="FFFFFF"/>
                </a:solidFill>
                <a:latin typeface="Nimbus Sans Narrow"/>
                <a:ea typeface="Nimbus Sans Narrow"/>
                <a:cs typeface="Nimbus Sans Narrow"/>
              </a:defRPr>
            </a:defPPr>
            <a:lvl1pPr algn="ctr">
              <a:defRPr sz="1725" b="1">
                <a:solidFill>
                  <a:srgbClr val="FFFFFF"/>
                </a:solidFill>
                <a:latin typeface="Nimbus Sans Narrow"/>
                <a:ea typeface="Nimbus Sans Narrow"/>
                <a:cs typeface="Nimbus Sans Narrow"/>
              </a:defRPr>
            </a:lvl1pPr>
            <a:lvl2pPr algn="ctr">
              <a:defRPr sz="1725" b="1">
                <a:solidFill>
                  <a:srgbClr val="FFFFFF"/>
                </a:solidFill>
                <a:latin typeface="Nimbus Sans Narrow"/>
                <a:ea typeface="Nimbus Sans Narrow"/>
                <a:cs typeface="Nimbus Sans Narrow"/>
              </a:defRPr>
            </a:lvl2pPr>
            <a:lvl3pPr algn="ctr">
              <a:defRPr sz="1725" b="1">
                <a:solidFill>
                  <a:srgbClr val="FFFFFF"/>
                </a:solidFill>
                <a:latin typeface="Nimbus Sans Narrow"/>
                <a:ea typeface="Nimbus Sans Narrow"/>
                <a:cs typeface="Nimbus Sans Narrow"/>
              </a:defRPr>
            </a:lvl3pPr>
            <a:lvl4pPr algn="ctr">
              <a:defRPr sz="1725" b="1">
                <a:solidFill>
                  <a:srgbClr val="FFFFFF"/>
                </a:solidFill>
                <a:latin typeface="Nimbus Sans Narrow"/>
                <a:ea typeface="Nimbus Sans Narrow"/>
                <a:cs typeface="Nimbus Sans Narrow"/>
              </a:defRPr>
            </a:lvl4pPr>
            <a:lvl5pPr algn="ctr">
              <a:defRPr sz="1725" b="1">
                <a:solidFill>
                  <a:srgbClr val="FFFFFF"/>
                </a:solidFill>
                <a:latin typeface="Nimbus Sans Narrow"/>
                <a:ea typeface="Nimbus Sans Narrow"/>
                <a:cs typeface="Nimbus Sans Narrow"/>
              </a:defRPr>
            </a:lvl5pPr>
            <a:lvl6pPr algn="ctr">
              <a:defRPr sz="1725" b="1">
                <a:solidFill>
                  <a:srgbClr val="FFFFFF"/>
                </a:solidFill>
                <a:latin typeface="Nimbus Sans Narrow"/>
                <a:ea typeface="Nimbus Sans Narrow"/>
                <a:cs typeface="Nimbus Sans Narrow"/>
              </a:defRPr>
            </a:lvl6pPr>
            <a:lvl7pPr algn="ctr">
              <a:defRPr sz="1725" b="1">
                <a:solidFill>
                  <a:srgbClr val="FFFFFF"/>
                </a:solidFill>
                <a:latin typeface="Nimbus Sans Narrow"/>
                <a:ea typeface="Nimbus Sans Narrow"/>
                <a:cs typeface="Nimbus Sans Narrow"/>
              </a:defRPr>
            </a:lvl7pPr>
            <a:lvl8pPr algn="ctr">
              <a:defRPr sz="1725" b="1">
                <a:solidFill>
                  <a:srgbClr val="FFFFFF"/>
                </a:solidFill>
                <a:latin typeface="Nimbus Sans Narrow"/>
                <a:ea typeface="Nimbus Sans Narrow"/>
                <a:cs typeface="Nimbus Sans Narrow"/>
              </a:defRPr>
            </a:lvl8pPr>
            <a:lvl9pPr algn="ctr">
              <a:defRPr sz="1725" b="1">
                <a:solidFill>
                  <a:srgbClr val="FFFFFF"/>
                </a:solidFill>
                <a:latin typeface="Nimbus Sans Narrow"/>
                <a:ea typeface="Nimbus Sans Narrow"/>
                <a:cs typeface="Nimbus Sans Narrow"/>
              </a:defRPr>
            </a:lvl9pPr>
          </a:lstStyle>
          <a:p>
            <a:pPr algn="ctr">
              <a:defRPr sz="1725" b="1">
                <a:solidFill>
                  <a:srgbClr val="FFFFFF"/>
                </a:solidFill>
                <a:latin typeface="Nimbus Sans Narrow"/>
                <a:ea typeface="Nimbus Sans Narrow"/>
                <a:cs typeface="Nimbus Sans Narrow"/>
              </a:defRPr>
            </a:pPr>
            <a:r>
              <a:rPr sz="1725" b="1">
                <a:solidFill>
                  <a:srgbClr val="FFFFFF"/>
                </a:solidFill>
                <a:latin typeface="Nimbus Sans Narrow"/>
                <a:ea typeface="Nimbus Sans Narrow"/>
                <a:cs typeface="Nimbus Sans Narrow"/>
              </a:rPr>
              <a:t>7</a:t>
            </a:r>
          </a:p>
        </p:txBody>
      </p:sp>
      <p:sp>
        <p:nvSpPr>
          <p:cNvPr id="30" name="state-label-7">
            <a:extLst>
              <a:ext uri="{FF2B5EF4-FFF2-40B4-BE49-F238E27FC236}">
                <a16:creationId xmlns:a16="http://schemas.microsoft.com/office/drawing/2014/main" id="{9EEBC3BB-D600-4E36-8AF0-D62EDBDEE736}"/>
              </a:ext>
            </a:extLst>
          </p:cNvPr>
          <p:cNvSpPr>
            <a:spLocks noGrp="1"/>
          </p:cNvSpPr>
          <p:nvPr/>
        </p:nvSpPr>
        <p:spPr>
          <a:xfrm>
            <a:off x="10382250" y="3028950"/>
            <a:ext cx="1428750" cy="400050"/>
          </a:xfrm>
          <a:prstGeom prst="rect">
            <a:avLst/>
          </a:prstGeom>
          <a:noFill/>
          <a:ln w="0">
            <a:noFill/>
            <a:prstDash val="solid"/>
          </a:ln>
        </p:spPr>
        <p:txBody>
          <a:bodyPr lIns="0" tIns="0" rIns="0" bIns="0" anchor="ctr"/>
          <a:lstStyle>
            <a:defPPr algn="ctr">
              <a:defRPr sz="1725" b="1">
                <a:solidFill>
                  <a:srgbClr val="F4510B"/>
                </a:solidFill>
                <a:latin typeface="Nimbus Sans Narrow"/>
                <a:ea typeface="Nimbus Sans Narrow"/>
                <a:cs typeface="Nimbus Sans Narrow"/>
              </a:defRPr>
            </a:defPPr>
            <a:lvl1pPr algn="ctr">
              <a:defRPr sz="1725" b="1">
                <a:solidFill>
                  <a:srgbClr val="F4510B"/>
                </a:solidFill>
                <a:latin typeface="Nimbus Sans Narrow"/>
                <a:ea typeface="Nimbus Sans Narrow"/>
                <a:cs typeface="Nimbus Sans Narrow"/>
              </a:defRPr>
            </a:lvl1pPr>
            <a:lvl2pPr algn="ctr">
              <a:defRPr sz="1725" b="1">
                <a:solidFill>
                  <a:srgbClr val="F4510B"/>
                </a:solidFill>
                <a:latin typeface="Nimbus Sans Narrow"/>
                <a:ea typeface="Nimbus Sans Narrow"/>
                <a:cs typeface="Nimbus Sans Narrow"/>
              </a:defRPr>
            </a:lvl2pPr>
            <a:lvl3pPr algn="ctr">
              <a:defRPr sz="1725" b="1">
                <a:solidFill>
                  <a:srgbClr val="F4510B"/>
                </a:solidFill>
                <a:latin typeface="Nimbus Sans Narrow"/>
                <a:ea typeface="Nimbus Sans Narrow"/>
                <a:cs typeface="Nimbus Sans Narrow"/>
              </a:defRPr>
            </a:lvl3pPr>
            <a:lvl4pPr algn="ctr">
              <a:defRPr sz="1725" b="1">
                <a:solidFill>
                  <a:srgbClr val="F4510B"/>
                </a:solidFill>
                <a:latin typeface="Nimbus Sans Narrow"/>
                <a:ea typeface="Nimbus Sans Narrow"/>
                <a:cs typeface="Nimbus Sans Narrow"/>
              </a:defRPr>
            </a:lvl4pPr>
            <a:lvl5pPr algn="ctr">
              <a:defRPr sz="1725" b="1">
                <a:solidFill>
                  <a:srgbClr val="F4510B"/>
                </a:solidFill>
                <a:latin typeface="Nimbus Sans Narrow"/>
                <a:ea typeface="Nimbus Sans Narrow"/>
                <a:cs typeface="Nimbus Sans Narrow"/>
              </a:defRPr>
            </a:lvl5pPr>
            <a:lvl6pPr algn="ctr">
              <a:defRPr sz="1725" b="1">
                <a:solidFill>
                  <a:srgbClr val="F4510B"/>
                </a:solidFill>
                <a:latin typeface="Nimbus Sans Narrow"/>
                <a:ea typeface="Nimbus Sans Narrow"/>
                <a:cs typeface="Nimbus Sans Narrow"/>
              </a:defRPr>
            </a:lvl6pPr>
            <a:lvl7pPr algn="ctr">
              <a:defRPr sz="1725" b="1">
                <a:solidFill>
                  <a:srgbClr val="F4510B"/>
                </a:solidFill>
                <a:latin typeface="Nimbus Sans Narrow"/>
                <a:ea typeface="Nimbus Sans Narrow"/>
                <a:cs typeface="Nimbus Sans Narrow"/>
              </a:defRPr>
            </a:lvl7pPr>
            <a:lvl8pPr algn="ctr">
              <a:defRPr sz="1725" b="1">
                <a:solidFill>
                  <a:srgbClr val="F4510B"/>
                </a:solidFill>
                <a:latin typeface="Nimbus Sans Narrow"/>
                <a:ea typeface="Nimbus Sans Narrow"/>
                <a:cs typeface="Nimbus Sans Narrow"/>
              </a:defRPr>
            </a:lvl8pPr>
            <a:lvl9pPr algn="ctr">
              <a:defRPr sz="1725" b="1">
                <a:solidFill>
                  <a:srgbClr val="F4510B"/>
                </a:solidFill>
                <a:latin typeface="Nimbus Sans Narrow"/>
                <a:ea typeface="Nimbus Sans Narrow"/>
                <a:cs typeface="Nimbus Sans Narrow"/>
              </a:defRPr>
            </a:lvl9pPr>
          </a:lstStyle>
          <a:p>
            <a:pPr algn="ctr">
              <a:defRPr sz="1725" b="1">
                <a:solidFill>
                  <a:srgbClr val="F4510B"/>
                </a:solidFill>
                <a:latin typeface="Nimbus Sans Narrow"/>
                <a:ea typeface="Nimbus Sans Narrow"/>
                <a:cs typeface="Nimbus Sans Narrow"/>
              </a:defRPr>
            </a:pPr>
            <a:r>
              <a:rPr lang="en-US" sz="1725" b="1">
                <a:solidFill>
                  <a:srgbClr val="F4510B"/>
                </a:solidFill>
                <a:latin typeface="Nimbus Sans Narrow"/>
                <a:ea typeface="Nimbus Sans Narrow"/>
                <a:cs typeface="Nimbus Sans Narrow"/>
              </a:rPr>
              <a:t>Monitor Adaptation and Risk</a:t>
            </a:r>
            <a:endParaRPr sz="1725" b="1" dirty="0">
              <a:solidFill>
                <a:srgbClr val="F4510B"/>
              </a:solidFill>
              <a:latin typeface="Nimbus Sans Narrow"/>
              <a:ea typeface="Nimbus Sans Narrow"/>
              <a:cs typeface="Nimbus Sans Narrow"/>
            </a:endParaRPr>
          </a:p>
        </p:txBody>
      </p:sp>
      <p:sp>
        <p:nvSpPr>
          <p:cNvPr id="31" name="state-question-7">
            <a:extLst>
              <a:ext uri="{FF2B5EF4-FFF2-40B4-BE49-F238E27FC236}">
                <a16:creationId xmlns:a16="http://schemas.microsoft.com/office/drawing/2014/main" id="{B073DEEF-A22B-40CC-A370-183D1A8E2A33}"/>
              </a:ext>
            </a:extLst>
          </p:cNvPr>
          <p:cNvSpPr>
            <a:spLocks noGrp="1"/>
          </p:cNvSpPr>
          <p:nvPr/>
        </p:nvSpPr>
        <p:spPr>
          <a:xfrm>
            <a:off x="10344150" y="3486150"/>
            <a:ext cx="1504950" cy="723900"/>
          </a:xfrm>
          <a:prstGeom prst="rect">
            <a:avLst/>
          </a:prstGeom>
          <a:noFill/>
          <a:ln w="0">
            <a:noFill/>
            <a:prstDash val="solid"/>
          </a:ln>
        </p:spPr>
        <p:txBody>
          <a:bodyPr lIns="0" tIns="0" rIns="0" bIns="0" anchor="ctr"/>
          <a:lstStyle>
            <a:defPPr algn="ctr">
              <a:defRPr sz="1350" b="0">
                <a:solidFill>
                  <a:srgbClr val="070D3A"/>
                </a:solidFill>
                <a:latin typeface="Nimbus Sans Narrow"/>
                <a:ea typeface="Nimbus Sans Narrow"/>
                <a:cs typeface="Nimbus Sans Narrow"/>
              </a:defRPr>
            </a:defPPr>
            <a:lvl1pPr algn="ctr">
              <a:defRPr sz="1350" b="0">
                <a:solidFill>
                  <a:srgbClr val="070D3A"/>
                </a:solidFill>
                <a:latin typeface="Nimbus Sans Narrow"/>
                <a:ea typeface="Nimbus Sans Narrow"/>
                <a:cs typeface="Nimbus Sans Narrow"/>
              </a:defRPr>
            </a:lvl1pPr>
            <a:lvl2pPr algn="ctr">
              <a:defRPr sz="1350" b="0">
                <a:solidFill>
                  <a:srgbClr val="070D3A"/>
                </a:solidFill>
                <a:latin typeface="Nimbus Sans Narrow"/>
                <a:ea typeface="Nimbus Sans Narrow"/>
                <a:cs typeface="Nimbus Sans Narrow"/>
              </a:defRPr>
            </a:lvl2pPr>
            <a:lvl3pPr algn="ctr">
              <a:defRPr sz="1350" b="0">
                <a:solidFill>
                  <a:srgbClr val="070D3A"/>
                </a:solidFill>
                <a:latin typeface="Nimbus Sans Narrow"/>
                <a:ea typeface="Nimbus Sans Narrow"/>
                <a:cs typeface="Nimbus Sans Narrow"/>
              </a:defRPr>
            </a:lvl3pPr>
            <a:lvl4pPr algn="ctr">
              <a:defRPr sz="1350" b="0">
                <a:solidFill>
                  <a:srgbClr val="070D3A"/>
                </a:solidFill>
                <a:latin typeface="Nimbus Sans Narrow"/>
                <a:ea typeface="Nimbus Sans Narrow"/>
                <a:cs typeface="Nimbus Sans Narrow"/>
              </a:defRPr>
            </a:lvl4pPr>
            <a:lvl5pPr algn="ctr">
              <a:defRPr sz="1350" b="0">
                <a:solidFill>
                  <a:srgbClr val="070D3A"/>
                </a:solidFill>
                <a:latin typeface="Nimbus Sans Narrow"/>
                <a:ea typeface="Nimbus Sans Narrow"/>
                <a:cs typeface="Nimbus Sans Narrow"/>
              </a:defRPr>
            </a:lvl5pPr>
            <a:lvl6pPr algn="ctr">
              <a:defRPr sz="1350" b="0">
                <a:solidFill>
                  <a:srgbClr val="070D3A"/>
                </a:solidFill>
                <a:latin typeface="Nimbus Sans Narrow"/>
                <a:ea typeface="Nimbus Sans Narrow"/>
                <a:cs typeface="Nimbus Sans Narrow"/>
              </a:defRPr>
            </a:lvl6pPr>
            <a:lvl7pPr algn="ctr">
              <a:defRPr sz="1350" b="0">
                <a:solidFill>
                  <a:srgbClr val="070D3A"/>
                </a:solidFill>
                <a:latin typeface="Nimbus Sans Narrow"/>
                <a:ea typeface="Nimbus Sans Narrow"/>
                <a:cs typeface="Nimbus Sans Narrow"/>
              </a:defRPr>
            </a:lvl7pPr>
            <a:lvl8pPr algn="ctr">
              <a:defRPr sz="1350" b="0">
                <a:solidFill>
                  <a:srgbClr val="070D3A"/>
                </a:solidFill>
                <a:latin typeface="Nimbus Sans Narrow"/>
                <a:ea typeface="Nimbus Sans Narrow"/>
                <a:cs typeface="Nimbus Sans Narrow"/>
              </a:defRPr>
            </a:lvl8pPr>
            <a:lvl9pPr algn="ctr">
              <a:defRPr sz="1350" b="0">
                <a:solidFill>
                  <a:srgbClr val="070D3A"/>
                </a:solidFill>
                <a:latin typeface="Nimbus Sans Narrow"/>
                <a:ea typeface="Nimbus Sans Narrow"/>
                <a:cs typeface="Nimbus Sans Narrow"/>
              </a:defRPr>
            </a:lvl9pPr>
          </a:lstStyle>
          <a:p>
            <a:pPr algn="ctr">
              <a:defRPr sz="1350" b="0">
                <a:solidFill>
                  <a:srgbClr val="070D3A"/>
                </a:solidFill>
                <a:latin typeface="Nimbus Sans Narrow"/>
                <a:ea typeface="Nimbus Sans Narrow"/>
                <a:cs typeface="Nimbus Sans Narrow"/>
              </a:defRPr>
            </a:pPr>
            <a:r>
              <a:rPr sz="1350" b="0">
                <a:solidFill>
                  <a:srgbClr val="070D3A"/>
                </a:solidFill>
                <a:latin typeface="Nimbus Sans Narrow"/>
                <a:ea typeface="Nimbus Sans Narrow"/>
                <a:cs typeface="Nimbus Sans Narrow"/>
              </a:rPr>
              <a:t>Has risk changed? What did we miss?</a:t>
            </a:r>
          </a:p>
        </p:txBody>
      </p:sp>
      <p:sp>
        <p:nvSpPr>
          <p:cNvPr id="32" name="overlap-box">
            <a:extLst>
              <a:ext uri="{FF2B5EF4-FFF2-40B4-BE49-F238E27FC236}">
                <a16:creationId xmlns:a16="http://schemas.microsoft.com/office/drawing/2014/main" id="{C8A9CB6D-B42F-4665-8342-BF0AC9977194}"/>
              </a:ext>
            </a:extLst>
          </p:cNvPr>
          <p:cNvSpPr>
            <a:spLocks noGrp="1"/>
          </p:cNvSpPr>
          <p:nvPr/>
        </p:nvSpPr>
        <p:spPr>
          <a:xfrm>
            <a:off x="1333500" y="4857750"/>
            <a:ext cx="9525000" cy="1000125"/>
          </a:xfrm>
          <a:prstGeom prst="roundRect">
            <a:avLst>
              <a:gd name="adj" fmla="val 17143"/>
            </a:avLst>
          </a:prstGeom>
          <a:solidFill>
            <a:srgbClr val="EAF5FF"/>
          </a:solidFill>
          <a:ln w="14288">
            <a:solidFill>
              <a:srgbClr val="0B69E8"/>
            </a:solidFill>
            <a:prstDash val="solid"/>
          </a:ln>
        </p:spPr>
        <p:txBody>
          <a:bodyPr/>
          <a:lstStyle/>
          <a:p>
            <a:endParaRPr lang="en-US"/>
          </a:p>
        </p:txBody>
      </p:sp>
      <p:sp>
        <p:nvSpPr>
          <p:cNvPr id="33" name="overlap-main">
            <a:extLst>
              <a:ext uri="{FF2B5EF4-FFF2-40B4-BE49-F238E27FC236}">
                <a16:creationId xmlns:a16="http://schemas.microsoft.com/office/drawing/2014/main" id="{6F5F8E24-64FB-466B-B461-6E64FB461CFA}"/>
              </a:ext>
            </a:extLst>
          </p:cNvPr>
          <p:cNvSpPr>
            <a:spLocks noGrp="1"/>
          </p:cNvSpPr>
          <p:nvPr/>
        </p:nvSpPr>
        <p:spPr>
          <a:xfrm>
            <a:off x="1676400" y="5000625"/>
            <a:ext cx="8839200" cy="419100"/>
          </a:xfrm>
          <a:prstGeom prst="rect">
            <a:avLst/>
          </a:prstGeom>
          <a:noFill/>
          <a:ln w="0">
            <a:noFill/>
            <a:prstDash val="solid"/>
          </a:ln>
        </p:spPr>
        <p:txBody>
          <a:bodyPr lIns="0" tIns="0" rIns="0" bIns="0" anchor="ctr"/>
          <a:lstStyle>
            <a:defPPr algn="ctr">
              <a:defRPr sz="2175" b="1">
                <a:solidFill>
                  <a:srgbClr val="070D3A"/>
                </a:solidFill>
                <a:latin typeface="Nimbus Sans Narrow"/>
                <a:ea typeface="Nimbus Sans Narrow"/>
                <a:cs typeface="Nimbus Sans Narrow"/>
              </a:defRPr>
            </a:defPPr>
            <a:lvl1pPr algn="ctr">
              <a:defRPr sz="2175" b="1">
                <a:solidFill>
                  <a:srgbClr val="070D3A"/>
                </a:solidFill>
                <a:latin typeface="Nimbus Sans Narrow"/>
                <a:ea typeface="Nimbus Sans Narrow"/>
                <a:cs typeface="Nimbus Sans Narrow"/>
              </a:defRPr>
            </a:lvl1pPr>
            <a:lvl2pPr algn="ctr">
              <a:defRPr sz="2175" b="1">
                <a:solidFill>
                  <a:srgbClr val="070D3A"/>
                </a:solidFill>
                <a:latin typeface="Nimbus Sans Narrow"/>
                <a:ea typeface="Nimbus Sans Narrow"/>
                <a:cs typeface="Nimbus Sans Narrow"/>
              </a:defRPr>
            </a:lvl2pPr>
            <a:lvl3pPr algn="ctr">
              <a:defRPr sz="2175" b="1">
                <a:solidFill>
                  <a:srgbClr val="070D3A"/>
                </a:solidFill>
                <a:latin typeface="Nimbus Sans Narrow"/>
                <a:ea typeface="Nimbus Sans Narrow"/>
                <a:cs typeface="Nimbus Sans Narrow"/>
              </a:defRPr>
            </a:lvl3pPr>
            <a:lvl4pPr algn="ctr">
              <a:defRPr sz="2175" b="1">
                <a:solidFill>
                  <a:srgbClr val="070D3A"/>
                </a:solidFill>
                <a:latin typeface="Nimbus Sans Narrow"/>
                <a:ea typeface="Nimbus Sans Narrow"/>
                <a:cs typeface="Nimbus Sans Narrow"/>
              </a:defRPr>
            </a:lvl4pPr>
            <a:lvl5pPr algn="ctr">
              <a:defRPr sz="2175" b="1">
                <a:solidFill>
                  <a:srgbClr val="070D3A"/>
                </a:solidFill>
                <a:latin typeface="Nimbus Sans Narrow"/>
                <a:ea typeface="Nimbus Sans Narrow"/>
                <a:cs typeface="Nimbus Sans Narrow"/>
              </a:defRPr>
            </a:lvl5pPr>
            <a:lvl6pPr algn="ctr">
              <a:defRPr sz="2175" b="1">
                <a:solidFill>
                  <a:srgbClr val="070D3A"/>
                </a:solidFill>
                <a:latin typeface="Nimbus Sans Narrow"/>
                <a:ea typeface="Nimbus Sans Narrow"/>
                <a:cs typeface="Nimbus Sans Narrow"/>
              </a:defRPr>
            </a:lvl6pPr>
            <a:lvl7pPr algn="ctr">
              <a:defRPr sz="2175" b="1">
                <a:solidFill>
                  <a:srgbClr val="070D3A"/>
                </a:solidFill>
                <a:latin typeface="Nimbus Sans Narrow"/>
                <a:ea typeface="Nimbus Sans Narrow"/>
                <a:cs typeface="Nimbus Sans Narrow"/>
              </a:defRPr>
            </a:lvl7pPr>
            <a:lvl8pPr algn="ctr">
              <a:defRPr sz="2175" b="1">
                <a:solidFill>
                  <a:srgbClr val="070D3A"/>
                </a:solidFill>
                <a:latin typeface="Nimbus Sans Narrow"/>
                <a:ea typeface="Nimbus Sans Narrow"/>
                <a:cs typeface="Nimbus Sans Narrow"/>
              </a:defRPr>
            </a:lvl8pPr>
            <a:lvl9pPr algn="ctr">
              <a:defRPr sz="2175" b="1">
                <a:solidFill>
                  <a:srgbClr val="070D3A"/>
                </a:solidFill>
                <a:latin typeface="Nimbus Sans Narrow"/>
                <a:ea typeface="Nimbus Sans Narrow"/>
                <a:cs typeface="Nimbus Sans Narrow"/>
              </a:defRPr>
            </a:lvl9pPr>
          </a:lstStyle>
          <a:p>
            <a:pPr algn="ctr">
              <a:defRPr sz="2175" b="1">
                <a:solidFill>
                  <a:srgbClr val="070D3A"/>
                </a:solidFill>
                <a:latin typeface="Nimbus Sans Narrow"/>
                <a:ea typeface="Nimbus Sans Narrow"/>
                <a:cs typeface="Nimbus Sans Narrow"/>
              </a:defRPr>
            </a:pPr>
            <a:r>
              <a:rPr sz="2175" b="1">
                <a:solidFill>
                  <a:srgbClr val="070D3A"/>
                </a:solidFill>
                <a:latin typeface="Nimbus Sans Narrow"/>
                <a:ea typeface="Nimbus Sans Narrow"/>
                <a:cs typeface="Nimbus Sans Narrow"/>
              </a:rPr>
              <a:t>A jurisdiction may occupy several operational states at the same time.</a:t>
            </a:r>
          </a:p>
        </p:txBody>
      </p:sp>
      <p:sp>
        <p:nvSpPr>
          <p:cNvPr id="34" name="overlap-detail">
            <a:extLst>
              <a:ext uri="{FF2B5EF4-FFF2-40B4-BE49-F238E27FC236}">
                <a16:creationId xmlns:a16="http://schemas.microsoft.com/office/drawing/2014/main" id="{C02AF9A4-A3FC-4A5F-BDAE-6C49173FB302}"/>
              </a:ext>
            </a:extLst>
          </p:cNvPr>
          <p:cNvSpPr>
            <a:spLocks noGrp="1"/>
          </p:cNvSpPr>
          <p:nvPr/>
        </p:nvSpPr>
        <p:spPr>
          <a:xfrm>
            <a:off x="1676400" y="5448300"/>
            <a:ext cx="8839200" cy="266700"/>
          </a:xfrm>
          <a:prstGeom prst="rect">
            <a:avLst/>
          </a:prstGeom>
          <a:noFill/>
          <a:ln w="0">
            <a:noFill/>
            <a:prstDash val="solid"/>
          </a:ln>
        </p:spPr>
        <p:txBody>
          <a:bodyPr lIns="0" tIns="0" rIns="0" bIns="0" anchor="ctr"/>
          <a:lstStyle>
            <a:defPPr algn="ctr">
              <a:defRPr sz="1575" b="0">
                <a:solidFill>
                  <a:srgbClr val="718096"/>
                </a:solidFill>
                <a:latin typeface="Nimbus Sans Narrow"/>
                <a:ea typeface="Nimbus Sans Narrow"/>
                <a:cs typeface="Nimbus Sans Narrow"/>
              </a:defRPr>
            </a:defPPr>
            <a:lvl1pPr algn="ctr">
              <a:defRPr sz="1575" b="0">
                <a:solidFill>
                  <a:srgbClr val="718096"/>
                </a:solidFill>
                <a:latin typeface="Nimbus Sans Narrow"/>
                <a:ea typeface="Nimbus Sans Narrow"/>
                <a:cs typeface="Nimbus Sans Narrow"/>
              </a:defRPr>
            </a:lvl1pPr>
            <a:lvl2pPr algn="ctr">
              <a:defRPr sz="1575" b="0">
                <a:solidFill>
                  <a:srgbClr val="718096"/>
                </a:solidFill>
                <a:latin typeface="Nimbus Sans Narrow"/>
                <a:ea typeface="Nimbus Sans Narrow"/>
                <a:cs typeface="Nimbus Sans Narrow"/>
              </a:defRPr>
            </a:lvl2pPr>
            <a:lvl3pPr algn="ctr">
              <a:defRPr sz="1575" b="0">
                <a:solidFill>
                  <a:srgbClr val="718096"/>
                </a:solidFill>
                <a:latin typeface="Nimbus Sans Narrow"/>
                <a:ea typeface="Nimbus Sans Narrow"/>
                <a:cs typeface="Nimbus Sans Narrow"/>
              </a:defRPr>
            </a:lvl3pPr>
            <a:lvl4pPr algn="ctr">
              <a:defRPr sz="1575" b="0">
                <a:solidFill>
                  <a:srgbClr val="718096"/>
                </a:solidFill>
                <a:latin typeface="Nimbus Sans Narrow"/>
                <a:ea typeface="Nimbus Sans Narrow"/>
                <a:cs typeface="Nimbus Sans Narrow"/>
              </a:defRPr>
            </a:lvl4pPr>
            <a:lvl5pPr algn="ctr">
              <a:defRPr sz="1575" b="0">
                <a:solidFill>
                  <a:srgbClr val="718096"/>
                </a:solidFill>
                <a:latin typeface="Nimbus Sans Narrow"/>
                <a:ea typeface="Nimbus Sans Narrow"/>
                <a:cs typeface="Nimbus Sans Narrow"/>
              </a:defRPr>
            </a:lvl5pPr>
            <a:lvl6pPr algn="ctr">
              <a:defRPr sz="1575" b="0">
                <a:solidFill>
                  <a:srgbClr val="718096"/>
                </a:solidFill>
                <a:latin typeface="Nimbus Sans Narrow"/>
                <a:ea typeface="Nimbus Sans Narrow"/>
                <a:cs typeface="Nimbus Sans Narrow"/>
              </a:defRPr>
            </a:lvl6pPr>
            <a:lvl7pPr algn="ctr">
              <a:defRPr sz="1575" b="0">
                <a:solidFill>
                  <a:srgbClr val="718096"/>
                </a:solidFill>
                <a:latin typeface="Nimbus Sans Narrow"/>
                <a:ea typeface="Nimbus Sans Narrow"/>
                <a:cs typeface="Nimbus Sans Narrow"/>
              </a:defRPr>
            </a:lvl7pPr>
            <a:lvl8pPr algn="ctr">
              <a:defRPr sz="1575" b="0">
                <a:solidFill>
                  <a:srgbClr val="718096"/>
                </a:solidFill>
                <a:latin typeface="Nimbus Sans Narrow"/>
                <a:ea typeface="Nimbus Sans Narrow"/>
                <a:cs typeface="Nimbus Sans Narrow"/>
              </a:defRPr>
            </a:lvl8pPr>
            <a:lvl9pPr algn="ctr">
              <a:defRPr sz="1575" b="0">
                <a:solidFill>
                  <a:srgbClr val="718096"/>
                </a:solidFill>
                <a:latin typeface="Nimbus Sans Narrow"/>
                <a:ea typeface="Nimbus Sans Narrow"/>
                <a:cs typeface="Nimbus Sans Narrow"/>
              </a:defRPr>
            </a:lvl9pPr>
          </a:lstStyle>
          <a:p>
            <a:pPr algn="ctr">
              <a:defRPr sz="1575" b="0">
                <a:solidFill>
                  <a:srgbClr val="718096"/>
                </a:solidFill>
                <a:latin typeface="Nimbus Sans Narrow"/>
                <a:ea typeface="Nimbus Sans Narrow"/>
                <a:cs typeface="Nimbus Sans Narrow"/>
              </a:defRPr>
            </a:pPr>
            <a:r>
              <a:rPr sz="1575" b="0">
                <a:solidFill>
                  <a:srgbClr val="718096"/>
                </a:solidFill>
                <a:latin typeface="Nimbus Sans Narrow"/>
                <a:ea typeface="Nimbus Sans Narrow"/>
                <a:cs typeface="Nimbus Sans Narrow"/>
              </a:rPr>
              <a:t>Local circulation can coexist with new introductions, cluster investigations, and emerging variants.</a:t>
            </a:r>
          </a:p>
        </p:txBody>
      </p:sp>
    </p:spTree>
    <p:extLst>
      <p:ext uri="{BB962C8B-B14F-4D97-AF65-F5344CB8AC3E}">
        <p14:creationId xmlns:p14="http://schemas.microsoft.com/office/powerpoint/2010/main" val="1554648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176BF-FFE6-9A10-B5C3-C478E686D5E3}"/>
            </a:ext>
          </a:extLst>
        </p:cNvPr>
        <p:cNvGrpSpPr/>
        <p:nvPr/>
      </p:nvGrpSpPr>
      <p:grpSpPr>
        <a:xfrm>
          <a:off x="0" y="0"/>
          <a:ext cx="0" cy="0"/>
          <a:chOff x="0" y="0"/>
          <a:chExt cx="0" cy="0"/>
        </a:xfrm>
      </p:grpSpPr>
      <p:sp>
        <p:nvSpPr>
          <p:cNvPr id="35" name="phase-slide-border">
            <a:extLst>
              <a:ext uri="{FF2B5EF4-FFF2-40B4-BE49-F238E27FC236}">
                <a16:creationId xmlns:a16="http://schemas.microsoft.com/office/drawing/2014/main" id="{917A53EE-149C-DFA4-FAE5-015A1D15EE4D}"/>
              </a:ext>
            </a:extLst>
          </p:cNvPr>
          <p:cNvSpPr>
            <a:spLocks noGrp="1"/>
          </p:cNvSpPr>
          <p:nvPr/>
        </p:nvSpPr>
        <p:spPr>
          <a:xfrm>
            <a:off x="76200" y="76200"/>
            <a:ext cx="12039600" cy="6705600"/>
          </a:xfrm>
          <a:prstGeom prst="roundRect">
            <a:avLst>
              <a:gd name="adj" fmla="val 1705"/>
            </a:avLst>
          </a:prstGeom>
          <a:noFill/>
          <a:ln w="19050">
            <a:solidFill>
              <a:srgbClr val="0B69E8"/>
            </a:solidFill>
            <a:prstDash val="solid"/>
          </a:ln>
        </p:spPr>
        <p:txBody>
          <a:bodyPr/>
          <a:lstStyle/>
          <a:p>
            <a:endParaRPr lang="en-US"/>
          </a:p>
        </p:txBody>
      </p:sp>
      <p:sp>
        <p:nvSpPr>
          <p:cNvPr id="2" name="slide-title">
            <a:extLst>
              <a:ext uri="{FF2B5EF4-FFF2-40B4-BE49-F238E27FC236}">
                <a16:creationId xmlns:a16="http://schemas.microsoft.com/office/drawing/2014/main" id="{2817BBC1-CE77-2F4F-F71C-892EB325C410}"/>
              </a:ext>
            </a:extLst>
          </p:cNvPr>
          <p:cNvSpPr>
            <a:spLocks noGrp="1"/>
          </p:cNvSpPr>
          <p:nvPr/>
        </p:nvSpPr>
        <p:spPr>
          <a:xfrm>
            <a:off x="533400" y="266700"/>
            <a:ext cx="11125200" cy="552450"/>
          </a:xfrm>
          <a:prstGeom prst="rect">
            <a:avLst/>
          </a:prstGeom>
          <a:noFill/>
          <a:ln w="0">
            <a:noFill/>
            <a:prstDash val="solid"/>
          </a:ln>
        </p:spPr>
        <p:txBody>
          <a:bodyPr lIns="0" tIns="0" rIns="0" bIns="0" anchor="ctr"/>
          <a:lstStyle>
            <a:defPPr algn="ctr">
              <a:defRPr sz="3000" b="1">
                <a:solidFill>
                  <a:srgbClr val="070D3A"/>
                </a:solidFill>
                <a:latin typeface="Nimbus Sans Narrow"/>
                <a:ea typeface="Nimbus Sans Narrow"/>
                <a:cs typeface="Nimbus Sans Narrow"/>
              </a:defRPr>
            </a:defPPr>
            <a:lvl1pPr algn="ctr">
              <a:defRPr sz="3000" b="1">
                <a:solidFill>
                  <a:srgbClr val="070D3A"/>
                </a:solidFill>
                <a:latin typeface="Nimbus Sans Narrow"/>
                <a:ea typeface="Nimbus Sans Narrow"/>
                <a:cs typeface="Nimbus Sans Narrow"/>
              </a:defRPr>
            </a:lvl1pPr>
            <a:lvl2pPr algn="ctr">
              <a:defRPr sz="3000" b="1">
                <a:solidFill>
                  <a:srgbClr val="070D3A"/>
                </a:solidFill>
                <a:latin typeface="Nimbus Sans Narrow"/>
                <a:ea typeface="Nimbus Sans Narrow"/>
                <a:cs typeface="Nimbus Sans Narrow"/>
              </a:defRPr>
            </a:lvl2pPr>
            <a:lvl3pPr algn="ctr">
              <a:defRPr sz="3000" b="1">
                <a:solidFill>
                  <a:srgbClr val="070D3A"/>
                </a:solidFill>
                <a:latin typeface="Nimbus Sans Narrow"/>
                <a:ea typeface="Nimbus Sans Narrow"/>
                <a:cs typeface="Nimbus Sans Narrow"/>
              </a:defRPr>
            </a:lvl3pPr>
            <a:lvl4pPr algn="ctr">
              <a:defRPr sz="3000" b="1">
                <a:solidFill>
                  <a:srgbClr val="070D3A"/>
                </a:solidFill>
                <a:latin typeface="Nimbus Sans Narrow"/>
                <a:ea typeface="Nimbus Sans Narrow"/>
                <a:cs typeface="Nimbus Sans Narrow"/>
              </a:defRPr>
            </a:lvl4pPr>
            <a:lvl5pPr algn="ctr">
              <a:defRPr sz="3000" b="1">
                <a:solidFill>
                  <a:srgbClr val="070D3A"/>
                </a:solidFill>
                <a:latin typeface="Nimbus Sans Narrow"/>
                <a:ea typeface="Nimbus Sans Narrow"/>
                <a:cs typeface="Nimbus Sans Narrow"/>
              </a:defRPr>
            </a:lvl5pPr>
            <a:lvl6pPr algn="ctr">
              <a:defRPr sz="3000" b="1">
                <a:solidFill>
                  <a:srgbClr val="070D3A"/>
                </a:solidFill>
                <a:latin typeface="Nimbus Sans Narrow"/>
                <a:ea typeface="Nimbus Sans Narrow"/>
                <a:cs typeface="Nimbus Sans Narrow"/>
              </a:defRPr>
            </a:lvl6pPr>
            <a:lvl7pPr algn="ctr">
              <a:defRPr sz="3000" b="1">
                <a:solidFill>
                  <a:srgbClr val="070D3A"/>
                </a:solidFill>
                <a:latin typeface="Nimbus Sans Narrow"/>
                <a:ea typeface="Nimbus Sans Narrow"/>
                <a:cs typeface="Nimbus Sans Narrow"/>
              </a:defRPr>
            </a:lvl7pPr>
            <a:lvl8pPr algn="ctr">
              <a:defRPr sz="3000" b="1">
                <a:solidFill>
                  <a:srgbClr val="070D3A"/>
                </a:solidFill>
                <a:latin typeface="Nimbus Sans Narrow"/>
                <a:ea typeface="Nimbus Sans Narrow"/>
                <a:cs typeface="Nimbus Sans Narrow"/>
              </a:defRPr>
            </a:lvl8pPr>
            <a:lvl9pPr algn="ctr">
              <a:defRPr sz="3000" b="1">
                <a:solidFill>
                  <a:srgbClr val="070D3A"/>
                </a:solidFill>
                <a:latin typeface="Nimbus Sans Narrow"/>
                <a:ea typeface="Nimbus Sans Narrow"/>
                <a:cs typeface="Nimbus Sans Narrow"/>
              </a:defRPr>
            </a:lvl9pPr>
          </a:lstStyle>
          <a:p>
            <a:pPr algn="ctr">
              <a:defRPr sz="3000" b="1">
                <a:solidFill>
                  <a:srgbClr val="070D3A"/>
                </a:solidFill>
                <a:latin typeface="Nimbus Sans Narrow"/>
                <a:ea typeface="Nimbus Sans Narrow"/>
                <a:cs typeface="Nimbus Sans Narrow"/>
              </a:defRPr>
            </a:pPr>
            <a:r>
              <a:rPr sz="3000" b="1" dirty="0">
                <a:solidFill>
                  <a:srgbClr val="070D3A"/>
                </a:solidFill>
                <a:latin typeface="Nimbus Sans Narrow"/>
                <a:ea typeface="Nimbus Sans Narrow"/>
                <a:cs typeface="Nimbus Sans Narrow"/>
              </a:rPr>
              <a:t>The public-health question changes </a:t>
            </a:r>
            <a:r>
              <a:rPr lang="en-US" dirty="0"/>
              <a:t>throughout an outbreak</a:t>
            </a:r>
            <a:endParaRPr sz="3000" b="1" dirty="0">
              <a:solidFill>
                <a:srgbClr val="070D3A"/>
              </a:solidFill>
              <a:latin typeface="Nimbus Sans Narrow"/>
              <a:ea typeface="Nimbus Sans Narrow"/>
              <a:cs typeface="Nimbus Sans Narrow"/>
            </a:endParaRPr>
          </a:p>
        </p:txBody>
      </p:sp>
      <p:sp>
        <p:nvSpPr>
          <p:cNvPr id="3" name="state-line">
            <a:extLst>
              <a:ext uri="{FF2B5EF4-FFF2-40B4-BE49-F238E27FC236}">
                <a16:creationId xmlns:a16="http://schemas.microsoft.com/office/drawing/2014/main" id="{90FA23E3-6CE0-7AA0-0000-5BF0B7EF56CE}"/>
              </a:ext>
            </a:extLst>
          </p:cNvPr>
          <p:cNvSpPr>
            <a:spLocks noGrp="1"/>
          </p:cNvSpPr>
          <p:nvPr/>
        </p:nvSpPr>
        <p:spPr>
          <a:xfrm>
            <a:off x="1000125" y="2571750"/>
            <a:ext cx="10191750" cy="953"/>
          </a:xfrm>
          <a:custGeom>
            <a:avLst/>
            <a:gdLst/>
            <a:ahLst/>
            <a:cxnLst/>
            <a:rect l="0" t="0" r="0" b="0"/>
            <a:pathLst>
              <a:path w="10191750" h="953">
                <a:moveTo>
                  <a:pt x="0" y="0"/>
                </a:moveTo>
                <a:lnTo>
                  <a:pt x="10191750" y="0"/>
                </a:lnTo>
              </a:path>
            </a:pathLst>
          </a:custGeom>
          <a:noFill/>
          <a:ln w="76200">
            <a:solidFill>
              <a:srgbClr val="D9E2EC"/>
            </a:solidFill>
            <a:prstDash val="solid"/>
          </a:ln>
        </p:spPr>
        <p:txBody>
          <a:bodyPr/>
          <a:lstStyle/>
          <a:p>
            <a:endParaRPr lang="en-US"/>
          </a:p>
        </p:txBody>
      </p:sp>
      <p:sp>
        <p:nvSpPr>
          <p:cNvPr id="4" name="state-circle-1">
            <a:extLst>
              <a:ext uri="{FF2B5EF4-FFF2-40B4-BE49-F238E27FC236}">
                <a16:creationId xmlns:a16="http://schemas.microsoft.com/office/drawing/2014/main" id="{9EA362B2-FCBB-DB19-C625-DDD400E38968}"/>
              </a:ext>
            </a:extLst>
          </p:cNvPr>
          <p:cNvSpPr>
            <a:spLocks noGrp="1"/>
          </p:cNvSpPr>
          <p:nvPr/>
        </p:nvSpPr>
        <p:spPr>
          <a:xfrm>
            <a:off x="828675" y="2305050"/>
            <a:ext cx="533400" cy="533400"/>
          </a:xfrm>
          <a:prstGeom prst="ellipse">
            <a:avLst/>
          </a:prstGeom>
          <a:solidFill>
            <a:srgbClr val="0B69E8"/>
          </a:solidFill>
          <a:ln w="28575">
            <a:solidFill>
              <a:srgbClr val="FFFFFF"/>
            </a:solidFill>
            <a:prstDash val="solid"/>
          </a:ln>
        </p:spPr>
        <p:txBody>
          <a:bodyPr/>
          <a:lstStyle/>
          <a:p>
            <a:endParaRPr lang="en-US"/>
          </a:p>
        </p:txBody>
      </p:sp>
      <p:sp>
        <p:nvSpPr>
          <p:cNvPr id="5" name="state-number-1">
            <a:extLst>
              <a:ext uri="{FF2B5EF4-FFF2-40B4-BE49-F238E27FC236}">
                <a16:creationId xmlns:a16="http://schemas.microsoft.com/office/drawing/2014/main" id="{33A3C1CF-CC2C-7D94-C4C5-BF1CCD3AEA27}"/>
              </a:ext>
            </a:extLst>
          </p:cNvPr>
          <p:cNvSpPr>
            <a:spLocks noGrp="1"/>
          </p:cNvSpPr>
          <p:nvPr/>
        </p:nvSpPr>
        <p:spPr>
          <a:xfrm>
            <a:off x="904875" y="2381250"/>
            <a:ext cx="381000" cy="381000"/>
          </a:xfrm>
          <a:prstGeom prst="rect">
            <a:avLst/>
          </a:prstGeom>
          <a:noFill/>
          <a:ln w="0">
            <a:noFill/>
            <a:prstDash val="solid"/>
          </a:ln>
        </p:spPr>
        <p:txBody>
          <a:bodyPr lIns="0" tIns="0" rIns="0" bIns="0" anchor="ctr"/>
          <a:lstStyle>
            <a:defPPr algn="ctr">
              <a:defRPr sz="1725" b="1">
                <a:solidFill>
                  <a:srgbClr val="FFFFFF"/>
                </a:solidFill>
                <a:latin typeface="Nimbus Sans Narrow"/>
                <a:ea typeface="Nimbus Sans Narrow"/>
                <a:cs typeface="Nimbus Sans Narrow"/>
              </a:defRPr>
            </a:defPPr>
            <a:lvl1pPr algn="ctr">
              <a:defRPr sz="1725" b="1">
                <a:solidFill>
                  <a:srgbClr val="FFFFFF"/>
                </a:solidFill>
                <a:latin typeface="Nimbus Sans Narrow"/>
                <a:ea typeface="Nimbus Sans Narrow"/>
                <a:cs typeface="Nimbus Sans Narrow"/>
              </a:defRPr>
            </a:lvl1pPr>
            <a:lvl2pPr algn="ctr">
              <a:defRPr sz="1725" b="1">
                <a:solidFill>
                  <a:srgbClr val="FFFFFF"/>
                </a:solidFill>
                <a:latin typeface="Nimbus Sans Narrow"/>
                <a:ea typeface="Nimbus Sans Narrow"/>
                <a:cs typeface="Nimbus Sans Narrow"/>
              </a:defRPr>
            </a:lvl2pPr>
            <a:lvl3pPr algn="ctr">
              <a:defRPr sz="1725" b="1">
                <a:solidFill>
                  <a:srgbClr val="FFFFFF"/>
                </a:solidFill>
                <a:latin typeface="Nimbus Sans Narrow"/>
                <a:ea typeface="Nimbus Sans Narrow"/>
                <a:cs typeface="Nimbus Sans Narrow"/>
              </a:defRPr>
            </a:lvl3pPr>
            <a:lvl4pPr algn="ctr">
              <a:defRPr sz="1725" b="1">
                <a:solidFill>
                  <a:srgbClr val="FFFFFF"/>
                </a:solidFill>
                <a:latin typeface="Nimbus Sans Narrow"/>
                <a:ea typeface="Nimbus Sans Narrow"/>
                <a:cs typeface="Nimbus Sans Narrow"/>
              </a:defRPr>
            </a:lvl4pPr>
            <a:lvl5pPr algn="ctr">
              <a:defRPr sz="1725" b="1">
                <a:solidFill>
                  <a:srgbClr val="FFFFFF"/>
                </a:solidFill>
                <a:latin typeface="Nimbus Sans Narrow"/>
                <a:ea typeface="Nimbus Sans Narrow"/>
                <a:cs typeface="Nimbus Sans Narrow"/>
              </a:defRPr>
            </a:lvl5pPr>
            <a:lvl6pPr algn="ctr">
              <a:defRPr sz="1725" b="1">
                <a:solidFill>
                  <a:srgbClr val="FFFFFF"/>
                </a:solidFill>
                <a:latin typeface="Nimbus Sans Narrow"/>
                <a:ea typeface="Nimbus Sans Narrow"/>
                <a:cs typeface="Nimbus Sans Narrow"/>
              </a:defRPr>
            </a:lvl6pPr>
            <a:lvl7pPr algn="ctr">
              <a:defRPr sz="1725" b="1">
                <a:solidFill>
                  <a:srgbClr val="FFFFFF"/>
                </a:solidFill>
                <a:latin typeface="Nimbus Sans Narrow"/>
                <a:ea typeface="Nimbus Sans Narrow"/>
                <a:cs typeface="Nimbus Sans Narrow"/>
              </a:defRPr>
            </a:lvl7pPr>
            <a:lvl8pPr algn="ctr">
              <a:defRPr sz="1725" b="1">
                <a:solidFill>
                  <a:srgbClr val="FFFFFF"/>
                </a:solidFill>
                <a:latin typeface="Nimbus Sans Narrow"/>
                <a:ea typeface="Nimbus Sans Narrow"/>
                <a:cs typeface="Nimbus Sans Narrow"/>
              </a:defRPr>
            </a:lvl8pPr>
            <a:lvl9pPr algn="ctr">
              <a:defRPr sz="1725" b="1">
                <a:solidFill>
                  <a:srgbClr val="FFFFFF"/>
                </a:solidFill>
                <a:latin typeface="Nimbus Sans Narrow"/>
                <a:ea typeface="Nimbus Sans Narrow"/>
                <a:cs typeface="Nimbus Sans Narrow"/>
              </a:defRPr>
            </a:lvl9pPr>
          </a:lstStyle>
          <a:p>
            <a:pPr algn="ctr">
              <a:defRPr sz="1725" b="1">
                <a:solidFill>
                  <a:srgbClr val="FFFFFF"/>
                </a:solidFill>
                <a:latin typeface="Nimbus Sans Narrow"/>
                <a:ea typeface="Nimbus Sans Narrow"/>
                <a:cs typeface="Nimbus Sans Narrow"/>
              </a:defRPr>
            </a:pPr>
            <a:r>
              <a:rPr sz="1725" b="1">
                <a:solidFill>
                  <a:srgbClr val="FFFFFF"/>
                </a:solidFill>
                <a:latin typeface="Nimbus Sans Narrow"/>
                <a:ea typeface="Nimbus Sans Narrow"/>
                <a:cs typeface="Nimbus Sans Narrow"/>
              </a:rPr>
              <a:t>1</a:t>
            </a:r>
          </a:p>
        </p:txBody>
      </p:sp>
      <p:sp>
        <p:nvSpPr>
          <p:cNvPr id="6" name="state-label-1">
            <a:extLst>
              <a:ext uri="{FF2B5EF4-FFF2-40B4-BE49-F238E27FC236}">
                <a16:creationId xmlns:a16="http://schemas.microsoft.com/office/drawing/2014/main" id="{4BDB89D1-DCCE-591B-F893-23A0D0711565}"/>
              </a:ext>
            </a:extLst>
          </p:cNvPr>
          <p:cNvSpPr>
            <a:spLocks noGrp="1"/>
          </p:cNvSpPr>
          <p:nvPr/>
        </p:nvSpPr>
        <p:spPr>
          <a:xfrm>
            <a:off x="381000" y="3028950"/>
            <a:ext cx="1428750" cy="400050"/>
          </a:xfrm>
          <a:prstGeom prst="rect">
            <a:avLst/>
          </a:prstGeom>
          <a:noFill/>
          <a:ln w="0">
            <a:noFill/>
            <a:prstDash val="solid"/>
          </a:ln>
        </p:spPr>
        <p:txBody>
          <a:bodyPr lIns="0" tIns="0" rIns="0" bIns="0" anchor="ctr"/>
          <a:lstStyle>
            <a:defPPr algn="ctr">
              <a:defRPr sz="1725" b="1">
                <a:solidFill>
                  <a:srgbClr val="0B69E8"/>
                </a:solidFill>
                <a:latin typeface="Nimbus Sans Narrow"/>
                <a:ea typeface="Nimbus Sans Narrow"/>
                <a:cs typeface="Nimbus Sans Narrow"/>
              </a:defRPr>
            </a:defPPr>
            <a:lvl1pPr algn="ctr">
              <a:defRPr sz="1725" b="1">
                <a:solidFill>
                  <a:srgbClr val="0B69E8"/>
                </a:solidFill>
                <a:latin typeface="Nimbus Sans Narrow"/>
                <a:ea typeface="Nimbus Sans Narrow"/>
                <a:cs typeface="Nimbus Sans Narrow"/>
              </a:defRPr>
            </a:lvl1pPr>
            <a:lvl2pPr algn="ctr">
              <a:defRPr sz="1725" b="1">
                <a:solidFill>
                  <a:srgbClr val="0B69E8"/>
                </a:solidFill>
                <a:latin typeface="Nimbus Sans Narrow"/>
                <a:ea typeface="Nimbus Sans Narrow"/>
                <a:cs typeface="Nimbus Sans Narrow"/>
              </a:defRPr>
            </a:lvl2pPr>
            <a:lvl3pPr algn="ctr">
              <a:defRPr sz="1725" b="1">
                <a:solidFill>
                  <a:srgbClr val="0B69E8"/>
                </a:solidFill>
                <a:latin typeface="Nimbus Sans Narrow"/>
                <a:ea typeface="Nimbus Sans Narrow"/>
                <a:cs typeface="Nimbus Sans Narrow"/>
              </a:defRPr>
            </a:lvl3pPr>
            <a:lvl4pPr algn="ctr">
              <a:defRPr sz="1725" b="1">
                <a:solidFill>
                  <a:srgbClr val="0B69E8"/>
                </a:solidFill>
                <a:latin typeface="Nimbus Sans Narrow"/>
                <a:ea typeface="Nimbus Sans Narrow"/>
                <a:cs typeface="Nimbus Sans Narrow"/>
              </a:defRPr>
            </a:lvl4pPr>
            <a:lvl5pPr algn="ctr">
              <a:defRPr sz="1725" b="1">
                <a:solidFill>
                  <a:srgbClr val="0B69E8"/>
                </a:solidFill>
                <a:latin typeface="Nimbus Sans Narrow"/>
                <a:ea typeface="Nimbus Sans Narrow"/>
                <a:cs typeface="Nimbus Sans Narrow"/>
              </a:defRPr>
            </a:lvl5pPr>
            <a:lvl6pPr algn="ctr">
              <a:defRPr sz="1725" b="1">
                <a:solidFill>
                  <a:srgbClr val="0B69E8"/>
                </a:solidFill>
                <a:latin typeface="Nimbus Sans Narrow"/>
                <a:ea typeface="Nimbus Sans Narrow"/>
                <a:cs typeface="Nimbus Sans Narrow"/>
              </a:defRPr>
            </a:lvl6pPr>
            <a:lvl7pPr algn="ctr">
              <a:defRPr sz="1725" b="1">
                <a:solidFill>
                  <a:srgbClr val="0B69E8"/>
                </a:solidFill>
                <a:latin typeface="Nimbus Sans Narrow"/>
                <a:ea typeface="Nimbus Sans Narrow"/>
                <a:cs typeface="Nimbus Sans Narrow"/>
              </a:defRPr>
            </a:lvl7pPr>
            <a:lvl8pPr algn="ctr">
              <a:defRPr sz="1725" b="1">
                <a:solidFill>
                  <a:srgbClr val="0B69E8"/>
                </a:solidFill>
                <a:latin typeface="Nimbus Sans Narrow"/>
                <a:ea typeface="Nimbus Sans Narrow"/>
                <a:cs typeface="Nimbus Sans Narrow"/>
              </a:defRPr>
            </a:lvl8pPr>
            <a:lvl9pPr algn="ctr">
              <a:defRPr sz="1725" b="1">
                <a:solidFill>
                  <a:srgbClr val="0B69E8"/>
                </a:solidFill>
                <a:latin typeface="Nimbus Sans Narrow"/>
                <a:ea typeface="Nimbus Sans Narrow"/>
                <a:cs typeface="Nimbus Sans Narrow"/>
              </a:defRPr>
            </a:lvl9pPr>
          </a:lstStyle>
          <a:p>
            <a:pPr algn="ctr">
              <a:defRPr sz="1725" b="1">
                <a:solidFill>
                  <a:srgbClr val="0B69E8"/>
                </a:solidFill>
                <a:latin typeface="Nimbus Sans Narrow"/>
                <a:ea typeface="Nimbus Sans Narrow"/>
                <a:cs typeface="Nimbus Sans Narrow"/>
              </a:defRPr>
            </a:pPr>
            <a:r>
              <a:rPr sz="1725" b="1">
                <a:solidFill>
                  <a:srgbClr val="0B69E8"/>
                </a:solidFill>
                <a:latin typeface="Nimbus Sans Narrow"/>
                <a:ea typeface="Nimbus Sans Narrow"/>
                <a:cs typeface="Nimbus Sans Narrow"/>
              </a:rPr>
              <a:t>Preparedness</a:t>
            </a:r>
          </a:p>
        </p:txBody>
      </p:sp>
      <p:sp>
        <p:nvSpPr>
          <p:cNvPr id="7" name="state-question-1">
            <a:extLst>
              <a:ext uri="{FF2B5EF4-FFF2-40B4-BE49-F238E27FC236}">
                <a16:creationId xmlns:a16="http://schemas.microsoft.com/office/drawing/2014/main" id="{AAF99E37-1979-75FE-D0FB-2BB26F0EE0D0}"/>
              </a:ext>
            </a:extLst>
          </p:cNvPr>
          <p:cNvSpPr>
            <a:spLocks noGrp="1"/>
          </p:cNvSpPr>
          <p:nvPr/>
        </p:nvSpPr>
        <p:spPr>
          <a:xfrm>
            <a:off x="342900" y="3486150"/>
            <a:ext cx="1504950" cy="723900"/>
          </a:xfrm>
          <a:prstGeom prst="rect">
            <a:avLst/>
          </a:prstGeom>
          <a:noFill/>
          <a:ln w="0">
            <a:noFill/>
            <a:prstDash val="solid"/>
          </a:ln>
        </p:spPr>
        <p:txBody>
          <a:bodyPr lIns="0" tIns="0" rIns="0" bIns="0" anchor="ctr"/>
          <a:lstStyle>
            <a:defPPr algn="ctr">
              <a:defRPr sz="1350" b="0">
                <a:solidFill>
                  <a:srgbClr val="070D3A"/>
                </a:solidFill>
                <a:latin typeface="Nimbus Sans Narrow"/>
                <a:ea typeface="Nimbus Sans Narrow"/>
                <a:cs typeface="Nimbus Sans Narrow"/>
              </a:defRPr>
            </a:defPPr>
            <a:lvl1pPr algn="ctr">
              <a:defRPr sz="1350" b="0">
                <a:solidFill>
                  <a:srgbClr val="070D3A"/>
                </a:solidFill>
                <a:latin typeface="Nimbus Sans Narrow"/>
                <a:ea typeface="Nimbus Sans Narrow"/>
                <a:cs typeface="Nimbus Sans Narrow"/>
              </a:defRPr>
            </a:lvl1pPr>
            <a:lvl2pPr algn="ctr">
              <a:defRPr sz="1350" b="0">
                <a:solidFill>
                  <a:srgbClr val="070D3A"/>
                </a:solidFill>
                <a:latin typeface="Nimbus Sans Narrow"/>
                <a:ea typeface="Nimbus Sans Narrow"/>
                <a:cs typeface="Nimbus Sans Narrow"/>
              </a:defRPr>
            </a:lvl2pPr>
            <a:lvl3pPr algn="ctr">
              <a:defRPr sz="1350" b="0">
                <a:solidFill>
                  <a:srgbClr val="070D3A"/>
                </a:solidFill>
                <a:latin typeface="Nimbus Sans Narrow"/>
                <a:ea typeface="Nimbus Sans Narrow"/>
                <a:cs typeface="Nimbus Sans Narrow"/>
              </a:defRPr>
            </a:lvl3pPr>
            <a:lvl4pPr algn="ctr">
              <a:defRPr sz="1350" b="0">
                <a:solidFill>
                  <a:srgbClr val="070D3A"/>
                </a:solidFill>
                <a:latin typeface="Nimbus Sans Narrow"/>
                <a:ea typeface="Nimbus Sans Narrow"/>
                <a:cs typeface="Nimbus Sans Narrow"/>
              </a:defRPr>
            </a:lvl4pPr>
            <a:lvl5pPr algn="ctr">
              <a:defRPr sz="1350" b="0">
                <a:solidFill>
                  <a:srgbClr val="070D3A"/>
                </a:solidFill>
                <a:latin typeface="Nimbus Sans Narrow"/>
                <a:ea typeface="Nimbus Sans Narrow"/>
                <a:cs typeface="Nimbus Sans Narrow"/>
              </a:defRPr>
            </a:lvl5pPr>
            <a:lvl6pPr algn="ctr">
              <a:defRPr sz="1350" b="0">
                <a:solidFill>
                  <a:srgbClr val="070D3A"/>
                </a:solidFill>
                <a:latin typeface="Nimbus Sans Narrow"/>
                <a:ea typeface="Nimbus Sans Narrow"/>
                <a:cs typeface="Nimbus Sans Narrow"/>
              </a:defRPr>
            </a:lvl6pPr>
            <a:lvl7pPr algn="ctr">
              <a:defRPr sz="1350" b="0">
                <a:solidFill>
                  <a:srgbClr val="070D3A"/>
                </a:solidFill>
                <a:latin typeface="Nimbus Sans Narrow"/>
                <a:ea typeface="Nimbus Sans Narrow"/>
                <a:cs typeface="Nimbus Sans Narrow"/>
              </a:defRPr>
            </a:lvl7pPr>
            <a:lvl8pPr algn="ctr">
              <a:defRPr sz="1350" b="0">
                <a:solidFill>
                  <a:srgbClr val="070D3A"/>
                </a:solidFill>
                <a:latin typeface="Nimbus Sans Narrow"/>
                <a:ea typeface="Nimbus Sans Narrow"/>
                <a:cs typeface="Nimbus Sans Narrow"/>
              </a:defRPr>
            </a:lvl8pPr>
            <a:lvl9pPr algn="ctr">
              <a:defRPr sz="1350" b="0">
                <a:solidFill>
                  <a:srgbClr val="070D3A"/>
                </a:solidFill>
                <a:latin typeface="Nimbus Sans Narrow"/>
                <a:ea typeface="Nimbus Sans Narrow"/>
                <a:cs typeface="Nimbus Sans Narrow"/>
              </a:defRPr>
            </a:lvl9pPr>
          </a:lstStyle>
          <a:p>
            <a:pPr algn="ctr">
              <a:defRPr sz="1350" b="0">
                <a:solidFill>
                  <a:srgbClr val="070D3A"/>
                </a:solidFill>
                <a:latin typeface="Nimbus Sans Narrow"/>
                <a:ea typeface="Nimbus Sans Narrow"/>
                <a:cs typeface="Nimbus Sans Narrow"/>
              </a:defRPr>
            </a:pPr>
            <a:r>
              <a:rPr sz="1350" b="0">
                <a:solidFill>
                  <a:srgbClr val="070D3A"/>
                </a:solidFill>
                <a:latin typeface="Nimbus Sans Narrow"/>
                <a:ea typeface="Nimbus Sans Narrow"/>
                <a:cs typeface="Nimbus Sans Narrow"/>
              </a:rPr>
              <a:t>Define the baseline</a:t>
            </a:r>
          </a:p>
        </p:txBody>
      </p:sp>
      <p:sp>
        <p:nvSpPr>
          <p:cNvPr id="8" name="state-circle-2">
            <a:extLst>
              <a:ext uri="{FF2B5EF4-FFF2-40B4-BE49-F238E27FC236}">
                <a16:creationId xmlns:a16="http://schemas.microsoft.com/office/drawing/2014/main" id="{7A348B14-2E67-5D19-EF7A-439CF1E89E39}"/>
              </a:ext>
            </a:extLst>
          </p:cNvPr>
          <p:cNvSpPr>
            <a:spLocks noGrp="1"/>
          </p:cNvSpPr>
          <p:nvPr/>
        </p:nvSpPr>
        <p:spPr>
          <a:xfrm>
            <a:off x="2495550" y="2305050"/>
            <a:ext cx="533400" cy="533400"/>
          </a:xfrm>
          <a:prstGeom prst="ellipse">
            <a:avLst/>
          </a:prstGeom>
          <a:solidFill>
            <a:srgbClr val="0B69E8"/>
          </a:solidFill>
          <a:ln w="28575">
            <a:solidFill>
              <a:srgbClr val="FFFFFF"/>
            </a:solidFill>
            <a:prstDash val="solid"/>
          </a:ln>
        </p:spPr>
        <p:txBody>
          <a:bodyPr/>
          <a:lstStyle/>
          <a:p>
            <a:endParaRPr lang="en-US"/>
          </a:p>
        </p:txBody>
      </p:sp>
      <p:sp>
        <p:nvSpPr>
          <p:cNvPr id="9" name="state-number-2">
            <a:extLst>
              <a:ext uri="{FF2B5EF4-FFF2-40B4-BE49-F238E27FC236}">
                <a16:creationId xmlns:a16="http://schemas.microsoft.com/office/drawing/2014/main" id="{5668D5A7-DC31-E987-FDCB-6364626B1DE4}"/>
              </a:ext>
            </a:extLst>
          </p:cNvPr>
          <p:cNvSpPr>
            <a:spLocks noGrp="1"/>
          </p:cNvSpPr>
          <p:nvPr/>
        </p:nvSpPr>
        <p:spPr>
          <a:xfrm>
            <a:off x="2571750" y="2381250"/>
            <a:ext cx="381000" cy="381000"/>
          </a:xfrm>
          <a:prstGeom prst="rect">
            <a:avLst/>
          </a:prstGeom>
          <a:noFill/>
          <a:ln w="0">
            <a:noFill/>
            <a:prstDash val="solid"/>
          </a:ln>
        </p:spPr>
        <p:txBody>
          <a:bodyPr lIns="0" tIns="0" rIns="0" bIns="0" anchor="ctr"/>
          <a:lstStyle>
            <a:defPPr algn="ctr">
              <a:defRPr sz="1725" b="1">
                <a:solidFill>
                  <a:srgbClr val="FFFFFF"/>
                </a:solidFill>
                <a:latin typeface="Nimbus Sans Narrow"/>
                <a:ea typeface="Nimbus Sans Narrow"/>
                <a:cs typeface="Nimbus Sans Narrow"/>
              </a:defRPr>
            </a:defPPr>
            <a:lvl1pPr algn="ctr">
              <a:defRPr sz="1725" b="1">
                <a:solidFill>
                  <a:srgbClr val="FFFFFF"/>
                </a:solidFill>
                <a:latin typeface="Nimbus Sans Narrow"/>
                <a:ea typeface="Nimbus Sans Narrow"/>
                <a:cs typeface="Nimbus Sans Narrow"/>
              </a:defRPr>
            </a:lvl1pPr>
            <a:lvl2pPr algn="ctr">
              <a:defRPr sz="1725" b="1">
                <a:solidFill>
                  <a:srgbClr val="FFFFFF"/>
                </a:solidFill>
                <a:latin typeface="Nimbus Sans Narrow"/>
                <a:ea typeface="Nimbus Sans Narrow"/>
                <a:cs typeface="Nimbus Sans Narrow"/>
              </a:defRPr>
            </a:lvl2pPr>
            <a:lvl3pPr algn="ctr">
              <a:defRPr sz="1725" b="1">
                <a:solidFill>
                  <a:srgbClr val="FFFFFF"/>
                </a:solidFill>
                <a:latin typeface="Nimbus Sans Narrow"/>
                <a:ea typeface="Nimbus Sans Narrow"/>
                <a:cs typeface="Nimbus Sans Narrow"/>
              </a:defRPr>
            </a:lvl3pPr>
            <a:lvl4pPr algn="ctr">
              <a:defRPr sz="1725" b="1">
                <a:solidFill>
                  <a:srgbClr val="FFFFFF"/>
                </a:solidFill>
                <a:latin typeface="Nimbus Sans Narrow"/>
                <a:ea typeface="Nimbus Sans Narrow"/>
                <a:cs typeface="Nimbus Sans Narrow"/>
              </a:defRPr>
            </a:lvl4pPr>
            <a:lvl5pPr algn="ctr">
              <a:defRPr sz="1725" b="1">
                <a:solidFill>
                  <a:srgbClr val="FFFFFF"/>
                </a:solidFill>
                <a:latin typeface="Nimbus Sans Narrow"/>
                <a:ea typeface="Nimbus Sans Narrow"/>
                <a:cs typeface="Nimbus Sans Narrow"/>
              </a:defRPr>
            </a:lvl5pPr>
            <a:lvl6pPr algn="ctr">
              <a:defRPr sz="1725" b="1">
                <a:solidFill>
                  <a:srgbClr val="FFFFFF"/>
                </a:solidFill>
                <a:latin typeface="Nimbus Sans Narrow"/>
                <a:ea typeface="Nimbus Sans Narrow"/>
                <a:cs typeface="Nimbus Sans Narrow"/>
              </a:defRPr>
            </a:lvl6pPr>
            <a:lvl7pPr algn="ctr">
              <a:defRPr sz="1725" b="1">
                <a:solidFill>
                  <a:srgbClr val="FFFFFF"/>
                </a:solidFill>
                <a:latin typeface="Nimbus Sans Narrow"/>
                <a:ea typeface="Nimbus Sans Narrow"/>
                <a:cs typeface="Nimbus Sans Narrow"/>
              </a:defRPr>
            </a:lvl7pPr>
            <a:lvl8pPr algn="ctr">
              <a:defRPr sz="1725" b="1">
                <a:solidFill>
                  <a:srgbClr val="FFFFFF"/>
                </a:solidFill>
                <a:latin typeface="Nimbus Sans Narrow"/>
                <a:ea typeface="Nimbus Sans Narrow"/>
                <a:cs typeface="Nimbus Sans Narrow"/>
              </a:defRPr>
            </a:lvl8pPr>
            <a:lvl9pPr algn="ctr">
              <a:defRPr sz="1725" b="1">
                <a:solidFill>
                  <a:srgbClr val="FFFFFF"/>
                </a:solidFill>
                <a:latin typeface="Nimbus Sans Narrow"/>
                <a:ea typeface="Nimbus Sans Narrow"/>
                <a:cs typeface="Nimbus Sans Narrow"/>
              </a:defRPr>
            </a:lvl9pPr>
          </a:lstStyle>
          <a:p>
            <a:pPr algn="ctr">
              <a:defRPr sz="1725" b="1">
                <a:solidFill>
                  <a:srgbClr val="FFFFFF"/>
                </a:solidFill>
                <a:latin typeface="Nimbus Sans Narrow"/>
                <a:ea typeface="Nimbus Sans Narrow"/>
                <a:cs typeface="Nimbus Sans Narrow"/>
              </a:defRPr>
            </a:pPr>
            <a:r>
              <a:rPr sz="1725" b="1">
                <a:solidFill>
                  <a:srgbClr val="FFFFFF"/>
                </a:solidFill>
                <a:latin typeface="Nimbus Sans Narrow"/>
                <a:ea typeface="Nimbus Sans Narrow"/>
                <a:cs typeface="Nimbus Sans Narrow"/>
              </a:rPr>
              <a:t>2</a:t>
            </a:r>
          </a:p>
        </p:txBody>
      </p:sp>
      <p:sp>
        <p:nvSpPr>
          <p:cNvPr id="10" name="state-label-2">
            <a:extLst>
              <a:ext uri="{FF2B5EF4-FFF2-40B4-BE49-F238E27FC236}">
                <a16:creationId xmlns:a16="http://schemas.microsoft.com/office/drawing/2014/main" id="{38977268-4C44-447C-FA9C-45BDE8DAB462}"/>
              </a:ext>
            </a:extLst>
          </p:cNvPr>
          <p:cNvSpPr>
            <a:spLocks noGrp="1"/>
          </p:cNvSpPr>
          <p:nvPr/>
        </p:nvSpPr>
        <p:spPr>
          <a:xfrm>
            <a:off x="2047875" y="3028950"/>
            <a:ext cx="1428750" cy="400050"/>
          </a:xfrm>
          <a:prstGeom prst="rect">
            <a:avLst/>
          </a:prstGeom>
          <a:noFill/>
          <a:ln w="0">
            <a:noFill/>
            <a:prstDash val="solid"/>
          </a:ln>
        </p:spPr>
        <p:txBody>
          <a:bodyPr lIns="0" tIns="0" rIns="0" bIns="0" anchor="ctr"/>
          <a:lstStyle>
            <a:defPPr algn="ctr">
              <a:defRPr sz="1725" b="1">
                <a:solidFill>
                  <a:srgbClr val="0B69E8"/>
                </a:solidFill>
                <a:latin typeface="Nimbus Sans Narrow"/>
                <a:ea typeface="Nimbus Sans Narrow"/>
                <a:cs typeface="Nimbus Sans Narrow"/>
              </a:defRPr>
            </a:defPPr>
            <a:lvl1pPr algn="ctr">
              <a:defRPr sz="1725" b="1">
                <a:solidFill>
                  <a:srgbClr val="0B69E8"/>
                </a:solidFill>
                <a:latin typeface="Nimbus Sans Narrow"/>
                <a:ea typeface="Nimbus Sans Narrow"/>
                <a:cs typeface="Nimbus Sans Narrow"/>
              </a:defRPr>
            </a:lvl1pPr>
            <a:lvl2pPr algn="ctr">
              <a:defRPr sz="1725" b="1">
                <a:solidFill>
                  <a:srgbClr val="0B69E8"/>
                </a:solidFill>
                <a:latin typeface="Nimbus Sans Narrow"/>
                <a:ea typeface="Nimbus Sans Narrow"/>
                <a:cs typeface="Nimbus Sans Narrow"/>
              </a:defRPr>
            </a:lvl2pPr>
            <a:lvl3pPr algn="ctr">
              <a:defRPr sz="1725" b="1">
                <a:solidFill>
                  <a:srgbClr val="0B69E8"/>
                </a:solidFill>
                <a:latin typeface="Nimbus Sans Narrow"/>
                <a:ea typeface="Nimbus Sans Narrow"/>
                <a:cs typeface="Nimbus Sans Narrow"/>
              </a:defRPr>
            </a:lvl3pPr>
            <a:lvl4pPr algn="ctr">
              <a:defRPr sz="1725" b="1">
                <a:solidFill>
                  <a:srgbClr val="0B69E8"/>
                </a:solidFill>
                <a:latin typeface="Nimbus Sans Narrow"/>
                <a:ea typeface="Nimbus Sans Narrow"/>
                <a:cs typeface="Nimbus Sans Narrow"/>
              </a:defRPr>
            </a:lvl4pPr>
            <a:lvl5pPr algn="ctr">
              <a:defRPr sz="1725" b="1">
                <a:solidFill>
                  <a:srgbClr val="0B69E8"/>
                </a:solidFill>
                <a:latin typeface="Nimbus Sans Narrow"/>
                <a:ea typeface="Nimbus Sans Narrow"/>
                <a:cs typeface="Nimbus Sans Narrow"/>
              </a:defRPr>
            </a:lvl5pPr>
            <a:lvl6pPr algn="ctr">
              <a:defRPr sz="1725" b="1">
                <a:solidFill>
                  <a:srgbClr val="0B69E8"/>
                </a:solidFill>
                <a:latin typeface="Nimbus Sans Narrow"/>
                <a:ea typeface="Nimbus Sans Narrow"/>
                <a:cs typeface="Nimbus Sans Narrow"/>
              </a:defRPr>
            </a:lvl6pPr>
            <a:lvl7pPr algn="ctr">
              <a:defRPr sz="1725" b="1">
                <a:solidFill>
                  <a:srgbClr val="0B69E8"/>
                </a:solidFill>
                <a:latin typeface="Nimbus Sans Narrow"/>
                <a:ea typeface="Nimbus Sans Narrow"/>
                <a:cs typeface="Nimbus Sans Narrow"/>
              </a:defRPr>
            </a:lvl7pPr>
            <a:lvl8pPr algn="ctr">
              <a:defRPr sz="1725" b="1">
                <a:solidFill>
                  <a:srgbClr val="0B69E8"/>
                </a:solidFill>
                <a:latin typeface="Nimbus Sans Narrow"/>
                <a:ea typeface="Nimbus Sans Narrow"/>
                <a:cs typeface="Nimbus Sans Narrow"/>
              </a:defRPr>
            </a:lvl8pPr>
            <a:lvl9pPr algn="ctr">
              <a:defRPr sz="1725" b="1">
                <a:solidFill>
                  <a:srgbClr val="0B69E8"/>
                </a:solidFill>
                <a:latin typeface="Nimbus Sans Narrow"/>
                <a:ea typeface="Nimbus Sans Narrow"/>
                <a:cs typeface="Nimbus Sans Narrow"/>
              </a:defRPr>
            </a:lvl9pPr>
          </a:lstStyle>
          <a:p>
            <a:pPr algn="ctr">
              <a:defRPr sz="1725" b="1">
                <a:solidFill>
                  <a:srgbClr val="0B69E8"/>
                </a:solidFill>
                <a:latin typeface="Nimbus Sans Narrow"/>
                <a:ea typeface="Nimbus Sans Narrow"/>
                <a:cs typeface="Nimbus Sans Narrow"/>
              </a:defRPr>
            </a:pPr>
            <a:r>
              <a:rPr sz="1725" b="1">
                <a:solidFill>
                  <a:srgbClr val="0B69E8"/>
                </a:solidFill>
                <a:latin typeface="Nimbus Sans Narrow"/>
                <a:ea typeface="Nimbus Sans Narrow"/>
                <a:cs typeface="Nimbus Sans Narrow"/>
              </a:rPr>
              <a:t>Anomaly</a:t>
            </a:r>
          </a:p>
        </p:txBody>
      </p:sp>
      <p:sp>
        <p:nvSpPr>
          <p:cNvPr id="11" name="state-question-2">
            <a:extLst>
              <a:ext uri="{FF2B5EF4-FFF2-40B4-BE49-F238E27FC236}">
                <a16:creationId xmlns:a16="http://schemas.microsoft.com/office/drawing/2014/main" id="{045563F1-C0FA-2ACF-FD52-B2DA685E79F3}"/>
              </a:ext>
            </a:extLst>
          </p:cNvPr>
          <p:cNvSpPr>
            <a:spLocks noGrp="1"/>
          </p:cNvSpPr>
          <p:nvPr/>
        </p:nvSpPr>
        <p:spPr>
          <a:xfrm>
            <a:off x="2009775" y="3486150"/>
            <a:ext cx="1504950" cy="723900"/>
          </a:xfrm>
          <a:prstGeom prst="rect">
            <a:avLst/>
          </a:prstGeom>
          <a:noFill/>
          <a:ln w="0">
            <a:noFill/>
            <a:prstDash val="solid"/>
          </a:ln>
        </p:spPr>
        <p:txBody>
          <a:bodyPr lIns="0" tIns="0" rIns="0" bIns="0" anchor="ctr"/>
          <a:lstStyle>
            <a:defPPr algn="ctr">
              <a:defRPr sz="1350" b="0">
                <a:solidFill>
                  <a:srgbClr val="070D3A"/>
                </a:solidFill>
                <a:latin typeface="Nimbus Sans Narrow"/>
                <a:ea typeface="Nimbus Sans Narrow"/>
                <a:cs typeface="Nimbus Sans Narrow"/>
              </a:defRPr>
            </a:defPPr>
            <a:lvl1pPr algn="ctr">
              <a:defRPr sz="1350" b="0">
                <a:solidFill>
                  <a:srgbClr val="070D3A"/>
                </a:solidFill>
                <a:latin typeface="Nimbus Sans Narrow"/>
                <a:ea typeface="Nimbus Sans Narrow"/>
                <a:cs typeface="Nimbus Sans Narrow"/>
              </a:defRPr>
            </a:lvl1pPr>
            <a:lvl2pPr algn="ctr">
              <a:defRPr sz="1350" b="0">
                <a:solidFill>
                  <a:srgbClr val="070D3A"/>
                </a:solidFill>
                <a:latin typeface="Nimbus Sans Narrow"/>
                <a:ea typeface="Nimbus Sans Narrow"/>
                <a:cs typeface="Nimbus Sans Narrow"/>
              </a:defRPr>
            </a:lvl2pPr>
            <a:lvl3pPr algn="ctr">
              <a:defRPr sz="1350" b="0">
                <a:solidFill>
                  <a:srgbClr val="070D3A"/>
                </a:solidFill>
                <a:latin typeface="Nimbus Sans Narrow"/>
                <a:ea typeface="Nimbus Sans Narrow"/>
                <a:cs typeface="Nimbus Sans Narrow"/>
              </a:defRPr>
            </a:lvl3pPr>
            <a:lvl4pPr algn="ctr">
              <a:defRPr sz="1350" b="0">
                <a:solidFill>
                  <a:srgbClr val="070D3A"/>
                </a:solidFill>
                <a:latin typeface="Nimbus Sans Narrow"/>
                <a:ea typeface="Nimbus Sans Narrow"/>
                <a:cs typeface="Nimbus Sans Narrow"/>
              </a:defRPr>
            </a:lvl4pPr>
            <a:lvl5pPr algn="ctr">
              <a:defRPr sz="1350" b="0">
                <a:solidFill>
                  <a:srgbClr val="070D3A"/>
                </a:solidFill>
                <a:latin typeface="Nimbus Sans Narrow"/>
                <a:ea typeface="Nimbus Sans Narrow"/>
                <a:cs typeface="Nimbus Sans Narrow"/>
              </a:defRPr>
            </a:lvl5pPr>
            <a:lvl6pPr algn="ctr">
              <a:defRPr sz="1350" b="0">
                <a:solidFill>
                  <a:srgbClr val="070D3A"/>
                </a:solidFill>
                <a:latin typeface="Nimbus Sans Narrow"/>
                <a:ea typeface="Nimbus Sans Narrow"/>
                <a:cs typeface="Nimbus Sans Narrow"/>
              </a:defRPr>
            </a:lvl6pPr>
            <a:lvl7pPr algn="ctr">
              <a:defRPr sz="1350" b="0">
                <a:solidFill>
                  <a:srgbClr val="070D3A"/>
                </a:solidFill>
                <a:latin typeface="Nimbus Sans Narrow"/>
                <a:ea typeface="Nimbus Sans Narrow"/>
                <a:cs typeface="Nimbus Sans Narrow"/>
              </a:defRPr>
            </a:lvl7pPr>
            <a:lvl8pPr algn="ctr">
              <a:defRPr sz="1350" b="0">
                <a:solidFill>
                  <a:srgbClr val="070D3A"/>
                </a:solidFill>
                <a:latin typeface="Nimbus Sans Narrow"/>
                <a:ea typeface="Nimbus Sans Narrow"/>
                <a:cs typeface="Nimbus Sans Narrow"/>
              </a:defRPr>
            </a:lvl8pPr>
            <a:lvl9pPr algn="ctr">
              <a:defRPr sz="1350" b="0">
                <a:solidFill>
                  <a:srgbClr val="070D3A"/>
                </a:solidFill>
                <a:latin typeface="Nimbus Sans Narrow"/>
                <a:ea typeface="Nimbus Sans Narrow"/>
                <a:cs typeface="Nimbus Sans Narrow"/>
              </a:defRPr>
            </a:lvl9pPr>
          </a:lstStyle>
          <a:p>
            <a:pPr algn="ctr">
              <a:defRPr sz="1350" b="0">
                <a:solidFill>
                  <a:srgbClr val="070D3A"/>
                </a:solidFill>
                <a:latin typeface="Nimbus Sans Narrow"/>
                <a:ea typeface="Nimbus Sans Narrow"/>
                <a:cs typeface="Nimbus Sans Narrow"/>
              </a:defRPr>
            </a:pPr>
            <a:r>
              <a:rPr sz="1350" b="0">
                <a:solidFill>
                  <a:srgbClr val="070D3A"/>
                </a:solidFill>
                <a:latin typeface="Nimbus Sans Narrow"/>
                <a:ea typeface="Nimbus Sans Narrow"/>
                <a:cs typeface="Nimbus Sans Narrow"/>
              </a:rPr>
              <a:t>Verify the event</a:t>
            </a:r>
          </a:p>
        </p:txBody>
      </p:sp>
      <p:sp>
        <p:nvSpPr>
          <p:cNvPr id="12" name="state-circle-3">
            <a:extLst>
              <a:ext uri="{FF2B5EF4-FFF2-40B4-BE49-F238E27FC236}">
                <a16:creationId xmlns:a16="http://schemas.microsoft.com/office/drawing/2014/main" id="{B1B9F1A6-8049-FDBB-24B2-8981C8BF5CC0}"/>
              </a:ext>
            </a:extLst>
          </p:cNvPr>
          <p:cNvSpPr>
            <a:spLocks noGrp="1"/>
          </p:cNvSpPr>
          <p:nvPr/>
        </p:nvSpPr>
        <p:spPr>
          <a:xfrm>
            <a:off x="4162425" y="2305050"/>
            <a:ext cx="533400" cy="533400"/>
          </a:xfrm>
          <a:prstGeom prst="ellipse">
            <a:avLst/>
          </a:prstGeom>
          <a:solidFill>
            <a:srgbClr val="0B69E8"/>
          </a:solidFill>
          <a:ln w="28575">
            <a:solidFill>
              <a:srgbClr val="FFFFFF"/>
            </a:solidFill>
            <a:prstDash val="solid"/>
          </a:ln>
        </p:spPr>
        <p:txBody>
          <a:bodyPr/>
          <a:lstStyle/>
          <a:p>
            <a:endParaRPr lang="en-US"/>
          </a:p>
        </p:txBody>
      </p:sp>
      <p:sp>
        <p:nvSpPr>
          <p:cNvPr id="13" name="state-number-3">
            <a:extLst>
              <a:ext uri="{FF2B5EF4-FFF2-40B4-BE49-F238E27FC236}">
                <a16:creationId xmlns:a16="http://schemas.microsoft.com/office/drawing/2014/main" id="{D015A6F0-BB92-91D9-96C8-2AE89CFE96F8}"/>
              </a:ext>
            </a:extLst>
          </p:cNvPr>
          <p:cNvSpPr>
            <a:spLocks noGrp="1"/>
          </p:cNvSpPr>
          <p:nvPr/>
        </p:nvSpPr>
        <p:spPr>
          <a:xfrm>
            <a:off x="4238625" y="2381250"/>
            <a:ext cx="381000" cy="381000"/>
          </a:xfrm>
          <a:prstGeom prst="rect">
            <a:avLst/>
          </a:prstGeom>
          <a:noFill/>
          <a:ln w="0">
            <a:noFill/>
            <a:prstDash val="solid"/>
          </a:ln>
        </p:spPr>
        <p:txBody>
          <a:bodyPr lIns="0" tIns="0" rIns="0" bIns="0" anchor="ctr"/>
          <a:lstStyle>
            <a:defPPr algn="ctr">
              <a:defRPr sz="1725" b="1">
                <a:solidFill>
                  <a:srgbClr val="FFFFFF"/>
                </a:solidFill>
                <a:latin typeface="Nimbus Sans Narrow"/>
                <a:ea typeface="Nimbus Sans Narrow"/>
                <a:cs typeface="Nimbus Sans Narrow"/>
              </a:defRPr>
            </a:defPPr>
            <a:lvl1pPr algn="ctr">
              <a:defRPr sz="1725" b="1">
                <a:solidFill>
                  <a:srgbClr val="FFFFFF"/>
                </a:solidFill>
                <a:latin typeface="Nimbus Sans Narrow"/>
                <a:ea typeface="Nimbus Sans Narrow"/>
                <a:cs typeface="Nimbus Sans Narrow"/>
              </a:defRPr>
            </a:lvl1pPr>
            <a:lvl2pPr algn="ctr">
              <a:defRPr sz="1725" b="1">
                <a:solidFill>
                  <a:srgbClr val="FFFFFF"/>
                </a:solidFill>
                <a:latin typeface="Nimbus Sans Narrow"/>
                <a:ea typeface="Nimbus Sans Narrow"/>
                <a:cs typeface="Nimbus Sans Narrow"/>
              </a:defRPr>
            </a:lvl2pPr>
            <a:lvl3pPr algn="ctr">
              <a:defRPr sz="1725" b="1">
                <a:solidFill>
                  <a:srgbClr val="FFFFFF"/>
                </a:solidFill>
                <a:latin typeface="Nimbus Sans Narrow"/>
                <a:ea typeface="Nimbus Sans Narrow"/>
                <a:cs typeface="Nimbus Sans Narrow"/>
              </a:defRPr>
            </a:lvl3pPr>
            <a:lvl4pPr algn="ctr">
              <a:defRPr sz="1725" b="1">
                <a:solidFill>
                  <a:srgbClr val="FFFFFF"/>
                </a:solidFill>
                <a:latin typeface="Nimbus Sans Narrow"/>
                <a:ea typeface="Nimbus Sans Narrow"/>
                <a:cs typeface="Nimbus Sans Narrow"/>
              </a:defRPr>
            </a:lvl4pPr>
            <a:lvl5pPr algn="ctr">
              <a:defRPr sz="1725" b="1">
                <a:solidFill>
                  <a:srgbClr val="FFFFFF"/>
                </a:solidFill>
                <a:latin typeface="Nimbus Sans Narrow"/>
                <a:ea typeface="Nimbus Sans Narrow"/>
                <a:cs typeface="Nimbus Sans Narrow"/>
              </a:defRPr>
            </a:lvl5pPr>
            <a:lvl6pPr algn="ctr">
              <a:defRPr sz="1725" b="1">
                <a:solidFill>
                  <a:srgbClr val="FFFFFF"/>
                </a:solidFill>
                <a:latin typeface="Nimbus Sans Narrow"/>
                <a:ea typeface="Nimbus Sans Narrow"/>
                <a:cs typeface="Nimbus Sans Narrow"/>
              </a:defRPr>
            </a:lvl6pPr>
            <a:lvl7pPr algn="ctr">
              <a:defRPr sz="1725" b="1">
                <a:solidFill>
                  <a:srgbClr val="FFFFFF"/>
                </a:solidFill>
                <a:latin typeface="Nimbus Sans Narrow"/>
                <a:ea typeface="Nimbus Sans Narrow"/>
                <a:cs typeface="Nimbus Sans Narrow"/>
              </a:defRPr>
            </a:lvl7pPr>
            <a:lvl8pPr algn="ctr">
              <a:defRPr sz="1725" b="1">
                <a:solidFill>
                  <a:srgbClr val="FFFFFF"/>
                </a:solidFill>
                <a:latin typeface="Nimbus Sans Narrow"/>
                <a:ea typeface="Nimbus Sans Narrow"/>
                <a:cs typeface="Nimbus Sans Narrow"/>
              </a:defRPr>
            </a:lvl8pPr>
            <a:lvl9pPr algn="ctr">
              <a:defRPr sz="1725" b="1">
                <a:solidFill>
                  <a:srgbClr val="FFFFFF"/>
                </a:solidFill>
                <a:latin typeface="Nimbus Sans Narrow"/>
                <a:ea typeface="Nimbus Sans Narrow"/>
                <a:cs typeface="Nimbus Sans Narrow"/>
              </a:defRPr>
            </a:lvl9pPr>
          </a:lstStyle>
          <a:p>
            <a:pPr algn="ctr">
              <a:defRPr sz="1725" b="1">
                <a:solidFill>
                  <a:srgbClr val="FFFFFF"/>
                </a:solidFill>
                <a:latin typeface="Nimbus Sans Narrow"/>
                <a:ea typeface="Nimbus Sans Narrow"/>
                <a:cs typeface="Nimbus Sans Narrow"/>
              </a:defRPr>
            </a:pPr>
            <a:r>
              <a:rPr sz="1725" b="1">
                <a:solidFill>
                  <a:srgbClr val="FFFFFF"/>
                </a:solidFill>
                <a:latin typeface="Nimbus Sans Narrow"/>
                <a:ea typeface="Nimbus Sans Narrow"/>
                <a:cs typeface="Nimbus Sans Narrow"/>
              </a:rPr>
              <a:t>3</a:t>
            </a:r>
          </a:p>
        </p:txBody>
      </p:sp>
      <p:sp>
        <p:nvSpPr>
          <p:cNvPr id="14" name="state-label-3">
            <a:extLst>
              <a:ext uri="{FF2B5EF4-FFF2-40B4-BE49-F238E27FC236}">
                <a16:creationId xmlns:a16="http://schemas.microsoft.com/office/drawing/2014/main" id="{2F08C691-86BC-466A-2240-E0434A7EF56C}"/>
              </a:ext>
            </a:extLst>
          </p:cNvPr>
          <p:cNvSpPr>
            <a:spLocks noGrp="1"/>
          </p:cNvSpPr>
          <p:nvPr/>
        </p:nvSpPr>
        <p:spPr>
          <a:xfrm>
            <a:off x="3714750" y="3028950"/>
            <a:ext cx="1428750" cy="400050"/>
          </a:xfrm>
          <a:prstGeom prst="rect">
            <a:avLst/>
          </a:prstGeom>
          <a:noFill/>
          <a:ln w="0">
            <a:noFill/>
            <a:prstDash val="solid"/>
          </a:ln>
        </p:spPr>
        <p:txBody>
          <a:bodyPr lIns="0" tIns="0" rIns="0" bIns="0" anchor="ctr"/>
          <a:lstStyle>
            <a:defPPr algn="ctr">
              <a:defRPr sz="1725" b="1">
                <a:solidFill>
                  <a:srgbClr val="0B69E8"/>
                </a:solidFill>
                <a:latin typeface="Nimbus Sans Narrow"/>
                <a:ea typeface="Nimbus Sans Narrow"/>
                <a:cs typeface="Nimbus Sans Narrow"/>
              </a:defRPr>
            </a:defPPr>
            <a:lvl1pPr algn="ctr">
              <a:defRPr sz="1725" b="1">
                <a:solidFill>
                  <a:srgbClr val="0B69E8"/>
                </a:solidFill>
                <a:latin typeface="Nimbus Sans Narrow"/>
                <a:ea typeface="Nimbus Sans Narrow"/>
                <a:cs typeface="Nimbus Sans Narrow"/>
              </a:defRPr>
            </a:lvl1pPr>
            <a:lvl2pPr algn="ctr">
              <a:defRPr sz="1725" b="1">
                <a:solidFill>
                  <a:srgbClr val="0B69E8"/>
                </a:solidFill>
                <a:latin typeface="Nimbus Sans Narrow"/>
                <a:ea typeface="Nimbus Sans Narrow"/>
                <a:cs typeface="Nimbus Sans Narrow"/>
              </a:defRPr>
            </a:lvl2pPr>
            <a:lvl3pPr algn="ctr">
              <a:defRPr sz="1725" b="1">
                <a:solidFill>
                  <a:srgbClr val="0B69E8"/>
                </a:solidFill>
                <a:latin typeface="Nimbus Sans Narrow"/>
                <a:ea typeface="Nimbus Sans Narrow"/>
                <a:cs typeface="Nimbus Sans Narrow"/>
              </a:defRPr>
            </a:lvl3pPr>
            <a:lvl4pPr algn="ctr">
              <a:defRPr sz="1725" b="1">
                <a:solidFill>
                  <a:srgbClr val="0B69E8"/>
                </a:solidFill>
                <a:latin typeface="Nimbus Sans Narrow"/>
                <a:ea typeface="Nimbus Sans Narrow"/>
                <a:cs typeface="Nimbus Sans Narrow"/>
              </a:defRPr>
            </a:lvl4pPr>
            <a:lvl5pPr algn="ctr">
              <a:defRPr sz="1725" b="1">
                <a:solidFill>
                  <a:srgbClr val="0B69E8"/>
                </a:solidFill>
                <a:latin typeface="Nimbus Sans Narrow"/>
                <a:ea typeface="Nimbus Sans Narrow"/>
                <a:cs typeface="Nimbus Sans Narrow"/>
              </a:defRPr>
            </a:lvl5pPr>
            <a:lvl6pPr algn="ctr">
              <a:defRPr sz="1725" b="1">
                <a:solidFill>
                  <a:srgbClr val="0B69E8"/>
                </a:solidFill>
                <a:latin typeface="Nimbus Sans Narrow"/>
                <a:ea typeface="Nimbus Sans Narrow"/>
                <a:cs typeface="Nimbus Sans Narrow"/>
              </a:defRPr>
            </a:lvl6pPr>
            <a:lvl7pPr algn="ctr">
              <a:defRPr sz="1725" b="1">
                <a:solidFill>
                  <a:srgbClr val="0B69E8"/>
                </a:solidFill>
                <a:latin typeface="Nimbus Sans Narrow"/>
                <a:ea typeface="Nimbus Sans Narrow"/>
                <a:cs typeface="Nimbus Sans Narrow"/>
              </a:defRPr>
            </a:lvl7pPr>
            <a:lvl8pPr algn="ctr">
              <a:defRPr sz="1725" b="1">
                <a:solidFill>
                  <a:srgbClr val="0B69E8"/>
                </a:solidFill>
                <a:latin typeface="Nimbus Sans Narrow"/>
                <a:ea typeface="Nimbus Sans Narrow"/>
                <a:cs typeface="Nimbus Sans Narrow"/>
              </a:defRPr>
            </a:lvl8pPr>
            <a:lvl9pPr algn="ctr">
              <a:defRPr sz="1725" b="1">
                <a:solidFill>
                  <a:srgbClr val="0B69E8"/>
                </a:solidFill>
                <a:latin typeface="Nimbus Sans Narrow"/>
                <a:ea typeface="Nimbus Sans Narrow"/>
                <a:cs typeface="Nimbus Sans Narrow"/>
              </a:defRPr>
            </a:lvl9pPr>
          </a:lstStyle>
          <a:p>
            <a:pPr algn="ctr">
              <a:defRPr sz="1725" b="1">
                <a:solidFill>
                  <a:srgbClr val="0B69E8"/>
                </a:solidFill>
                <a:latin typeface="Nimbus Sans Narrow"/>
                <a:ea typeface="Nimbus Sans Narrow"/>
                <a:cs typeface="Nimbus Sans Narrow"/>
              </a:defRPr>
            </a:pPr>
            <a:r>
              <a:rPr sz="1725" b="1">
                <a:solidFill>
                  <a:srgbClr val="0B69E8"/>
                </a:solidFill>
                <a:latin typeface="Nimbus Sans Narrow"/>
                <a:ea typeface="Nimbus Sans Narrow"/>
                <a:cs typeface="Nimbus Sans Narrow"/>
              </a:rPr>
              <a:t>Establishment</a:t>
            </a:r>
          </a:p>
        </p:txBody>
      </p:sp>
      <p:sp>
        <p:nvSpPr>
          <p:cNvPr id="15" name="state-question-3">
            <a:extLst>
              <a:ext uri="{FF2B5EF4-FFF2-40B4-BE49-F238E27FC236}">
                <a16:creationId xmlns:a16="http://schemas.microsoft.com/office/drawing/2014/main" id="{E38C75B6-8FC2-B0B6-D56A-2A79CB7DDFE0}"/>
              </a:ext>
            </a:extLst>
          </p:cNvPr>
          <p:cNvSpPr>
            <a:spLocks noGrp="1"/>
          </p:cNvSpPr>
          <p:nvPr/>
        </p:nvSpPr>
        <p:spPr>
          <a:xfrm>
            <a:off x="3676650" y="3486150"/>
            <a:ext cx="1504950" cy="723900"/>
          </a:xfrm>
          <a:prstGeom prst="rect">
            <a:avLst/>
          </a:prstGeom>
          <a:noFill/>
          <a:ln w="0">
            <a:noFill/>
            <a:prstDash val="solid"/>
          </a:ln>
        </p:spPr>
        <p:txBody>
          <a:bodyPr lIns="0" tIns="0" rIns="0" bIns="0" anchor="ctr"/>
          <a:lstStyle>
            <a:defPPr algn="ctr">
              <a:defRPr sz="1350" b="0">
                <a:solidFill>
                  <a:srgbClr val="070D3A"/>
                </a:solidFill>
                <a:latin typeface="Nimbus Sans Narrow"/>
                <a:ea typeface="Nimbus Sans Narrow"/>
                <a:cs typeface="Nimbus Sans Narrow"/>
              </a:defRPr>
            </a:defPPr>
            <a:lvl1pPr algn="ctr">
              <a:defRPr sz="1350" b="0">
                <a:solidFill>
                  <a:srgbClr val="070D3A"/>
                </a:solidFill>
                <a:latin typeface="Nimbus Sans Narrow"/>
                <a:ea typeface="Nimbus Sans Narrow"/>
                <a:cs typeface="Nimbus Sans Narrow"/>
              </a:defRPr>
            </a:lvl1pPr>
            <a:lvl2pPr algn="ctr">
              <a:defRPr sz="1350" b="0">
                <a:solidFill>
                  <a:srgbClr val="070D3A"/>
                </a:solidFill>
                <a:latin typeface="Nimbus Sans Narrow"/>
                <a:ea typeface="Nimbus Sans Narrow"/>
                <a:cs typeface="Nimbus Sans Narrow"/>
              </a:defRPr>
            </a:lvl2pPr>
            <a:lvl3pPr algn="ctr">
              <a:defRPr sz="1350" b="0">
                <a:solidFill>
                  <a:srgbClr val="070D3A"/>
                </a:solidFill>
                <a:latin typeface="Nimbus Sans Narrow"/>
                <a:ea typeface="Nimbus Sans Narrow"/>
                <a:cs typeface="Nimbus Sans Narrow"/>
              </a:defRPr>
            </a:lvl3pPr>
            <a:lvl4pPr algn="ctr">
              <a:defRPr sz="1350" b="0">
                <a:solidFill>
                  <a:srgbClr val="070D3A"/>
                </a:solidFill>
                <a:latin typeface="Nimbus Sans Narrow"/>
                <a:ea typeface="Nimbus Sans Narrow"/>
                <a:cs typeface="Nimbus Sans Narrow"/>
              </a:defRPr>
            </a:lvl4pPr>
            <a:lvl5pPr algn="ctr">
              <a:defRPr sz="1350" b="0">
                <a:solidFill>
                  <a:srgbClr val="070D3A"/>
                </a:solidFill>
                <a:latin typeface="Nimbus Sans Narrow"/>
                <a:ea typeface="Nimbus Sans Narrow"/>
                <a:cs typeface="Nimbus Sans Narrow"/>
              </a:defRPr>
            </a:lvl5pPr>
            <a:lvl6pPr algn="ctr">
              <a:defRPr sz="1350" b="0">
                <a:solidFill>
                  <a:srgbClr val="070D3A"/>
                </a:solidFill>
                <a:latin typeface="Nimbus Sans Narrow"/>
                <a:ea typeface="Nimbus Sans Narrow"/>
                <a:cs typeface="Nimbus Sans Narrow"/>
              </a:defRPr>
            </a:lvl6pPr>
            <a:lvl7pPr algn="ctr">
              <a:defRPr sz="1350" b="0">
                <a:solidFill>
                  <a:srgbClr val="070D3A"/>
                </a:solidFill>
                <a:latin typeface="Nimbus Sans Narrow"/>
                <a:ea typeface="Nimbus Sans Narrow"/>
                <a:cs typeface="Nimbus Sans Narrow"/>
              </a:defRPr>
            </a:lvl7pPr>
            <a:lvl8pPr algn="ctr">
              <a:defRPr sz="1350" b="0">
                <a:solidFill>
                  <a:srgbClr val="070D3A"/>
                </a:solidFill>
                <a:latin typeface="Nimbus Sans Narrow"/>
                <a:ea typeface="Nimbus Sans Narrow"/>
                <a:cs typeface="Nimbus Sans Narrow"/>
              </a:defRPr>
            </a:lvl8pPr>
            <a:lvl9pPr algn="ctr">
              <a:defRPr sz="1350" b="0">
                <a:solidFill>
                  <a:srgbClr val="070D3A"/>
                </a:solidFill>
                <a:latin typeface="Nimbus Sans Narrow"/>
                <a:ea typeface="Nimbus Sans Narrow"/>
                <a:cs typeface="Nimbus Sans Narrow"/>
              </a:defRPr>
            </a:lvl9pPr>
          </a:lstStyle>
          <a:p>
            <a:pPr algn="ctr">
              <a:defRPr sz="1350" b="0">
                <a:solidFill>
                  <a:srgbClr val="070D3A"/>
                </a:solidFill>
                <a:latin typeface="Nimbus Sans Narrow"/>
                <a:ea typeface="Nimbus Sans Narrow"/>
                <a:cs typeface="Nimbus Sans Narrow"/>
              </a:defRPr>
            </a:pPr>
            <a:r>
              <a:rPr sz="1350" b="0">
                <a:solidFill>
                  <a:srgbClr val="070D3A"/>
                </a:solidFill>
                <a:latin typeface="Nimbus Sans Narrow"/>
                <a:ea typeface="Nimbus Sans Narrow"/>
                <a:cs typeface="Nimbus Sans Narrow"/>
              </a:rPr>
              <a:t>Introductions or local spread?</a:t>
            </a:r>
          </a:p>
        </p:txBody>
      </p:sp>
      <p:sp>
        <p:nvSpPr>
          <p:cNvPr id="16" name="state-circle-4">
            <a:extLst>
              <a:ext uri="{FF2B5EF4-FFF2-40B4-BE49-F238E27FC236}">
                <a16:creationId xmlns:a16="http://schemas.microsoft.com/office/drawing/2014/main" id="{CAA52596-542B-4B34-B387-56425730500D}"/>
              </a:ext>
            </a:extLst>
          </p:cNvPr>
          <p:cNvSpPr>
            <a:spLocks noGrp="1"/>
          </p:cNvSpPr>
          <p:nvPr/>
        </p:nvSpPr>
        <p:spPr>
          <a:xfrm>
            <a:off x="5829300" y="2305050"/>
            <a:ext cx="533400" cy="533400"/>
          </a:xfrm>
          <a:prstGeom prst="ellipse">
            <a:avLst/>
          </a:prstGeom>
          <a:solidFill>
            <a:srgbClr val="F4510B"/>
          </a:solidFill>
          <a:ln w="28575">
            <a:solidFill>
              <a:srgbClr val="FFFFFF"/>
            </a:solidFill>
            <a:prstDash val="solid"/>
          </a:ln>
        </p:spPr>
        <p:txBody>
          <a:bodyPr/>
          <a:lstStyle/>
          <a:p>
            <a:endParaRPr lang="en-US"/>
          </a:p>
        </p:txBody>
      </p:sp>
      <p:sp>
        <p:nvSpPr>
          <p:cNvPr id="17" name="state-number-4">
            <a:extLst>
              <a:ext uri="{FF2B5EF4-FFF2-40B4-BE49-F238E27FC236}">
                <a16:creationId xmlns:a16="http://schemas.microsoft.com/office/drawing/2014/main" id="{FFBB3A47-AEC9-2D9C-2070-4A1C49EB595E}"/>
              </a:ext>
            </a:extLst>
          </p:cNvPr>
          <p:cNvSpPr>
            <a:spLocks noGrp="1"/>
          </p:cNvSpPr>
          <p:nvPr/>
        </p:nvSpPr>
        <p:spPr>
          <a:xfrm>
            <a:off x="5905500" y="2381250"/>
            <a:ext cx="381000" cy="381000"/>
          </a:xfrm>
          <a:prstGeom prst="rect">
            <a:avLst/>
          </a:prstGeom>
          <a:noFill/>
          <a:ln w="0">
            <a:noFill/>
            <a:prstDash val="solid"/>
          </a:ln>
        </p:spPr>
        <p:txBody>
          <a:bodyPr lIns="0" tIns="0" rIns="0" bIns="0" anchor="ctr"/>
          <a:lstStyle>
            <a:defPPr algn="ctr">
              <a:defRPr sz="1725" b="1">
                <a:solidFill>
                  <a:srgbClr val="FFFFFF"/>
                </a:solidFill>
                <a:latin typeface="Nimbus Sans Narrow"/>
                <a:ea typeface="Nimbus Sans Narrow"/>
                <a:cs typeface="Nimbus Sans Narrow"/>
              </a:defRPr>
            </a:defPPr>
            <a:lvl1pPr algn="ctr">
              <a:defRPr sz="1725" b="1">
                <a:solidFill>
                  <a:srgbClr val="FFFFFF"/>
                </a:solidFill>
                <a:latin typeface="Nimbus Sans Narrow"/>
                <a:ea typeface="Nimbus Sans Narrow"/>
                <a:cs typeface="Nimbus Sans Narrow"/>
              </a:defRPr>
            </a:lvl1pPr>
            <a:lvl2pPr algn="ctr">
              <a:defRPr sz="1725" b="1">
                <a:solidFill>
                  <a:srgbClr val="FFFFFF"/>
                </a:solidFill>
                <a:latin typeface="Nimbus Sans Narrow"/>
                <a:ea typeface="Nimbus Sans Narrow"/>
                <a:cs typeface="Nimbus Sans Narrow"/>
              </a:defRPr>
            </a:lvl2pPr>
            <a:lvl3pPr algn="ctr">
              <a:defRPr sz="1725" b="1">
                <a:solidFill>
                  <a:srgbClr val="FFFFFF"/>
                </a:solidFill>
                <a:latin typeface="Nimbus Sans Narrow"/>
                <a:ea typeface="Nimbus Sans Narrow"/>
                <a:cs typeface="Nimbus Sans Narrow"/>
              </a:defRPr>
            </a:lvl3pPr>
            <a:lvl4pPr algn="ctr">
              <a:defRPr sz="1725" b="1">
                <a:solidFill>
                  <a:srgbClr val="FFFFFF"/>
                </a:solidFill>
                <a:latin typeface="Nimbus Sans Narrow"/>
                <a:ea typeface="Nimbus Sans Narrow"/>
                <a:cs typeface="Nimbus Sans Narrow"/>
              </a:defRPr>
            </a:lvl4pPr>
            <a:lvl5pPr algn="ctr">
              <a:defRPr sz="1725" b="1">
                <a:solidFill>
                  <a:srgbClr val="FFFFFF"/>
                </a:solidFill>
                <a:latin typeface="Nimbus Sans Narrow"/>
                <a:ea typeface="Nimbus Sans Narrow"/>
                <a:cs typeface="Nimbus Sans Narrow"/>
              </a:defRPr>
            </a:lvl5pPr>
            <a:lvl6pPr algn="ctr">
              <a:defRPr sz="1725" b="1">
                <a:solidFill>
                  <a:srgbClr val="FFFFFF"/>
                </a:solidFill>
                <a:latin typeface="Nimbus Sans Narrow"/>
                <a:ea typeface="Nimbus Sans Narrow"/>
                <a:cs typeface="Nimbus Sans Narrow"/>
              </a:defRPr>
            </a:lvl6pPr>
            <a:lvl7pPr algn="ctr">
              <a:defRPr sz="1725" b="1">
                <a:solidFill>
                  <a:srgbClr val="FFFFFF"/>
                </a:solidFill>
                <a:latin typeface="Nimbus Sans Narrow"/>
                <a:ea typeface="Nimbus Sans Narrow"/>
                <a:cs typeface="Nimbus Sans Narrow"/>
              </a:defRPr>
            </a:lvl7pPr>
            <a:lvl8pPr algn="ctr">
              <a:defRPr sz="1725" b="1">
                <a:solidFill>
                  <a:srgbClr val="FFFFFF"/>
                </a:solidFill>
                <a:latin typeface="Nimbus Sans Narrow"/>
                <a:ea typeface="Nimbus Sans Narrow"/>
                <a:cs typeface="Nimbus Sans Narrow"/>
              </a:defRPr>
            </a:lvl8pPr>
            <a:lvl9pPr algn="ctr">
              <a:defRPr sz="1725" b="1">
                <a:solidFill>
                  <a:srgbClr val="FFFFFF"/>
                </a:solidFill>
                <a:latin typeface="Nimbus Sans Narrow"/>
                <a:ea typeface="Nimbus Sans Narrow"/>
                <a:cs typeface="Nimbus Sans Narrow"/>
              </a:defRPr>
            </a:lvl9pPr>
          </a:lstStyle>
          <a:p>
            <a:pPr algn="ctr">
              <a:defRPr sz="1725" b="1">
                <a:solidFill>
                  <a:srgbClr val="FFFFFF"/>
                </a:solidFill>
                <a:latin typeface="Nimbus Sans Narrow"/>
                <a:ea typeface="Nimbus Sans Narrow"/>
                <a:cs typeface="Nimbus Sans Narrow"/>
              </a:defRPr>
            </a:pPr>
            <a:r>
              <a:rPr sz="1725" b="1">
                <a:solidFill>
                  <a:srgbClr val="FFFFFF"/>
                </a:solidFill>
                <a:latin typeface="Nimbus Sans Narrow"/>
                <a:ea typeface="Nimbus Sans Narrow"/>
                <a:cs typeface="Nimbus Sans Narrow"/>
              </a:rPr>
              <a:t>4</a:t>
            </a:r>
          </a:p>
        </p:txBody>
      </p:sp>
      <p:sp>
        <p:nvSpPr>
          <p:cNvPr id="18" name="state-label-4">
            <a:extLst>
              <a:ext uri="{FF2B5EF4-FFF2-40B4-BE49-F238E27FC236}">
                <a16:creationId xmlns:a16="http://schemas.microsoft.com/office/drawing/2014/main" id="{0628B94F-CA9E-640C-2446-D583F867C39A}"/>
              </a:ext>
            </a:extLst>
          </p:cNvPr>
          <p:cNvSpPr>
            <a:spLocks noGrp="1"/>
          </p:cNvSpPr>
          <p:nvPr/>
        </p:nvSpPr>
        <p:spPr>
          <a:xfrm>
            <a:off x="5381625" y="3028950"/>
            <a:ext cx="1428750" cy="400050"/>
          </a:xfrm>
          <a:prstGeom prst="rect">
            <a:avLst/>
          </a:prstGeom>
          <a:noFill/>
          <a:ln w="0">
            <a:noFill/>
            <a:prstDash val="solid"/>
          </a:ln>
        </p:spPr>
        <p:txBody>
          <a:bodyPr lIns="0" tIns="0" rIns="0" bIns="0" anchor="ctr"/>
          <a:lstStyle>
            <a:defPPr algn="ctr">
              <a:defRPr sz="1725" b="1">
                <a:solidFill>
                  <a:srgbClr val="F4510B"/>
                </a:solidFill>
                <a:latin typeface="Nimbus Sans Narrow"/>
                <a:ea typeface="Nimbus Sans Narrow"/>
                <a:cs typeface="Nimbus Sans Narrow"/>
              </a:defRPr>
            </a:defPPr>
            <a:lvl1pPr algn="ctr">
              <a:defRPr sz="1725" b="1">
                <a:solidFill>
                  <a:srgbClr val="F4510B"/>
                </a:solidFill>
                <a:latin typeface="Nimbus Sans Narrow"/>
                <a:ea typeface="Nimbus Sans Narrow"/>
                <a:cs typeface="Nimbus Sans Narrow"/>
              </a:defRPr>
            </a:lvl1pPr>
            <a:lvl2pPr algn="ctr">
              <a:defRPr sz="1725" b="1">
                <a:solidFill>
                  <a:srgbClr val="F4510B"/>
                </a:solidFill>
                <a:latin typeface="Nimbus Sans Narrow"/>
                <a:ea typeface="Nimbus Sans Narrow"/>
                <a:cs typeface="Nimbus Sans Narrow"/>
              </a:defRPr>
            </a:lvl2pPr>
            <a:lvl3pPr algn="ctr">
              <a:defRPr sz="1725" b="1">
                <a:solidFill>
                  <a:srgbClr val="F4510B"/>
                </a:solidFill>
                <a:latin typeface="Nimbus Sans Narrow"/>
                <a:ea typeface="Nimbus Sans Narrow"/>
                <a:cs typeface="Nimbus Sans Narrow"/>
              </a:defRPr>
            </a:lvl3pPr>
            <a:lvl4pPr algn="ctr">
              <a:defRPr sz="1725" b="1">
                <a:solidFill>
                  <a:srgbClr val="F4510B"/>
                </a:solidFill>
                <a:latin typeface="Nimbus Sans Narrow"/>
                <a:ea typeface="Nimbus Sans Narrow"/>
                <a:cs typeface="Nimbus Sans Narrow"/>
              </a:defRPr>
            </a:lvl4pPr>
            <a:lvl5pPr algn="ctr">
              <a:defRPr sz="1725" b="1">
                <a:solidFill>
                  <a:srgbClr val="F4510B"/>
                </a:solidFill>
                <a:latin typeface="Nimbus Sans Narrow"/>
                <a:ea typeface="Nimbus Sans Narrow"/>
                <a:cs typeface="Nimbus Sans Narrow"/>
              </a:defRPr>
            </a:lvl5pPr>
            <a:lvl6pPr algn="ctr">
              <a:defRPr sz="1725" b="1">
                <a:solidFill>
                  <a:srgbClr val="F4510B"/>
                </a:solidFill>
                <a:latin typeface="Nimbus Sans Narrow"/>
                <a:ea typeface="Nimbus Sans Narrow"/>
                <a:cs typeface="Nimbus Sans Narrow"/>
              </a:defRPr>
            </a:lvl6pPr>
            <a:lvl7pPr algn="ctr">
              <a:defRPr sz="1725" b="1">
                <a:solidFill>
                  <a:srgbClr val="F4510B"/>
                </a:solidFill>
                <a:latin typeface="Nimbus Sans Narrow"/>
                <a:ea typeface="Nimbus Sans Narrow"/>
                <a:cs typeface="Nimbus Sans Narrow"/>
              </a:defRPr>
            </a:lvl7pPr>
            <a:lvl8pPr algn="ctr">
              <a:defRPr sz="1725" b="1">
                <a:solidFill>
                  <a:srgbClr val="F4510B"/>
                </a:solidFill>
                <a:latin typeface="Nimbus Sans Narrow"/>
                <a:ea typeface="Nimbus Sans Narrow"/>
                <a:cs typeface="Nimbus Sans Narrow"/>
              </a:defRPr>
            </a:lvl8pPr>
            <a:lvl9pPr algn="ctr">
              <a:defRPr sz="1725" b="1">
                <a:solidFill>
                  <a:srgbClr val="F4510B"/>
                </a:solidFill>
                <a:latin typeface="Nimbus Sans Narrow"/>
                <a:ea typeface="Nimbus Sans Narrow"/>
                <a:cs typeface="Nimbus Sans Narrow"/>
              </a:defRPr>
            </a:lvl9pPr>
          </a:lstStyle>
          <a:p>
            <a:pPr algn="ctr">
              <a:defRPr sz="1725" b="1">
                <a:solidFill>
                  <a:srgbClr val="F4510B"/>
                </a:solidFill>
                <a:latin typeface="Nimbus Sans Narrow"/>
                <a:ea typeface="Nimbus Sans Narrow"/>
                <a:cs typeface="Nimbus Sans Narrow"/>
              </a:defRPr>
            </a:pPr>
            <a:r>
              <a:rPr sz="1725" b="1">
                <a:solidFill>
                  <a:srgbClr val="F4510B"/>
                </a:solidFill>
                <a:latin typeface="Nimbus Sans Narrow"/>
                <a:ea typeface="Nimbus Sans Narrow"/>
                <a:cs typeface="Nimbus Sans Narrow"/>
              </a:rPr>
              <a:t>Investigation</a:t>
            </a:r>
          </a:p>
        </p:txBody>
      </p:sp>
      <p:sp>
        <p:nvSpPr>
          <p:cNvPr id="19" name="state-question-4">
            <a:extLst>
              <a:ext uri="{FF2B5EF4-FFF2-40B4-BE49-F238E27FC236}">
                <a16:creationId xmlns:a16="http://schemas.microsoft.com/office/drawing/2014/main" id="{7CDDB6AC-750F-2FD4-18CE-9C023B4E116E}"/>
              </a:ext>
            </a:extLst>
          </p:cNvPr>
          <p:cNvSpPr>
            <a:spLocks noGrp="1"/>
          </p:cNvSpPr>
          <p:nvPr/>
        </p:nvSpPr>
        <p:spPr>
          <a:xfrm>
            <a:off x="5343525" y="3486150"/>
            <a:ext cx="1504950" cy="723900"/>
          </a:xfrm>
          <a:prstGeom prst="rect">
            <a:avLst/>
          </a:prstGeom>
          <a:noFill/>
          <a:ln w="0">
            <a:noFill/>
            <a:prstDash val="solid"/>
          </a:ln>
        </p:spPr>
        <p:txBody>
          <a:bodyPr lIns="0" tIns="0" rIns="0" bIns="0" anchor="ctr"/>
          <a:lstStyle>
            <a:defPPr algn="ctr">
              <a:defRPr sz="1350" b="0">
                <a:solidFill>
                  <a:srgbClr val="070D3A"/>
                </a:solidFill>
                <a:latin typeface="Nimbus Sans Narrow"/>
                <a:ea typeface="Nimbus Sans Narrow"/>
                <a:cs typeface="Nimbus Sans Narrow"/>
              </a:defRPr>
            </a:defPPr>
            <a:lvl1pPr algn="ctr">
              <a:defRPr sz="1350" b="0">
                <a:solidFill>
                  <a:srgbClr val="070D3A"/>
                </a:solidFill>
                <a:latin typeface="Nimbus Sans Narrow"/>
                <a:ea typeface="Nimbus Sans Narrow"/>
                <a:cs typeface="Nimbus Sans Narrow"/>
              </a:defRPr>
            </a:lvl1pPr>
            <a:lvl2pPr algn="ctr">
              <a:defRPr sz="1350" b="0">
                <a:solidFill>
                  <a:srgbClr val="070D3A"/>
                </a:solidFill>
                <a:latin typeface="Nimbus Sans Narrow"/>
                <a:ea typeface="Nimbus Sans Narrow"/>
                <a:cs typeface="Nimbus Sans Narrow"/>
              </a:defRPr>
            </a:lvl2pPr>
            <a:lvl3pPr algn="ctr">
              <a:defRPr sz="1350" b="0">
                <a:solidFill>
                  <a:srgbClr val="070D3A"/>
                </a:solidFill>
                <a:latin typeface="Nimbus Sans Narrow"/>
                <a:ea typeface="Nimbus Sans Narrow"/>
                <a:cs typeface="Nimbus Sans Narrow"/>
              </a:defRPr>
            </a:lvl3pPr>
            <a:lvl4pPr algn="ctr">
              <a:defRPr sz="1350" b="0">
                <a:solidFill>
                  <a:srgbClr val="070D3A"/>
                </a:solidFill>
                <a:latin typeface="Nimbus Sans Narrow"/>
                <a:ea typeface="Nimbus Sans Narrow"/>
                <a:cs typeface="Nimbus Sans Narrow"/>
              </a:defRPr>
            </a:lvl4pPr>
            <a:lvl5pPr algn="ctr">
              <a:defRPr sz="1350" b="0">
                <a:solidFill>
                  <a:srgbClr val="070D3A"/>
                </a:solidFill>
                <a:latin typeface="Nimbus Sans Narrow"/>
                <a:ea typeface="Nimbus Sans Narrow"/>
                <a:cs typeface="Nimbus Sans Narrow"/>
              </a:defRPr>
            </a:lvl5pPr>
            <a:lvl6pPr algn="ctr">
              <a:defRPr sz="1350" b="0">
                <a:solidFill>
                  <a:srgbClr val="070D3A"/>
                </a:solidFill>
                <a:latin typeface="Nimbus Sans Narrow"/>
                <a:ea typeface="Nimbus Sans Narrow"/>
                <a:cs typeface="Nimbus Sans Narrow"/>
              </a:defRPr>
            </a:lvl6pPr>
            <a:lvl7pPr algn="ctr">
              <a:defRPr sz="1350" b="0">
                <a:solidFill>
                  <a:srgbClr val="070D3A"/>
                </a:solidFill>
                <a:latin typeface="Nimbus Sans Narrow"/>
                <a:ea typeface="Nimbus Sans Narrow"/>
                <a:cs typeface="Nimbus Sans Narrow"/>
              </a:defRPr>
            </a:lvl7pPr>
            <a:lvl8pPr algn="ctr">
              <a:defRPr sz="1350" b="0">
                <a:solidFill>
                  <a:srgbClr val="070D3A"/>
                </a:solidFill>
                <a:latin typeface="Nimbus Sans Narrow"/>
                <a:ea typeface="Nimbus Sans Narrow"/>
                <a:cs typeface="Nimbus Sans Narrow"/>
              </a:defRPr>
            </a:lvl8pPr>
            <a:lvl9pPr algn="ctr">
              <a:defRPr sz="1350" b="0">
                <a:solidFill>
                  <a:srgbClr val="070D3A"/>
                </a:solidFill>
                <a:latin typeface="Nimbus Sans Narrow"/>
                <a:ea typeface="Nimbus Sans Narrow"/>
                <a:cs typeface="Nimbus Sans Narrow"/>
              </a:defRPr>
            </a:lvl9pPr>
          </a:lstStyle>
          <a:p>
            <a:pPr algn="ctr">
              <a:defRPr sz="1350" b="0">
                <a:solidFill>
                  <a:srgbClr val="070D3A"/>
                </a:solidFill>
                <a:latin typeface="Nimbus Sans Narrow"/>
                <a:ea typeface="Nimbus Sans Narrow"/>
                <a:cs typeface="Nimbus Sans Narrow"/>
              </a:defRPr>
            </a:pPr>
            <a:r>
              <a:rPr sz="1350" b="0">
                <a:solidFill>
                  <a:srgbClr val="070D3A"/>
                </a:solidFill>
                <a:latin typeface="Nimbus Sans Narrow"/>
                <a:ea typeface="Nimbus Sans Narrow"/>
                <a:cs typeface="Nimbus Sans Narrow"/>
              </a:rPr>
              <a:t>Which cases belong together?</a:t>
            </a:r>
          </a:p>
        </p:txBody>
      </p:sp>
      <p:sp>
        <p:nvSpPr>
          <p:cNvPr id="20" name="state-circle-5">
            <a:extLst>
              <a:ext uri="{FF2B5EF4-FFF2-40B4-BE49-F238E27FC236}">
                <a16:creationId xmlns:a16="http://schemas.microsoft.com/office/drawing/2014/main" id="{6BF5BF58-1BB0-8EB2-B577-F21338C0ED11}"/>
              </a:ext>
            </a:extLst>
          </p:cNvPr>
          <p:cNvSpPr>
            <a:spLocks noGrp="1"/>
          </p:cNvSpPr>
          <p:nvPr/>
        </p:nvSpPr>
        <p:spPr>
          <a:xfrm>
            <a:off x="7496175" y="2305050"/>
            <a:ext cx="533400" cy="533400"/>
          </a:xfrm>
          <a:prstGeom prst="ellipse">
            <a:avLst/>
          </a:prstGeom>
          <a:solidFill>
            <a:srgbClr val="F4510B"/>
          </a:solidFill>
          <a:ln w="28575">
            <a:solidFill>
              <a:srgbClr val="FFFFFF"/>
            </a:solidFill>
            <a:prstDash val="solid"/>
          </a:ln>
        </p:spPr>
        <p:txBody>
          <a:bodyPr/>
          <a:lstStyle/>
          <a:p>
            <a:endParaRPr lang="en-US"/>
          </a:p>
        </p:txBody>
      </p:sp>
      <p:sp>
        <p:nvSpPr>
          <p:cNvPr id="21" name="state-number-5">
            <a:extLst>
              <a:ext uri="{FF2B5EF4-FFF2-40B4-BE49-F238E27FC236}">
                <a16:creationId xmlns:a16="http://schemas.microsoft.com/office/drawing/2014/main" id="{506B2EE2-9048-944B-3C16-97EBDA36A7AF}"/>
              </a:ext>
            </a:extLst>
          </p:cNvPr>
          <p:cNvSpPr>
            <a:spLocks noGrp="1"/>
          </p:cNvSpPr>
          <p:nvPr/>
        </p:nvSpPr>
        <p:spPr>
          <a:xfrm>
            <a:off x="7572375" y="2381250"/>
            <a:ext cx="381000" cy="381000"/>
          </a:xfrm>
          <a:prstGeom prst="rect">
            <a:avLst/>
          </a:prstGeom>
          <a:noFill/>
          <a:ln w="0">
            <a:noFill/>
            <a:prstDash val="solid"/>
          </a:ln>
        </p:spPr>
        <p:txBody>
          <a:bodyPr lIns="0" tIns="0" rIns="0" bIns="0" anchor="ctr"/>
          <a:lstStyle>
            <a:defPPr algn="ctr">
              <a:defRPr sz="1725" b="1">
                <a:solidFill>
                  <a:srgbClr val="FFFFFF"/>
                </a:solidFill>
                <a:latin typeface="Nimbus Sans Narrow"/>
                <a:ea typeface="Nimbus Sans Narrow"/>
                <a:cs typeface="Nimbus Sans Narrow"/>
              </a:defRPr>
            </a:defPPr>
            <a:lvl1pPr algn="ctr">
              <a:defRPr sz="1725" b="1">
                <a:solidFill>
                  <a:srgbClr val="FFFFFF"/>
                </a:solidFill>
                <a:latin typeface="Nimbus Sans Narrow"/>
                <a:ea typeface="Nimbus Sans Narrow"/>
                <a:cs typeface="Nimbus Sans Narrow"/>
              </a:defRPr>
            </a:lvl1pPr>
            <a:lvl2pPr algn="ctr">
              <a:defRPr sz="1725" b="1">
                <a:solidFill>
                  <a:srgbClr val="FFFFFF"/>
                </a:solidFill>
                <a:latin typeface="Nimbus Sans Narrow"/>
                <a:ea typeface="Nimbus Sans Narrow"/>
                <a:cs typeface="Nimbus Sans Narrow"/>
              </a:defRPr>
            </a:lvl2pPr>
            <a:lvl3pPr algn="ctr">
              <a:defRPr sz="1725" b="1">
                <a:solidFill>
                  <a:srgbClr val="FFFFFF"/>
                </a:solidFill>
                <a:latin typeface="Nimbus Sans Narrow"/>
                <a:ea typeface="Nimbus Sans Narrow"/>
                <a:cs typeface="Nimbus Sans Narrow"/>
              </a:defRPr>
            </a:lvl3pPr>
            <a:lvl4pPr algn="ctr">
              <a:defRPr sz="1725" b="1">
                <a:solidFill>
                  <a:srgbClr val="FFFFFF"/>
                </a:solidFill>
                <a:latin typeface="Nimbus Sans Narrow"/>
                <a:ea typeface="Nimbus Sans Narrow"/>
                <a:cs typeface="Nimbus Sans Narrow"/>
              </a:defRPr>
            </a:lvl4pPr>
            <a:lvl5pPr algn="ctr">
              <a:defRPr sz="1725" b="1">
                <a:solidFill>
                  <a:srgbClr val="FFFFFF"/>
                </a:solidFill>
                <a:latin typeface="Nimbus Sans Narrow"/>
                <a:ea typeface="Nimbus Sans Narrow"/>
                <a:cs typeface="Nimbus Sans Narrow"/>
              </a:defRPr>
            </a:lvl5pPr>
            <a:lvl6pPr algn="ctr">
              <a:defRPr sz="1725" b="1">
                <a:solidFill>
                  <a:srgbClr val="FFFFFF"/>
                </a:solidFill>
                <a:latin typeface="Nimbus Sans Narrow"/>
                <a:ea typeface="Nimbus Sans Narrow"/>
                <a:cs typeface="Nimbus Sans Narrow"/>
              </a:defRPr>
            </a:lvl6pPr>
            <a:lvl7pPr algn="ctr">
              <a:defRPr sz="1725" b="1">
                <a:solidFill>
                  <a:srgbClr val="FFFFFF"/>
                </a:solidFill>
                <a:latin typeface="Nimbus Sans Narrow"/>
                <a:ea typeface="Nimbus Sans Narrow"/>
                <a:cs typeface="Nimbus Sans Narrow"/>
              </a:defRPr>
            </a:lvl7pPr>
            <a:lvl8pPr algn="ctr">
              <a:defRPr sz="1725" b="1">
                <a:solidFill>
                  <a:srgbClr val="FFFFFF"/>
                </a:solidFill>
                <a:latin typeface="Nimbus Sans Narrow"/>
                <a:ea typeface="Nimbus Sans Narrow"/>
                <a:cs typeface="Nimbus Sans Narrow"/>
              </a:defRPr>
            </a:lvl8pPr>
            <a:lvl9pPr algn="ctr">
              <a:defRPr sz="1725" b="1">
                <a:solidFill>
                  <a:srgbClr val="FFFFFF"/>
                </a:solidFill>
                <a:latin typeface="Nimbus Sans Narrow"/>
                <a:ea typeface="Nimbus Sans Narrow"/>
                <a:cs typeface="Nimbus Sans Narrow"/>
              </a:defRPr>
            </a:lvl9pPr>
          </a:lstStyle>
          <a:p>
            <a:pPr algn="ctr">
              <a:defRPr sz="1725" b="1">
                <a:solidFill>
                  <a:srgbClr val="FFFFFF"/>
                </a:solidFill>
                <a:latin typeface="Nimbus Sans Narrow"/>
                <a:ea typeface="Nimbus Sans Narrow"/>
                <a:cs typeface="Nimbus Sans Narrow"/>
              </a:defRPr>
            </a:pPr>
            <a:r>
              <a:rPr sz="1725" b="1">
                <a:solidFill>
                  <a:srgbClr val="FFFFFF"/>
                </a:solidFill>
                <a:latin typeface="Nimbus Sans Narrow"/>
                <a:ea typeface="Nimbus Sans Narrow"/>
                <a:cs typeface="Nimbus Sans Narrow"/>
              </a:rPr>
              <a:t>5</a:t>
            </a:r>
          </a:p>
        </p:txBody>
      </p:sp>
      <p:sp>
        <p:nvSpPr>
          <p:cNvPr id="22" name="state-label-5">
            <a:extLst>
              <a:ext uri="{FF2B5EF4-FFF2-40B4-BE49-F238E27FC236}">
                <a16:creationId xmlns:a16="http://schemas.microsoft.com/office/drawing/2014/main" id="{FE97D9FF-1B4B-1CDC-E2FA-412752E07947}"/>
              </a:ext>
            </a:extLst>
          </p:cNvPr>
          <p:cNvSpPr>
            <a:spLocks noGrp="1"/>
          </p:cNvSpPr>
          <p:nvPr/>
        </p:nvSpPr>
        <p:spPr>
          <a:xfrm>
            <a:off x="7048500" y="3028950"/>
            <a:ext cx="1428750" cy="400050"/>
          </a:xfrm>
          <a:prstGeom prst="rect">
            <a:avLst/>
          </a:prstGeom>
          <a:noFill/>
          <a:ln w="0">
            <a:noFill/>
            <a:prstDash val="solid"/>
          </a:ln>
        </p:spPr>
        <p:txBody>
          <a:bodyPr lIns="0" tIns="0" rIns="0" bIns="0" anchor="ctr"/>
          <a:lstStyle>
            <a:defPPr algn="ctr">
              <a:defRPr sz="1725" b="1">
                <a:solidFill>
                  <a:srgbClr val="F4510B"/>
                </a:solidFill>
                <a:latin typeface="Nimbus Sans Narrow"/>
                <a:ea typeface="Nimbus Sans Narrow"/>
                <a:cs typeface="Nimbus Sans Narrow"/>
              </a:defRPr>
            </a:defPPr>
            <a:lvl1pPr algn="ctr">
              <a:defRPr sz="1725" b="1">
                <a:solidFill>
                  <a:srgbClr val="F4510B"/>
                </a:solidFill>
                <a:latin typeface="Nimbus Sans Narrow"/>
                <a:ea typeface="Nimbus Sans Narrow"/>
                <a:cs typeface="Nimbus Sans Narrow"/>
              </a:defRPr>
            </a:lvl1pPr>
            <a:lvl2pPr algn="ctr">
              <a:defRPr sz="1725" b="1">
                <a:solidFill>
                  <a:srgbClr val="F4510B"/>
                </a:solidFill>
                <a:latin typeface="Nimbus Sans Narrow"/>
                <a:ea typeface="Nimbus Sans Narrow"/>
                <a:cs typeface="Nimbus Sans Narrow"/>
              </a:defRPr>
            </a:lvl2pPr>
            <a:lvl3pPr algn="ctr">
              <a:defRPr sz="1725" b="1">
                <a:solidFill>
                  <a:srgbClr val="F4510B"/>
                </a:solidFill>
                <a:latin typeface="Nimbus Sans Narrow"/>
                <a:ea typeface="Nimbus Sans Narrow"/>
                <a:cs typeface="Nimbus Sans Narrow"/>
              </a:defRPr>
            </a:lvl3pPr>
            <a:lvl4pPr algn="ctr">
              <a:defRPr sz="1725" b="1">
                <a:solidFill>
                  <a:srgbClr val="F4510B"/>
                </a:solidFill>
                <a:latin typeface="Nimbus Sans Narrow"/>
                <a:ea typeface="Nimbus Sans Narrow"/>
                <a:cs typeface="Nimbus Sans Narrow"/>
              </a:defRPr>
            </a:lvl4pPr>
            <a:lvl5pPr algn="ctr">
              <a:defRPr sz="1725" b="1">
                <a:solidFill>
                  <a:srgbClr val="F4510B"/>
                </a:solidFill>
                <a:latin typeface="Nimbus Sans Narrow"/>
                <a:ea typeface="Nimbus Sans Narrow"/>
                <a:cs typeface="Nimbus Sans Narrow"/>
              </a:defRPr>
            </a:lvl5pPr>
            <a:lvl6pPr algn="ctr">
              <a:defRPr sz="1725" b="1">
                <a:solidFill>
                  <a:srgbClr val="F4510B"/>
                </a:solidFill>
                <a:latin typeface="Nimbus Sans Narrow"/>
                <a:ea typeface="Nimbus Sans Narrow"/>
                <a:cs typeface="Nimbus Sans Narrow"/>
              </a:defRPr>
            </a:lvl6pPr>
            <a:lvl7pPr algn="ctr">
              <a:defRPr sz="1725" b="1">
                <a:solidFill>
                  <a:srgbClr val="F4510B"/>
                </a:solidFill>
                <a:latin typeface="Nimbus Sans Narrow"/>
                <a:ea typeface="Nimbus Sans Narrow"/>
                <a:cs typeface="Nimbus Sans Narrow"/>
              </a:defRPr>
            </a:lvl7pPr>
            <a:lvl8pPr algn="ctr">
              <a:defRPr sz="1725" b="1">
                <a:solidFill>
                  <a:srgbClr val="F4510B"/>
                </a:solidFill>
                <a:latin typeface="Nimbus Sans Narrow"/>
                <a:ea typeface="Nimbus Sans Narrow"/>
                <a:cs typeface="Nimbus Sans Narrow"/>
              </a:defRPr>
            </a:lvl8pPr>
            <a:lvl9pPr algn="ctr">
              <a:defRPr sz="1725" b="1">
                <a:solidFill>
                  <a:srgbClr val="F4510B"/>
                </a:solidFill>
                <a:latin typeface="Nimbus Sans Narrow"/>
                <a:ea typeface="Nimbus Sans Narrow"/>
                <a:cs typeface="Nimbus Sans Narrow"/>
              </a:defRPr>
            </a:lvl9pPr>
          </a:lstStyle>
          <a:p>
            <a:pPr algn="ctr">
              <a:defRPr sz="1725" b="1">
                <a:solidFill>
                  <a:srgbClr val="F4510B"/>
                </a:solidFill>
                <a:latin typeface="Nimbus Sans Narrow"/>
                <a:ea typeface="Nimbus Sans Narrow"/>
                <a:cs typeface="Nimbus Sans Narrow"/>
              </a:defRPr>
            </a:pPr>
            <a:r>
              <a:rPr sz="1725" b="1">
                <a:solidFill>
                  <a:srgbClr val="F4510B"/>
                </a:solidFill>
                <a:latin typeface="Nimbus Sans Narrow"/>
                <a:ea typeface="Nimbus Sans Narrow"/>
                <a:cs typeface="Nimbus Sans Narrow"/>
              </a:rPr>
              <a:t>Expansion</a:t>
            </a:r>
          </a:p>
        </p:txBody>
      </p:sp>
      <p:sp>
        <p:nvSpPr>
          <p:cNvPr id="23" name="state-question-5">
            <a:extLst>
              <a:ext uri="{FF2B5EF4-FFF2-40B4-BE49-F238E27FC236}">
                <a16:creationId xmlns:a16="http://schemas.microsoft.com/office/drawing/2014/main" id="{16E5EC0A-CC2D-800E-D5E9-8BD808E217F0}"/>
              </a:ext>
            </a:extLst>
          </p:cNvPr>
          <p:cNvSpPr>
            <a:spLocks noGrp="1"/>
          </p:cNvSpPr>
          <p:nvPr/>
        </p:nvSpPr>
        <p:spPr>
          <a:xfrm>
            <a:off x="7010400" y="3486150"/>
            <a:ext cx="1504950" cy="723900"/>
          </a:xfrm>
          <a:prstGeom prst="rect">
            <a:avLst/>
          </a:prstGeom>
          <a:noFill/>
          <a:ln w="0">
            <a:noFill/>
            <a:prstDash val="solid"/>
          </a:ln>
        </p:spPr>
        <p:txBody>
          <a:bodyPr lIns="0" tIns="0" rIns="0" bIns="0" anchor="ctr"/>
          <a:lstStyle>
            <a:defPPr algn="ctr">
              <a:defRPr sz="1350" b="0">
                <a:solidFill>
                  <a:srgbClr val="070D3A"/>
                </a:solidFill>
                <a:latin typeface="Nimbus Sans Narrow"/>
                <a:ea typeface="Nimbus Sans Narrow"/>
                <a:cs typeface="Nimbus Sans Narrow"/>
              </a:defRPr>
            </a:defPPr>
            <a:lvl1pPr algn="ctr">
              <a:defRPr sz="1350" b="0">
                <a:solidFill>
                  <a:srgbClr val="070D3A"/>
                </a:solidFill>
                <a:latin typeface="Nimbus Sans Narrow"/>
                <a:ea typeface="Nimbus Sans Narrow"/>
                <a:cs typeface="Nimbus Sans Narrow"/>
              </a:defRPr>
            </a:lvl1pPr>
            <a:lvl2pPr algn="ctr">
              <a:defRPr sz="1350" b="0">
                <a:solidFill>
                  <a:srgbClr val="070D3A"/>
                </a:solidFill>
                <a:latin typeface="Nimbus Sans Narrow"/>
                <a:ea typeface="Nimbus Sans Narrow"/>
                <a:cs typeface="Nimbus Sans Narrow"/>
              </a:defRPr>
            </a:lvl2pPr>
            <a:lvl3pPr algn="ctr">
              <a:defRPr sz="1350" b="0">
                <a:solidFill>
                  <a:srgbClr val="070D3A"/>
                </a:solidFill>
                <a:latin typeface="Nimbus Sans Narrow"/>
                <a:ea typeface="Nimbus Sans Narrow"/>
                <a:cs typeface="Nimbus Sans Narrow"/>
              </a:defRPr>
            </a:lvl3pPr>
            <a:lvl4pPr algn="ctr">
              <a:defRPr sz="1350" b="0">
                <a:solidFill>
                  <a:srgbClr val="070D3A"/>
                </a:solidFill>
                <a:latin typeface="Nimbus Sans Narrow"/>
                <a:ea typeface="Nimbus Sans Narrow"/>
                <a:cs typeface="Nimbus Sans Narrow"/>
              </a:defRPr>
            </a:lvl4pPr>
            <a:lvl5pPr algn="ctr">
              <a:defRPr sz="1350" b="0">
                <a:solidFill>
                  <a:srgbClr val="070D3A"/>
                </a:solidFill>
                <a:latin typeface="Nimbus Sans Narrow"/>
                <a:ea typeface="Nimbus Sans Narrow"/>
                <a:cs typeface="Nimbus Sans Narrow"/>
              </a:defRPr>
            </a:lvl5pPr>
            <a:lvl6pPr algn="ctr">
              <a:defRPr sz="1350" b="0">
                <a:solidFill>
                  <a:srgbClr val="070D3A"/>
                </a:solidFill>
                <a:latin typeface="Nimbus Sans Narrow"/>
                <a:ea typeface="Nimbus Sans Narrow"/>
                <a:cs typeface="Nimbus Sans Narrow"/>
              </a:defRPr>
            </a:lvl6pPr>
            <a:lvl7pPr algn="ctr">
              <a:defRPr sz="1350" b="0">
                <a:solidFill>
                  <a:srgbClr val="070D3A"/>
                </a:solidFill>
                <a:latin typeface="Nimbus Sans Narrow"/>
                <a:ea typeface="Nimbus Sans Narrow"/>
                <a:cs typeface="Nimbus Sans Narrow"/>
              </a:defRPr>
            </a:lvl7pPr>
            <a:lvl8pPr algn="ctr">
              <a:defRPr sz="1350" b="0">
                <a:solidFill>
                  <a:srgbClr val="070D3A"/>
                </a:solidFill>
                <a:latin typeface="Nimbus Sans Narrow"/>
                <a:ea typeface="Nimbus Sans Narrow"/>
                <a:cs typeface="Nimbus Sans Narrow"/>
              </a:defRPr>
            </a:lvl8pPr>
            <a:lvl9pPr algn="ctr">
              <a:defRPr sz="1350" b="0">
                <a:solidFill>
                  <a:srgbClr val="070D3A"/>
                </a:solidFill>
                <a:latin typeface="Nimbus Sans Narrow"/>
                <a:ea typeface="Nimbus Sans Narrow"/>
                <a:cs typeface="Nimbus Sans Narrow"/>
              </a:defRPr>
            </a:lvl9pPr>
          </a:lstStyle>
          <a:p>
            <a:pPr algn="ctr">
              <a:defRPr sz="1350" b="0">
                <a:solidFill>
                  <a:srgbClr val="070D3A"/>
                </a:solidFill>
                <a:latin typeface="Nimbus Sans Narrow"/>
                <a:ea typeface="Nimbus Sans Narrow"/>
                <a:cs typeface="Nimbus Sans Narrow"/>
              </a:defRPr>
            </a:pPr>
            <a:r>
              <a:rPr sz="1350" b="0">
                <a:solidFill>
                  <a:srgbClr val="070D3A"/>
                </a:solidFill>
                <a:latin typeface="Nimbus Sans Narrow"/>
                <a:ea typeface="Nimbus Sans Narrow"/>
                <a:cs typeface="Nimbus Sans Narrow"/>
              </a:rPr>
              <a:t>What process drives incidence?</a:t>
            </a:r>
          </a:p>
        </p:txBody>
      </p:sp>
      <p:sp>
        <p:nvSpPr>
          <p:cNvPr id="24" name="state-circle-6">
            <a:extLst>
              <a:ext uri="{FF2B5EF4-FFF2-40B4-BE49-F238E27FC236}">
                <a16:creationId xmlns:a16="http://schemas.microsoft.com/office/drawing/2014/main" id="{48B86769-D59C-DC70-5790-285D77CBFFCB}"/>
              </a:ext>
            </a:extLst>
          </p:cNvPr>
          <p:cNvSpPr>
            <a:spLocks noGrp="1"/>
          </p:cNvSpPr>
          <p:nvPr/>
        </p:nvSpPr>
        <p:spPr>
          <a:xfrm>
            <a:off x="9163050" y="2305050"/>
            <a:ext cx="533400" cy="533400"/>
          </a:xfrm>
          <a:prstGeom prst="ellipse">
            <a:avLst/>
          </a:prstGeom>
          <a:solidFill>
            <a:srgbClr val="F4510B"/>
          </a:solidFill>
          <a:ln w="28575">
            <a:solidFill>
              <a:srgbClr val="FFFFFF"/>
            </a:solidFill>
            <a:prstDash val="solid"/>
          </a:ln>
        </p:spPr>
        <p:txBody>
          <a:bodyPr/>
          <a:lstStyle/>
          <a:p>
            <a:endParaRPr lang="en-US"/>
          </a:p>
        </p:txBody>
      </p:sp>
      <p:sp>
        <p:nvSpPr>
          <p:cNvPr id="25" name="state-number-6">
            <a:extLst>
              <a:ext uri="{FF2B5EF4-FFF2-40B4-BE49-F238E27FC236}">
                <a16:creationId xmlns:a16="http://schemas.microsoft.com/office/drawing/2014/main" id="{18319C2C-BB6D-DB2F-CE87-9F1C0DDDDB7E}"/>
              </a:ext>
            </a:extLst>
          </p:cNvPr>
          <p:cNvSpPr>
            <a:spLocks noGrp="1"/>
          </p:cNvSpPr>
          <p:nvPr/>
        </p:nvSpPr>
        <p:spPr>
          <a:xfrm>
            <a:off x="9239250" y="2381250"/>
            <a:ext cx="381000" cy="381000"/>
          </a:xfrm>
          <a:prstGeom prst="rect">
            <a:avLst/>
          </a:prstGeom>
          <a:noFill/>
          <a:ln w="0">
            <a:noFill/>
            <a:prstDash val="solid"/>
          </a:ln>
        </p:spPr>
        <p:txBody>
          <a:bodyPr lIns="0" tIns="0" rIns="0" bIns="0" anchor="ctr"/>
          <a:lstStyle>
            <a:defPPr algn="ctr">
              <a:defRPr sz="1725" b="1">
                <a:solidFill>
                  <a:srgbClr val="FFFFFF"/>
                </a:solidFill>
                <a:latin typeface="Nimbus Sans Narrow"/>
                <a:ea typeface="Nimbus Sans Narrow"/>
                <a:cs typeface="Nimbus Sans Narrow"/>
              </a:defRPr>
            </a:defPPr>
            <a:lvl1pPr algn="ctr">
              <a:defRPr sz="1725" b="1">
                <a:solidFill>
                  <a:srgbClr val="FFFFFF"/>
                </a:solidFill>
                <a:latin typeface="Nimbus Sans Narrow"/>
                <a:ea typeface="Nimbus Sans Narrow"/>
                <a:cs typeface="Nimbus Sans Narrow"/>
              </a:defRPr>
            </a:lvl1pPr>
            <a:lvl2pPr algn="ctr">
              <a:defRPr sz="1725" b="1">
                <a:solidFill>
                  <a:srgbClr val="FFFFFF"/>
                </a:solidFill>
                <a:latin typeface="Nimbus Sans Narrow"/>
                <a:ea typeface="Nimbus Sans Narrow"/>
                <a:cs typeface="Nimbus Sans Narrow"/>
              </a:defRPr>
            </a:lvl2pPr>
            <a:lvl3pPr algn="ctr">
              <a:defRPr sz="1725" b="1">
                <a:solidFill>
                  <a:srgbClr val="FFFFFF"/>
                </a:solidFill>
                <a:latin typeface="Nimbus Sans Narrow"/>
                <a:ea typeface="Nimbus Sans Narrow"/>
                <a:cs typeface="Nimbus Sans Narrow"/>
              </a:defRPr>
            </a:lvl3pPr>
            <a:lvl4pPr algn="ctr">
              <a:defRPr sz="1725" b="1">
                <a:solidFill>
                  <a:srgbClr val="FFFFFF"/>
                </a:solidFill>
                <a:latin typeface="Nimbus Sans Narrow"/>
                <a:ea typeface="Nimbus Sans Narrow"/>
                <a:cs typeface="Nimbus Sans Narrow"/>
              </a:defRPr>
            </a:lvl4pPr>
            <a:lvl5pPr algn="ctr">
              <a:defRPr sz="1725" b="1">
                <a:solidFill>
                  <a:srgbClr val="FFFFFF"/>
                </a:solidFill>
                <a:latin typeface="Nimbus Sans Narrow"/>
                <a:ea typeface="Nimbus Sans Narrow"/>
                <a:cs typeface="Nimbus Sans Narrow"/>
              </a:defRPr>
            </a:lvl5pPr>
            <a:lvl6pPr algn="ctr">
              <a:defRPr sz="1725" b="1">
                <a:solidFill>
                  <a:srgbClr val="FFFFFF"/>
                </a:solidFill>
                <a:latin typeface="Nimbus Sans Narrow"/>
                <a:ea typeface="Nimbus Sans Narrow"/>
                <a:cs typeface="Nimbus Sans Narrow"/>
              </a:defRPr>
            </a:lvl6pPr>
            <a:lvl7pPr algn="ctr">
              <a:defRPr sz="1725" b="1">
                <a:solidFill>
                  <a:srgbClr val="FFFFFF"/>
                </a:solidFill>
                <a:latin typeface="Nimbus Sans Narrow"/>
                <a:ea typeface="Nimbus Sans Narrow"/>
                <a:cs typeface="Nimbus Sans Narrow"/>
              </a:defRPr>
            </a:lvl7pPr>
            <a:lvl8pPr algn="ctr">
              <a:defRPr sz="1725" b="1">
                <a:solidFill>
                  <a:srgbClr val="FFFFFF"/>
                </a:solidFill>
                <a:latin typeface="Nimbus Sans Narrow"/>
                <a:ea typeface="Nimbus Sans Narrow"/>
                <a:cs typeface="Nimbus Sans Narrow"/>
              </a:defRPr>
            </a:lvl8pPr>
            <a:lvl9pPr algn="ctr">
              <a:defRPr sz="1725" b="1">
                <a:solidFill>
                  <a:srgbClr val="FFFFFF"/>
                </a:solidFill>
                <a:latin typeface="Nimbus Sans Narrow"/>
                <a:ea typeface="Nimbus Sans Narrow"/>
                <a:cs typeface="Nimbus Sans Narrow"/>
              </a:defRPr>
            </a:lvl9pPr>
          </a:lstStyle>
          <a:p>
            <a:pPr algn="ctr">
              <a:defRPr sz="1725" b="1">
                <a:solidFill>
                  <a:srgbClr val="FFFFFF"/>
                </a:solidFill>
                <a:latin typeface="Nimbus Sans Narrow"/>
                <a:ea typeface="Nimbus Sans Narrow"/>
                <a:cs typeface="Nimbus Sans Narrow"/>
              </a:defRPr>
            </a:pPr>
            <a:r>
              <a:rPr sz="1725" b="1">
                <a:solidFill>
                  <a:srgbClr val="FFFFFF"/>
                </a:solidFill>
                <a:latin typeface="Nimbus Sans Narrow"/>
                <a:ea typeface="Nimbus Sans Narrow"/>
                <a:cs typeface="Nimbus Sans Narrow"/>
              </a:rPr>
              <a:t>6</a:t>
            </a:r>
          </a:p>
        </p:txBody>
      </p:sp>
      <p:sp>
        <p:nvSpPr>
          <p:cNvPr id="26" name="state-label-6">
            <a:extLst>
              <a:ext uri="{FF2B5EF4-FFF2-40B4-BE49-F238E27FC236}">
                <a16:creationId xmlns:a16="http://schemas.microsoft.com/office/drawing/2014/main" id="{8E4A5B88-A5A5-94CB-8978-B299D346E52A}"/>
              </a:ext>
            </a:extLst>
          </p:cNvPr>
          <p:cNvSpPr>
            <a:spLocks noGrp="1"/>
          </p:cNvSpPr>
          <p:nvPr/>
        </p:nvSpPr>
        <p:spPr>
          <a:xfrm>
            <a:off x="8715375" y="3028950"/>
            <a:ext cx="1428750" cy="400050"/>
          </a:xfrm>
          <a:prstGeom prst="rect">
            <a:avLst/>
          </a:prstGeom>
          <a:noFill/>
          <a:ln w="0">
            <a:noFill/>
            <a:prstDash val="solid"/>
          </a:ln>
        </p:spPr>
        <p:txBody>
          <a:bodyPr lIns="0" tIns="0" rIns="0" bIns="0" anchor="ctr"/>
          <a:lstStyle>
            <a:defPPr algn="ctr">
              <a:defRPr sz="1725" b="1">
                <a:solidFill>
                  <a:srgbClr val="F4510B"/>
                </a:solidFill>
                <a:latin typeface="Nimbus Sans Narrow"/>
                <a:ea typeface="Nimbus Sans Narrow"/>
                <a:cs typeface="Nimbus Sans Narrow"/>
              </a:defRPr>
            </a:defPPr>
            <a:lvl1pPr algn="ctr">
              <a:defRPr sz="1725" b="1">
                <a:solidFill>
                  <a:srgbClr val="F4510B"/>
                </a:solidFill>
                <a:latin typeface="Nimbus Sans Narrow"/>
                <a:ea typeface="Nimbus Sans Narrow"/>
                <a:cs typeface="Nimbus Sans Narrow"/>
              </a:defRPr>
            </a:lvl1pPr>
            <a:lvl2pPr algn="ctr">
              <a:defRPr sz="1725" b="1">
                <a:solidFill>
                  <a:srgbClr val="F4510B"/>
                </a:solidFill>
                <a:latin typeface="Nimbus Sans Narrow"/>
                <a:ea typeface="Nimbus Sans Narrow"/>
                <a:cs typeface="Nimbus Sans Narrow"/>
              </a:defRPr>
            </a:lvl2pPr>
            <a:lvl3pPr algn="ctr">
              <a:defRPr sz="1725" b="1">
                <a:solidFill>
                  <a:srgbClr val="F4510B"/>
                </a:solidFill>
                <a:latin typeface="Nimbus Sans Narrow"/>
                <a:ea typeface="Nimbus Sans Narrow"/>
                <a:cs typeface="Nimbus Sans Narrow"/>
              </a:defRPr>
            </a:lvl3pPr>
            <a:lvl4pPr algn="ctr">
              <a:defRPr sz="1725" b="1">
                <a:solidFill>
                  <a:srgbClr val="F4510B"/>
                </a:solidFill>
                <a:latin typeface="Nimbus Sans Narrow"/>
                <a:ea typeface="Nimbus Sans Narrow"/>
                <a:cs typeface="Nimbus Sans Narrow"/>
              </a:defRPr>
            </a:lvl4pPr>
            <a:lvl5pPr algn="ctr">
              <a:defRPr sz="1725" b="1">
                <a:solidFill>
                  <a:srgbClr val="F4510B"/>
                </a:solidFill>
                <a:latin typeface="Nimbus Sans Narrow"/>
                <a:ea typeface="Nimbus Sans Narrow"/>
                <a:cs typeface="Nimbus Sans Narrow"/>
              </a:defRPr>
            </a:lvl5pPr>
            <a:lvl6pPr algn="ctr">
              <a:defRPr sz="1725" b="1">
                <a:solidFill>
                  <a:srgbClr val="F4510B"/>
                </a:solidFill>
                <a:latin typeface="Nimbus Sans Narrow"/>
                <a:ea typeface="Nimbus Sans Narrow"/>
                <a:cs typeface="Nimbus Sans Narrow"/>
              </a:defRPr>
            </a:lvl6pPr>
            <a:lvl7pPr algn="ctr">
              <a:defRPr sz="1725" b="1">
                <a:solidFill>
                  <a:srgbClr val="F4510B"/>
                </a:solidFill>
                <a:latin typeface="Nimbus Sans Narrow"/>
                <a:ea typeface="Nimbus Sans Narrow"/>
                <a:cs typeface="Nimbus Sans Narrow"/>
              </a:defRPr>
            </a:lvl7pPr>
            <a:lvl8pPr algn="ctr">
              <a:defRPr sz="1725" b="1">
                <a:solidFill>
                  <a:srgbClr val="F4510B"/>
                </a:solidFill>
                <a:latin typeface="Nimbus Sans Narrow"/>
                <a:ea typeface="Nimbus Sans Narrow"/>
                <a:cs typeface="Nimbus Sans Narrow"/>
              </a:defRPr>
            </a:lvl8pPr>
            <a:lvl9pPr algn="ctr">
              <a:defRPr sz="1725" b="1">
                <a:solidFill>
                  <a:srgbClr val="F4510B"/>
                </a:solidFill>
                <a:latin typeface="Nimbus Sans Narrow"/>
                <a:ea typeface="Nimbus Sans Narrow"/>
                <a:cs typeface="Nimbus Sans Narrow"/>
              </a:defRPr>
            </a:lvl9pPr>
          </a:lstStyle>
          <a:p>
            <a:pPr algn="ctr">
              <a:defRPr sz="1725" b="1">
                <a:solidFill>
                  <a:srgbClr val="F4510B"/>
                </a:solidFill>
                <a:latin typeface="Nimbus Sans Narrow"/>
                <a:ea typeface="Nimbus Sans Narrow"/>
                <a:cs typeface="Nimbus Sans Narrow"/>
              </a:defRPr>
            </a:pPr>
            <a:r>
              <a:rPr sz="1725" b="1">
                <a:solidFill>
                  <a:srgbClr val="F4510B"/>
                </a:solidFill>
                <a:latin typeface="Nimbus Sans Narrow"/>
                <a:ea typeface="Nimbus Sans Narrow"/>
                <a:cs typeface="Nimbus Sans Narrow"/>
              </a:rPr>
              <a:t>Intervention</a:t>
            </a:r>
          </a:p>
        </p:txBody>
      </p:sp>
      <p:sp>
        <p:nvSpPr>
          <p:cNvPr id="27" name="state-question-6">
            <a:extLst>
              <a:ext uri="{FF2B5EF4-FFF2-40B4-BE49-F238E27FC236}">
                <a16:creationId xmlns:a16="http://schemas.microsoft.com/office/drawing/2014/main" id="{44BAF67A-492A-6EB6-E729-BA459C894F88}"/>
              </a:ext>
            </a:extLst>
          </p:cNvPr>
          <p:cNvSpPr>
            <a:spLocks noGrp="1"/>
          </p:cNvSpPr>
          <p:nvPr/>
        </p:nvSpPr>
        <p:spPr>
          <a:xfrm>
            <a:off x="8677275" y="3486150"/>
            <a:ext cx="1504950" cy="723900"/>
          </a:xfrm>
          <a:prstGeom prst="rect">
            <a:avLst/>
          </a:prstGeom>
          <a:noFill/>
          <a:ln w="0">
            <a:noFill/>
            <a:prstDash val="solid"/>
          </a:ln>
        </p:spPr>
        <p:txBody>
          <a:bodyPr lIns="0" tIns="0" rIns="0" bIns="0" anchor="ctr"/>
          <a:lstStyle>
            <a:defPPr algn="ctr">
              <a:defRPr sz="1350" b="0">
                <a:solidFill>
                  <a:srgbClr val="070D3A"/>
                </a:solidFill>
                <a:latin typeface="Nimbus Sans Narrow"/>
                <a:ea typeface="Nimbus Sans Narrow"/>
                <a:cs typeface="Nimbus Sans Narrow"/>
              </a:defRPr>
            </a:defPPr>
            <a:lvl1pPr algn="ctr">
              <a:defRPr sz="1350" b="0">
                <a:solidFill>
                  <a:srgbClr val="070D3A"/>
                </a:solidFill>
                <a:latin typeface="Nimbus Sans Narrow"/>
                <a:ea typeface="Nimbus Sans Narrow"/>
                <a:cs typeface="Nimbus Sans Narrow"/>
              </a:defRPr>
            </a:lvl1pPr>
            <a:lvl2pPr algn="ctr">
              <a:defRPr sz="1350" b="0">
                <a:solidFill>
                  <a:srgbClr val="070D3A"/>
                </a:solidFill>
                <a:latin typeface="Nimbus Sans Narrow"/>
                <a:ea typeface="Nimbus Sans Narrow"/>
                <a:cs typeface="Nimbus Sans Narrow"/>
              </a:defRPr>
            </a:lvl2pPr>
            <a:lvl3pPr algn="ctr">
              <a:defRPr sz="1350" b="0">
                <a:solidFill>
                  <a:srgbClr val="070D3A"/>
                </a:solidFill>
                <a:latin typeface="Nimbus Sans Narrow"/>
                <a:ea typeface="Nimbus Sans Narrow"/>
                <a:cs typeface="Nimbus Sans Narrow"/>
              </a:defRPr>
            </a:lvl3pPr>
            <a:lvl4pPr algn="ctr">
              <a:defRPr sz="1350" b="0">
                <a:solidFill>
                  <a:srgbClr val="070D3A"/>
                </a:solidFill>
                <a:latin typeface="Nimbus Sans Narrow"/>
                <a:ea typeface="Nimbus Sans Narrow"/>
                <a:cs typeface="Nimbus Sans Narrow"/>
              </a:defRPr>
            </a:lvl4pPr>
            <a:lvl5pPr algn="ctr">
              <a:defRPr sz="1350" b="0">
                <a:solidFill>
                  <a:srgbClr val="070D3A"/>
                </a:solidFill>
                <a:latin typeface="Nimbus Sans Narrow"/>
                <a:ea typeface="Nimbus Sans Narrow"/>
                <a:cs typeface="Nimbus Sans Narrow"/>
              </a:defRPr>
            </a:lvl5pPr>
            <a:lvl6pPr algn="ctr">
              <a:defRPr sz="1350" b="0">
                <a:solidFill>
                  <a:srgbClr val="070D3A"/>
                </a:solidFill>
                <a:latin typeface="Nimbus Sans Narrow"/>
                <a:ea typeface="Nimbus Sans Narrow"/>
                <a:cs typeface="Nimbus Sans Narrow"/>
              </a:defRPr>
            </a:lvl6pPr>
            <a:lvl7pPr algn="ctr">
              <a:defRPr sz="1350" b="0">
                <a:solidFill>
                  <a:srgbClr val="070D3A"/>
                </a:solidFill>
                <a:latin typeface="Nimbus Sans Narrow"/>
                <a:ea typeface="Nimbus Sans Narrow"/>
                <a:cs typeface="Nimbus Sans Narrow"/>
              </a:defRPr>
            </a:lvl7pPr>
            <a:lvl8pPr algn="ctr">
              <a:defRPr sz="1350" b="0">
                <a:solidFill>
                  <a:srgbClr val="070D3A"/>
                </a:solidFill>
                <a:latin typeface="Nimbus Sans Narrow"/>
                <a:ea typeface="Nimbus Sans Narrow"/>
                <a:cs typeface="Nimbus Sans Narrow"/>
              </a:defRPr>
            </a:lvl8pPr>
            <a:lvl9pPr algn="ctr">
              <a:defRPr sz="1350" b="0">
                <a:solidFill>
                  <a:srgbClr val="070D3A"/>
                </a:solidFill>
                <a:latin typeface="Nimbus Sans Narrow"/>
                <a:ea typeface="Nimbus Sans Narrow"/>
                <a:cs typeface="Nimbus Sans Narrow"/>
              </a:defRPr>
            </a:lvl9pPr>
          </a:lstStyle>
          <a:p>
            <a:pPr algn="ctr">
              <a:defRPr sz="1350" b="0">
                <a:solidFill>
                  <a:srgbClr val="070D3A"/>
                </a:solidFill>
                <a:latin typeface="Nimbus Sans Narrow"/>
                <a:ea typeface="Nimbus Sans Narrow"/>
                <a:cs typeface="Nimbus Sans Narrow"/>
              </a:defRPr>
            </a:pPr>
            <a:r>
              <a:rPr sz="1350" b="0">
                <a:solidFill>
                  <a:srgbClr val="070D3A"/>
                </a:solidFill>
                <a:latin typeface="Nimbus Sans Narrow"/>
                <a:ea typeface="Nimbus Sans Narrow"/>
                <a:cs typeface="Nimbus Sans Narrow"/>
              </a:rPr>
              <a:t>Where can action change outcomes?</a:t>
            </a:r>
          </a:p>
        </p:txBody>
      </p:sp>
      <p:sp>
        <p:nvSpPr>
          <p:cNvPr id="28" name="state-circle-7">
            <a:extLst>
              <a:ext uri="{FF2B5EF4-FFF2-40B4-BE49-F238E27FC236}">
                <a16:creationId xmlns:a16="http://schemas.microsoft.com/office/drawing/2014/main" id="{E026AFFD-3D16-FF4F-C92C-9917EFD0B140}"/>
              </a:ext>
            </a:extLst>
          </p:cNvPr>
          <p:cNvSpPr>
            <a:spLocks noGrp="1"/>
          </p:cNvSpPr>
          <p:nvPr/>
        </p:nvSpPr>
        <p:spPr>
          <a:xfrm>
            <a:off x="10829925" y="2305050"/>
            <a:ext cx="533400" cy="533400"/>
          </a:xfrm>
          <a:prstGeom prst="ellipse">
            <a:avLst/>
          </a:prstGeom>
          <a:solidFill>
            <a:srgbClr val="F4510B"/>
          </a:solidFill>
          <a:ln w="28575">
            <a:solidFill>
              <a:srgbClr val="FFFFFF"/>
            </a:solidFill>
            <a:prstDash val="solid"/>
          </a:ln>
        </p:spPr>
        <p:txBody>
          <a:bodyPr/>
          <a:lstStyle/>
          <a:p>
            <a:endParaRPr lang="en-US"/>
          </a:p>
        </p:txBody>
      </p:sp>
      <p:sp>
        <p:nvSpPr>
          <p:cNvPr id="29" name="state-number-7">
            <a:extLst>
              <a:ext uri="{FF2B5EF4-FFF2-40B4-BE49-F238E27FC236}">
                <a16:creationId xmlns:a16="http://schemas.microsoft.com/office/drawing/2014/main" id="{FE57F02A-51CC-C9A9-B430-1FB5C1DBD0F7}"/>
              </a:ext>
            </a:extLst>
          </p:cNvPr>
          <p:cNvSpPr>
            <a:spLocks noGrp="1"/>
          </p:cNvSpPr>
          <p:nvPr/>
        </p:nvSpPr>
        <p:spPr>
          <a:xfrm>
            <a:off x="10906125" y="2381250"/>
            <a:ext cx="381000" cy="381000"/>
          </a:xfrm>
          <a:prstGeom prst="rect">
            <a:avLst/>
          </a:prstGeom>
          <a:noFill/>
          <a:ln w="0">
            <a:noFill/>
            <a:prstDash val="solid"/>
          </a:ln>
        </p:spPr>
        <p:txBody>
          <a:bodyPr lIns="0" tIns="0" rIns="0" bIns="0" anchor="ctr"/>
          <a:lstStyle>
            <a:defPPr algn="ctr">
              <a:defRPr sz="1725" b="1">
                <a:solidFill>
                  <a:srgbClr val="FFFFFF"/>
                </a:solidFill>
                <a:latin typeface="Nimbus Sans Narrow"/>
                <a:ea typeface="Nimbus Sans Narrow"/>
                <a:cs typeface="Nimbus Sans Narrow"/>
              </a:defRPr>
            </a:defPPr>
            <a:lvl1pPr algn="ctr">
              <a:defRPr sz="1725" b="1">
                <a:solidFill>
                  <a:srgbClr val="FFFFFF"/>
                </a:solidFill>
                <a:latin typeface="Nimbus Sans Narrow"/>
                <a:ea typeface="Nimbus Sans Narrow"/>
                <a:cs typeface="Nimbus Sans Narrow"/>
              </a:defRPr>
            </a:lvl1pPr>
            <a:lvl2pPr algn="ctr">
              <a:defRPr sz="1725" b="1">
                <a:solidFill>
                  <a:srgbClr val="FFFFFF"/>
                </a:solidFill>
                <a:latin typeface="Nimbus Sans Narrow"/>
                <a:ea typeface="Nimbus Sans Narrow"/>
                <a:cs typeface="Nimbus Sans Narrow"/>
              </a:defRPr>
            </a:lvl2pPr>
            <a:lvl3pPr algn="ctr">
              <a:defRPr sz="1725" b="1">
                <a:solidFill>
                  <a:srgbClr val="FFFFFF"/>
                </a:solidFill>
                <a:latin typeface="Nimbus Sans Narrow"/>
                <a:ea typeface="Nimbus Sans Narrow"/>
                <a:cs typeface="Nimbus Sans Narrow"/>
              </a:defRPr>
            </a:lvl3pPr>
            <a:lvl4pPr algn="ctr">
              <a:defRPr sz="1725" b="1">
                <a:solidFill>
                  <a:srgbClr val="FFFFFF"/>
                </a:solidFill>
                <a:latin typeface="Nimbus Sans Narrow"/>
                <a:ea typeface="Nimbus Sans Narrow"/>
                <a:cs typeface="Nimbus Sans Narrow"/>
              </a:defRPr>
            </a:lvl4pPr>
            <a:lvl5pPr algn="ctr">
              <a:defRPr sz="1725" b="1">
                <a:solidFill>
                  <a:srgbClr val="FFFFFF"/>
                </a:solidFill>
                <a:latin typeface="Nimbus Sans Narrow"/>
                <a:ea typeface="Nimbus Sans Narrow"/>
                <a:cs typeface="Nimbus Sans Narrow"/>
              </a:defRPr>
            </a:lvl5pPr>
            <a:lvl6pPr algn="ctr">
              <a:defRPr sz="1725" b="1">
                <a:solidFill>
                  <a:srgbClr val="FFFFFF"/>
                </a:solidFill>
                <a:latin typeface="Nimbus Sans Narrow"/>
                <a:ea typeface="Nimbus Sans Narrow"/>
                <a:cs typeface="Nimbus Sans Narrow"/>
              </a:defRPr>
            </a:lvl6pPr>
            <a:lvl7pPr algn="ctr">
              <a:defRPr sz="1725" b="1">
                <a:solidFill>
                  <a:srgbClr val="FFFFFF"/>
                </a:solidFill>
                <a:latin typeface="Nimbus Sans Narrow"/>
                <a:ea typeface="Nimbus Sans Narrow"/>
                <a:cs typeface="Nimbus Sans Narrow"/>
              </a:defRPr>
            </a:lvl7pPr>
            <a:lvl8pPr algn="ctr">
              <a:defRPr sz="1725" b="1">
                <a:solidFill>
                  <a:srgbClr val="FFFFFF"/>
                </a:solidFill>
                <a:latin typeface="Nimbus Sans Narrow"/>
                <a:ea typeface="Nimbus Sans Narrow"/>
                <a:cs typeface="Nimbus Sans Narrow"/>
              </a:defRPr>
            </a:lvl8pPr>
            <a:lvl9pPr algn="ctr">
              <a:defRPr sz="1725" b="1">
                <a:solidFill>
                  <a:srgbClr val="FFFFFF"/>
                </a:solidFill>
                <a:latin typeface="Nimbus Sans Narrow"/>
                <a:ea typeface="Nimbus Sans Narrow"/>
                <a:cs typeface="Nimbus Sans Narrow"/>
              </a:defRPr>
            </a:lvl9pPr>
          </a:lstStyle>
          <a:p>
            <a:pPr algn="ctr">
              <a:defRPr sz="1725" b="1">
                <a:solidFill>
                  <a:srgbClr val="FFFFFF"/>
                </a:solidFill>
                <a:latin typeface="Nimbus Sans Narrow"/>
                <a:ea typeface="Nimbus Sans Narrow"/>
                <a:cs typeface="Nimbus Sans Narrow"/>
              </a:defRPr>
            </a:pPr>
            <a:r>
              <a:rPr sz="1725" b="1">
                <a:solidFill>
                  <a:srgbClr val="FFFFFF"/>
                </a:solidFill>
                <a:latin typeface="Nimbus Sans Narrow"/>
                <a:ea typeface="Nimbus Sans Narrow"/>
                <a:cs typeface="Nimbus Sans Narrow"/>
              </a:rPr>
              <a:t>7</a:t>
            </a:r>
          </a:p>
        </p:txBody>
      </p:sp>
      <p:sp>
        <p:nvSpPr>
          <p:cNvPr id="30" name="state-label-7">
            <a:extLst>
              <a:ext uri="{FF2B5EF4-FFF2-40B4-BE49-F238E27FC236}">
                <a16:creationId xmlns:a16="http://schemas.microsoft.com/office/drawing/2014/main" id="{D97FD8C5-E1A5-9D7A-F097-D353090050CC}"/>
              </a:ext>
            </a:extLst>
          </p:cNvPr>
          <p:cNvSpPr>
            <a:spLocks noGrp="1"/>
          </p:cNvSpPr>
          <p:nvPr/>
        </p:nvSpPr>
        <p:spPr>
          <a:xfrm>
            <a:off x="10382250" y="3028950"/>
            <a:ext cx="1428750" cy="400050"/>
          </a:xfrm>
          <a:prstGeom prst="rect">
            <a:avLst/>
          </a:prstGeom>
          <a:noFill/>
          <a:ln w="0">
            <a:noFill/>
            <a:prstDash val="solid"/>
          </a:ln>
        </p:spPr>
        <p:txBody>
          <a:bodyPr lIns="0" tIns="0" rIns="0" bIns="0" anchor="ctr"/>
          <a:lstStyle>
            <a:defPPr algn="ctr">
              <a:defRPr sz="1725" b="1">
                <a:solidFill>
                  <a:srgbClr val="F4510B"/>
                </a:solidFill>
                <a:latin typeface="Nimbus Sans Narrow"/>
                <a:ea typeface="Nimbus Sans Narrow"/>
                <a:cs typeface="Nimbus Sans Narrow"/>
              </a:defRPr>
            </a:defPPr>
            <a:lvl1pPr algn="ctr">
              <a:defRPr sz="1725" b="1">
                <a:solidFill>
                  <a:srgbClr val="F4510B"/>
                </a:solidFill>
                <a:latin typeface="Nimbus Sans Narrow"/>
                <a:ea typeface="Nimbus Sans Narrow"/>
                <a:cs typeface="Nimbus Sans Narrow"/>
              </a:defRPr>
            </a:lvl1pPr>
            <a:lvl2pPr algn="ctr">
              <a:defRPr sz="1725" b="1">
                <a:solidFill>
                  <a:srgbClr val="F4510B"/>
                </a:solidFill>
                <a:latin typeface="Nimbus Sans Narrow"/>
                <a:ea typeface="Nimbus Sans Narrow"/>
                <a:cs typeface="Nimbus Sans Narrow"/>
              </a:defRPr>
            </a:lvl2pPr>
            <a:lvl3pPr algn="ctr">
              <a:defRPr sz="1725" b="1">
                <a:solidFill>
                  <a:srgbClr val="F4510B"/>
                </a:solidFill>
                <a:latin typeface="Nimbus Sans Narrow"/>
                <a:ea typeface="Nimbus Sans Narrow"/>
                <a:cs typeface="Nimbus Sans Narrow"/>
              </a:defRPr>
            </a:lvl3pPr>
            <a:lvl4pPr algn="ctr">
              <a:defRPr sz="1725" b="1">
                <a:solidFill>
                  <a:srgbClr val="F4510B"/>
                </a:solidFill>
                <a:latin typeface="Nimbus Sans Narrow"/>
                <a:ea typeface="Nimbus Sans Narrow"/>
                <a:cs typeface="Nimbus Sans Narrow"/>
              </a:defRPr>
            </a:lvl4pPr>
            <a:lvl5pPr algn="ctr">
              <a:defRPr sz="1725" b="1">
                <a:solidFill>
                  <a:srgbClr val="F4510B"/>
                </a:solidFill>
                <a:latin typeface="Nimbus Sans Narrow"/>
                <a:ea typeface="Nimbus Sans Narrow"/>
                <a:cs typeface="Nimbus Sans Narrow"/>
              </a:defRPr>
            </a:lvl5pPr>
            <a:lvl6pPr algn="ctr">
              <a:defRPr sz="1725" b="1">
                <a:solidFill>
                  <a:srgbClr val="F4510B"/>
                </a:solidFill>
                <a:latin typeface="Nimbus Sans Narrow"/>
                <a:ea typeface="Nimbus Sans Narrow"/>
                <a:cs typeface="Nimbus Sans Narrow"/>
              </a:defRPr>
            </a:lvl6pPr>
            <a:lvl7pPr algn="ctr">
              <a:defRPr sz="1725" b="1">
                <a:solidFill>
                  <a:srgbClr val="F4510B"/>
                </a:solidFill>
                <a:latin typeface="Nimbus Sans Narrow"/>
                <a:ea typeface="Nimbus Sans Narrow"/>
                <a:cs typeface="Nimbus Sans Narrow"/>
              </a:defRPr>
            </a:lvl7pPr>
            <a:lvl8pPr algn="ctr">
              <a:defRPr sz="1725" b="1">
                <a:solidFill>
                  <a:srgbClr val="F4510B"/>
                </a:solidFill>
                <a:latin typeface="Nimbus Sans Narrow"/>
                <a:ea typeface="Nimbus Sans Narrow"/>
                <a:cs typeface="Nimbus Sans Narrow"/>
              </a:defRPr>
            </a:lvl8pPr>
            <a:lvl9pPr algn="ctr">
              <a:defRPr sz="1725" b="1">
                <a:solidFill>
                  <a:srgbClr val="F4510B"/>
                </a:solidFill>
                <a:latin typeface="Nimbus Sans Narrow"/>
                <a:ea typeface="Nimbus Sans Narrow"/>
                <a:cs typeface="Nimbus Sans Narrow"/>
              </a:defRPr>
            </a:lvl9pPr>
          </a:lstStyle>
          <a:p>
            <a:pPr algn="ctr">
              <a:defRPr sz="1725" b="1">
                <a:solidFill>
                  <a:srgbClr val="F4510B"/>
                </a:solidFill>
                <a:latin typeface="Nimbus Sans Narrow"/>
                <a:ea typeface="Nimbus Sans Narrow"/>
                <a:cs typeface="Nimbus Sans Narrow"/>
              </a:defRPr>
            </a:pPr>
            <a:r>
              <a:rPr sz="1725" b="1">
                <a:solidFill>
                  <a:srgbClr val="F4510B"/>
                </a:solidFill>
                <a:latin typeface="Nimbus Sans Narrow"/>
                <a:ea typeface="Nimbus Sans Narrow"/>
                <a:cs typeface="Nimbus Sans Narrow"/>
              </a:rPr>
              <a:t>Change and learning</a:t>
            </a:r>
          </a:p>
        </p:txBody>
      </p:sp>
      <p:sp>
        <p:nvSpPr>
          <p:cNvPr id="31" name="state-question-7">
            <a:extLst>
              <a:ext uri="{FF2B5EF4-FFF2-40B4-BE49-F238E27FC236}">
                <a16:creationId xmlns:a16="http://schemas.microsoft.com/office/drawing/2014/main" id="{90C5C104-E411-1DE2-36DE-B34484F24E07}"/>
              </a:ext>
            </a:extLst>
          </p:cNvPr>
          <p:cNvSpPr>
            <a:spLocks noGrp="1"/>
          </p:cNvSpPr>
          <p:nvPr/>
        </p:nvSpPr>
        <p:spPr>
          <a:xfrm>
            <a:off x="10344150" y="3486150"/>
            <a:ext cx="1504950" cy="723900"/>
          </a:xfrm>
          <a:prstGeom prst="rect">
            <a:avLst/>
          </a:prstGeom>
          <a:noFill/>
          <a:ln w="0">
            <a:noFill/>
            <a:prstDash val="solid"/>
          </a:ln>
        </p:spPr>
        <p:txBody>
          <a:bodyPr lIns="0" tIns="0" rIns="0" bIns="0" anchor="ctr"/>
          <a:lstStyle>
            <a:defPPr algn="ctr">
              <a:defRPr sz="1350" b="0">
                <a:solidFill>
                  <a:srgbClr val="070D3A"/>
                </a:solidFill>
                <a:latin typeface="Nimbus Sans Narrow"/>
                <a:ea typeface="Nimbus Sans Narrow"/>
                <a:cs typeface="Nimbus Sans Narrow"/>
              </a:defRPr>
            </a:defPPr>
            <a:lvl1pPr algn="ctr">
              <a:defRPr sz="1350" b="0">
                <a:solidFill>
                  <a:srgbClr val="070D3A"/>
                </a:solidFill>
                <a:latin typeface="Nimbus Sans Narrow"/>
                <a:ea typeface="Nimbus Sans Narrow"/>
                <a:cs typeface="Nimbus Sans Narrow"/>
              </a:defRPr>
            </a:lvl1pPr>
            <a:lvl2pPr algn="ctr">
              <a:defRPr sz="1350" b="0">
                <a:solidFill>
                  <a:srgbClr val="070D3A"/>
                </a:solidFill>
                <a:latin typeface="Nimbus Sans Narrow"/>
                <a:ea typeface="Nimbus Sans Narrow"/>
                <a:cs typeface="Nimbus Sans Narrow"/>
              </a:defRPr>
            </a:lvl2pPr>
            <a:lvl3pPr algn="ctr">
              <a:defRPr sz="1350" b="0">
                <a:solidFill>
                  <a:srgbClr val="070D3A"/>
                </a:solidFill>
                <a:latin typeface="Nimbus Sans Narrow"/>
                <a:ea typeface="Nimbus Sans Narrow"/>
                <a:cs typeface="Nimbus Sans Narrow"/>
              </a:defRPr>
            </a:lvl3pPr>
            <a:lvl4pPr algn="ctr">
              <a:defRPr sz="1350" b="0">
                <a:solidFill>
                  <a:srgbClr val="070D3A"/>
                </a:solidFill>
                <a:latin typeface="Nimbus Sans Narrow"/>
                <a:ea typeface="Nimbus Sans Narrow"/>
                <a:cs typeface="Nimbus Sans Narrow"/>
              </a:defRPr>
            </a:lvl4pPr>
            <a:lvl5pPr algn="ctr">
              <a:defRPr sz="1350" b="0">
                <a:solidFill>
                  <a:srgbClr val="070D3A"/>
                </a:solidFill>
                <a:latin typeface="Nimbus Sans Narrow"/>
                <a:ea typeface="Nimbus Sans Narrow"/>
                <a:cs typeface="Nimbus Sans Narrow"/>
              </a:defRPr>
            </a:lvl5pPr>
            <a:lvl6pPr algn="ctr">
              <a:defRPr sz="1350" b="0">
                <a:solidFill>
                  <a:srgbClr val="070D3A"/>
                </a:solidFill>
                <a:latin typeface="Nimbus Sans Narrow"/>
                <a:ea typeface="Nimbus Sans Narrow"/>
                <a:cs typeface="Nimbus Sans Narrow"/>
              </a:defRPr>
            </a:lvl6pPr>
            <a:lvl7pPr algn="ctr">
              <a:defRPr sz="1350" b="0">
                <a:solidFill>
                  <a:srgbClr val="070D3A"/>
                </a:solidFill>
                <a:latin typeface="Nimbus Sans Narrow"/>
                <a:ea typeface="Nimbus Sans Narrow"/>
                <a:cs typeface="Nimbus Sans Narrow"/>
              </a:defRPr>
            </a:lvl7pPr>
            <a:lvl8pPr algn="ctr">
              <a:defRPr sz="1350" b="0">
                <a:solidFill>
                  <a:srgbClr val="070D3A"/>
                </a:solidFill>
                <a:latin typeface="Nimbus Sans Narrow"/>
                <a:ea typeface="Nimbus Sans Narrow"/>
                <a:cs typeface="Nimbus Sans Narrow"/>
              </a:defRPr>
            </a:lvl8pPr>
            <a:lvl9pPr algn="ctr">
              <a:defRPr sz="1350" b="0">
                <a:solidFill>
                  <a:srgbClr val="070D3A"/>
                </a:solidFill>
                <a:latin typeface="Nimbus Sans Narrow"/>
                <a:ea typeface="Nimbus Sans Narrow"/>
                <a:cs typeface="Nimbus Sans Narrow"/>
              </a:defRPr>
            </a:lvl9pPr>
          </a:lstStyle>
          <a:p>
            <a:pPr algn="ctr">
              <a:defRPr sz="1350" b="0">
                <a:solidFill>
                  <a:srgbClr val="070D3A"/>
                </a:solidFill>
                <a:latin typeface="Nimbus Sans Narrow"/>
                <a:ea typeface="Nimbus Sans Narrow"/>
                <a:cs typeface="Nimbus Sans Narrow"/>
              </a:defRPr>
            </a:pPr>
            <a:r>
              <a:rPr sz="1350" b="0">
                <a:solidFill>
                  <a:srgbClr val="070D3A"/>
                </a:solidFill>
                <a:latin typeface="Nimbus Sans Narrow"/>
                <a:ea typeface="Nimbus Sans Narrow"/>
                <a:cs typeface="Nimbus Sans Narrow"/>
              </a:rPr>
              <a:t>Has risk changed? What did we miss?</a:t>
            </a:r>
          </a:p>
        </p:txBody>
      </p:sp>
      <p:sp>
        <p:nvSpPr>
          <p:cNvPr id="32" name="overlap-box">
            <a:extLst>
              <a:ext uri="{FF2B5EF4-FFF2-40B4-BE49-F238E27FC236}">
                <a16:creationId xmlns:a16="http://schemas.microsoft.com/office/drawing/2014/main" id="{8B15CE45-8047-1BB0-062D-E7D472228DE3}"/>
              </a:ext>
            </a:extLst>
          </p:cNvPr>
          <p:cNvSpPr>
            <a:spLocks noGrp="1"/>
          </p:cNvSpPr>
          <p:nvPr/>
        </p:nvSpPr>
        <p:spPr>
          <a:xfrm>
            <a:off x="1333500" y="4857750"/>
            <a:ext cx="9525000" cy="1000125"/>
          </a:xfrm>
          <a:prstGeom prst="roundRect">
            <a:avLst>
              <a:gd name="adj" fmla="val 17143"/>
            </a:avLst>
          </a:prstGeom>
          <a:solidFill>
            <a:srgbClr val="EAF5FF"/>
          </a:solidFill>
          <a:ln w="14288">
            <a:solidFill>
              <a:srgbClr val="0B69E8"/>
            </a:solidFill>
            <a:prstDash val="solid"/>
          </a:ln>
        </p:spPr>
        <p:txBody>
          <a:bodyPr/>
          <a:lstStyle/>
          <a:p>
            <a:endParaRPr lang="en-US"/>
          </a:p>
        </p:txBody>
      </p:sp>
      <p:sp>
        <p:nvSpPr>
          <p:cNvPr id="33" name="overlap-main">
            <a:extLst>
              <a:ext uri="{FF2B5EF4-FFF2-40B4-BE49-F238E27FC236}">
                <a16:creationId xmlns:a16="http://schemas.microsoft.com/office/drawing/2014/main" id="{095022FC-A999-0977-6E6E-EA254F1E11CF}"/>
              </a:ext>
            </a:extLst>
          </p:cNvPr>
          <p:cNvSpPr>
            <a:spLocks noGrp="1"/>
          </p:cNvSpPr>
          <p:nvPr/>
        </p:nvSpPr>
        <p:spPr>
          <a:xfrm>
            <a:off x="1676400" y="5000625"/>
            <a:ext cx="8839200" cy="419100"/>
          </a:xfrm>
          <a:prstGeom prst="rect">
            <a:avLst/>
          </a:prstGeom>
          <a:noFill/>
          <a:ln w="0">
            <a:noFill/>
            <a:prstDash val="solid"/>
          </a:ln>
        </p:spPr>
        <p:txBody>
          <a:bodyPr lIns="0" tIns="0" rIns="0" bIns="0" anchor="ctr"/>
          <a:lstStyle>
            <a:defPPr algn="ctr">
              <a:defRPr sz="2175" b="1">
                <a:solidFill>
                  <a:srgbClr val="070D3A"/>
                </a:solidFill>
                <a:latin typeface="Nimbus Sans Narrow"/>
                <a:ea typeface="Nimbus Sans Narrow"/>
                <a:cs typeface="Nimbus Sans Narrow"/>
              </a:defRPr>
            </a:defPPr>
            <a:lvl1pPr algn="ctr">
              <a:defRPr sz="2175" b="1">
                <a:solidFill>
                  <a:srgbClr val="070D3A"/>
                </a:solidFill>
                <a:latin typeface="Nimbus Sans Narrow"/>
                <a:ea typeface="Nimbus Sans Narrow"/>
                <a:cs typeface="Nimbus Sans Narrow"/>
              </a:defRPr>
            </a:lvl1pPr>
            <a:lvl2pPr algn="ctr">
              <a:defRPr sz="2175" b="1">
                <a:solidFill>
                  <a:srgbClr val="070D3A"/>
                </a:solidFill>
                <a:latin typeface="Nimbus Sans Narrow"/>
                <a:ea typeface="Nimbus Sans Narrow"/>
                <a:cs typeface="Nimbus Sans Narrow"/>
              </a:defRPr>
            </a:lvl2pPr>
            <a:lvl3pPr algn="ctr">
              <a:defRPr sz="2175" b="1">
                <a:solidFill>
                  <a:srgbClr val="070D3A"/>
                </a:solidFill>
                <a:latin typeface="Nimbus Sans Narrow"/>
                <a:ea typeface="Nimbus Sans Narrow"/>
                <a:cs typeface="Nimbus Sans Narrow"/>
              </a:defRPr>
            </a:lvl3pPr>
            <a:lvl4pPr algn="ctr">
              <a:defRPr sz="2175" b="1">
                <a:solidFill>
                  <a:srgbClr val="070D3A"/>
                </a:solidFill>
                <a:latin typeface="Nimbus Sans Narrow"/>
                <a:ea typeface="Nimbus Sans Narrow"/>
                <a:cs typeface="Nimbus Sans Narrow"/>
              </a:defRPr>
            </a:lvl4pPr>
            <a:lvl5pPr algn="ctr">
              <a:defRPr sz="2175" b="1">
                <a:solidFill>
                  <a:srgbClr val="070D3A"/>
                </a:solidFill>
                <a:latin typeface="Nimbus Sans Narrow"/>
                <a:ea typeface="Nimbus Sans Narrow"/>
                <a:cs typeface="Nimbus Sans Narrow"/>
              </a:defRPr>
            </a:lvl5pPr>
            <a:lvl6pPr algn="ctr">
              <a:defRPr sz="2175" b="1">
                <a:solidFill>
                  <a:srgbClr val="070D3A"/>
                </a:solidFill>
                <a:latin typeface="Nimbus Sans Narrow"/>
                <a:ea typeface="Nimbus Sans Narrow"/>
                <a:cs typeface="Nimbus Sans Narrow"/>
              </a:defRPr>
            </a:lvl6pPr>
            <a:lvl7pPr algn="ctr">
              <a:defRPr sz="2175" b="1">
                <a:solidFill>
                  <a:srgbClr val="070D3A"/>
                </a:solidFill>
                <a:latin typeface="Nimbus Sans Narrow"/>
                <a:ea typeface="Nimbus Sans Narrow"/>
                <a:cs typeface="Nimbus Sans Narrow"/>
              </a:defRPr>
            </a:lvl7pPr>
            <a:lvl8pPr algn="ctr">
              <a:defRPr sz="2175" b="1">
                <a:solidFill>
                  <a:srgbClr val="070D3A"/>
                </a:solidFill>
                <a:latin typeface="Nimbus Sans Narrow"/>
                <a:ea typeface="Nimbus Sans Narrow"/>
                <a:cs typeface="Nimbus Sans Narrow"/>
              </a:defRPr>
            </a:lvl8pPr>
            <a:lvl9pPr algn="ctr">
              <a:defRPr sz="2175" b="1">
                <a:solidFill>
                  <a:srgbClr val="070D3A"/>
                </a:solidFill>
                <a:latin typeface="Nimbus Sans Narrow"/>
                <a:ea typeface="Nimbus Sans Narrow"/>
                <a:cs typeface="Nimbus Sans Narrow"/>
              </a:defRPr>
            </a:lvl9pPr>
          </a:lstStyle>
          <a:p>
            <a:pPr algn="ctr">
              <a:defRPr sz="2175" b="1">
                <a:solidFill>
                  <a:srgbClr val="070D3A"/>
                </a:solidFill>
                <a:latin typeface="Nimbus Sans Narrow"/>
                <a:ea typeface="Nimbus Sans Narrow"/>
                <a:cs typeface="Nimbus Sans Narrow"/>
              </a:defRPr>
            </a:pPr>
            <a:r>
              <a:rPr sz="2175" b="1">
                <a:solidFill>
                  <a:srgbClr val="070D3A"/>
                </a:solidFill>
                <a:latin typeface="Nimbus Sans Narrow"/>
                <a:ea typeface="Nimbus Sans Narrow"/>
                <a:cs typeface="Nimbus Sans Narrow"/>
              </a:rPr>
              <a:t>A jurisdiction may occupy several operational states at the same time.</a:t>
            </a:r>
          </a:p>
        </p:txBody>
      </p:sp>
      <p:sp>
        <p:nvSpPr>
          <p:cNvPr id="34" name="overlap-detail">
            <a:extLst>
              <a:ext uri="{FF2B5EF4-FFF2-40B4-BE49-F238E27FC236}">
                <a16:creationId xmlns:a16="http://schemas.microsoft.com/office/drawing/2014/main" id="{BA970540-209D-B0AA-DAF3-F6097F067817}"/>
              </a:ext>
            </a:extLst>
          </p:cNvPr>
          <p:cNvSpPr>
            <a:spLocks noGrp="1"/>
          </p:cNvSpPr>
          <p:nvPr/>
        </p:nvSpPr>
        <p:spPr>
          <a:xfrm>
            <a:off x="1676400" y="5448300"/>
            <a:ext cx="8839200" cy="266700"/>
          </a:xfrm>
          <a:prstGeom prst="rect">
            <a:avLst/>
          </a:prstGeom>
          <a:noFill/>
          <a:ln w="0">
            <a:noFill/>
            <a:prstDash val="solid"/>
          </a:ln>
        </p:spPr>
        <p:txBody>
          <a:bodyPr lIns="0" tIns="0" rIns="0" bIns="0" anchor="ctr"/>
          <a:lstStyle>
            <a:defPPr algn="ctr">
              <a:defRPr sz="1575" b="0">
                <a:solidFill>
                  <a:srgbClr val="718096"/>
                </a:solidFill>
                <a:latin typeface="Nimbus Sans Narrow"/>
                <a:ea typeface="Nimbus Sans Narrow"/>
                <a:cs typeface="Nimbus Sans Narrow"/>
              </a:defRPr>
            </a:defPPr>
            <a:lvl1pPr algn="ctr">
              <a:defRPr sz="1575" b="0">
                <a:solidFill>
                  <a:srgbClr val="718096"/>
                </a:solidFill>
                <a:latin typeface="Nimbus Sans Narrow"/>
                <a:ea typeface="Nimbus Sans Narrow"/>
                <a:cs typeface="Nimbus Sans Narrow"/>
              </a:defRPr>
            </a:lvl1pPr>
            <a:lvl2pPr algn="ctr">
              <a:defRPr sz="1575" b="0">
                <a:solidFill>
                  <a:srgbClr val="718096"/>
                </a:solidFill>
                <a:latin typeface="Nimbus Sans Narrow"/>
                <a:ea typeface="Nimbus Sans Narrow"/>
                <a:cs typeface="Nimbus Sans Narrow"/>
              </a:defRPr>
            </a:lvl2pPr>
            <a:lvl3pPr algn="ctr">
              <a:defRPr sz="1575" b="0">
                <a:solidFill>
                  <a:srgbClr val="718096"/>
                </a:solidFill>
                <a:latin typeface="Nimbus Sans Narrow"/>
                <a:ea typeface="Nimbus Sans Narrow"/>
                <a:cs typeface="Nimbus Sans Narrow"/>
              </a:defRPr>
            </a:lvl3pPr>
            <a:lvl4pPr algn="ctr">
              <a:defRPr sz="1575" b="0">
                <a:solidFill>
                  <a:srgbClr val="718096"/>
                </a:solidFill>
                <a:latin typeface="Nimbus Sans Narrow"/>
                <a:ea typeface="Nimbus Sans Narrow"/>
                <a:cs typeface="Nimbus Sans Narrow"/>
              </a:defRPr>
            </a:lvl4pPr>
            <a:lvl5pPr algn="ctr">
              <a:defRPr sz="1575" b="0">
                <a:solidFill>
                  <a:srgbClr val="718096"/>
                </a:solidFill>
                <a:latin typeface="Nimbus Sans Narrow"/>
                <a:ea typeface="Nimbus Sans Narrow"/>
                <a:cs typeface="Nimbus Sans Narrow"/>
              </a:defRPr>
            </a:lvl5pPr>
            <a:lvl6pPr algn="ctr">
              <a:defRPr sz="1575" b="0">
                <a:solidFill>
                  <a:srgbClr val="718096"/>
                </a:solidFill>
                <a:latin typeface="Nimbus Sans Narrow"/>
                <a:ea typeface="Nimbus Sans Narrow"/>
                <a:cs typeface="Nimbus Sans Narrow"/>
              </a:defRPr>
            </a:lvl6pPr>
            <a:lvl7pPr algn="ctr">
              <a:defRPr sz="1575" b="0">
                <a:solidFill>
                  <a:srgbClr val="718096"/>
                </a:solidFill>
                <a:latin typeface="Nimbus Sans Narrow"/>
                <a:ea typeface="Nimbus Sans Narrow"/>
                <a:cs typeface="Nimbus Sans Narrow"/>
              </a:defRPr>
            </a:lvl7pPr>
            <a:lvl8pPr algn="ctr">
              <a:defRPr sz="1575" b="0">
                <a:solidFill>
                  <a:srgbClr val="718096"/>
                </a:solidFill>
                <a:latin typeface="Nimbus Sans Narrow"/>
                <a:ea typeface="Nimbus Sans Narrow"/>
                <a:cs typeface="Nimbus Sans Narrow"/>
              </a:defRPr>
            </a:lvl8pPr>
            <a:lvl9pPr algn="ctr">
              <a:defRPr sz="1575" b="0">
                <a:solidFill>
                  <a:srgbClr val="718096"/>
                </a:solidFill>
                <a:latin typeface="Nimbus Sans Narrow"/>
                <a:ea typeface="Nimbus Sans Narrow"/>
                <a:cs typeface="Nimbus Sans Narrow"/>
              </a:defRPr>
            </a:lvl9pPr>
          </a:lstStyle>
          <a:p>
            <a:pPr algn="ctr">
              <a:defRPr sz="1575" b="0">
                <a:solidFill>
                  <a:srgbClr val="718096"/>
                </a:solidFill>
                <a:latin typeface="Nimbus Sans Narrow"/>
                <a:ea typeface="Nimbus Sans Narrow"/>
                <a:cs typeface="Nimbus Sans Narrow"/>
              </a:defRPr>
            </a:pPr>
            <a:r>
              <a:rPr sz="1575" b="0">
                <a:solidFill>
                  <a:srgbClr val="718096"/>
                </a:solidFill>
                <a:latin typeface="Nimbus Sans Narrow"/>
                <a:ea typeface="Nimbus Sans Narrow"/>
                <a:cs typeface="Nimbus Sans Narrow"/>
              </a:rPr>
              <a:t>Local circulation can coexist with new introductions, cluster investigations, and emerging variants.</a:t>
            </a:r>
          </a:p>
        </p:txBody>
      </p:sp>
      <p:sp>
        <p:nvSpPr>
          <p:cNvPr id="36" name="TextBox 35">
            <a:extLst>
              <a:ext uri="{FF2B5EF4-FFF2-40B4-BE49-F238E27FC236}">
                <a16:creationId xmlns:a16="http://schemas.microsoft.com/office/drawing/2014/main" id="{C8B512A3-6A6A-14EF-D759-F65CF1306B7B}"/>
              </a:ext>
            </a:extLst>
          </p:cNvPr>
          <p:cNvSpPr txBox="1"/>
          <p:nvPr/>
        </p:nvSpPr>
        <p:spPr>
          <a:xfrm>
            <a:off x="1519918" y="1301681"/>
            <a:ext cx="8905875" cy="3046988"/>
          </a:xfrm>
          <a:prstGeom prst="rect">
            <a:avLst/>
          </a:prstGeom>
          <a:solidFill>
            <a:schemeClr val="bg1"/>
          </a:solidFill>
          <a:ln w="57150">
            <a:solidFill>
              <a:schemeClr val="accent2">
                <a:lumMod val="75000"/>
              </a:schemeClr>
            </a:solidFill>
          </a:ln>
        </p:spPr>
        <p:txBody>
          <a:bodyPr wrap="square" rtlCol="0">
            <a:spAutoFit/>
          </a:bodyPr>
          <a:lstStyle/>
          <a:p>
            <a:r>
              <a:rPr lang="en-US" sz="2400" dirty="0"/>
              <a:t>These response states are a decision-centered organizing framework, not discrete epidemic phases. Several may operate simultaneously within a jurisdiction, recur over time, and use the same methods for different questions.</a:t>
            </a:r>
          </a:p>
          <a:p>
            <a:endParaRPr lang="en-US" sz="2400" dirty="0"/>
          </a:p>
          <a:p>
            <a:r>
              <a:rPr lang="en-US" sz="2400" dirty="0"/>
              <a:t>The relevant state depends on the operational decision, available evidence, dominant epidemic process, and intervention capacity, not simply time since emergence.</a:t>
            </a:r>
          </a:p>
        </p:txBody>
      </p:sp>
    </p:spTree>
    <p:extLst>
      <p:ext uri="{BB962C8B-B14F-4D97-AF65-F5344CB8AC3E}">
        <p14:creationId xmlns:p14="http://schemas.microsoft.com/office/powerpoint/2010/main" val="836186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phase-slide-border">
            <a:extLst>
              <a:ext uri="{FF2B5EF4-FFF2-40B4-BE49-F238E27FC236}">
                <a16:creationId xmlns:a16="http://schemas.microsoft.com/office/drawing/2014/main" id="{DAAD7DCA-DB68-4407-B90A-485984D0986E}"/>
              </a:ext>
            </a:extLst>
          </p:cNvPr>
          <p:cNvSpPr>
            <a:spLocks noGrp="1"/>
          </p:cNvSpPr>
          <p:nvPr/>
        </p:nvSpPr>
        <p:spPr>
          <a:xfrm>
            <a:off x="76200" y="76200"/>
            <a:ext cx="12039600" cy="6705600"/>
          </a:xfrm>
          <a:prstGeom prst="roundRect">
            <a:avLst>
              <a:gd name="adj" fmla="val 1705"/>
            </a:avLst>
          </a:prstGeom>
          <a:noFill/>
          <a:ln w="19050">
            <a:solidFill>
              <a:srgbClr val="0B69E8"/>
            </a:solidFill>
            <a:prstDash val="solid"/>
          </a:ln>
        </p:spPr>
        <p:txBody>
          <a:bodyPr/>
          <a:lstStyle/>
          <a:p>
            <a:endParaRPr lang="en-US"/>
          </a:p>
        </p:txBody>
      </p:sp>
      <p:sp>
        <p:nvSpPr>
          <p:cNvPr id="2" name="slide-title">
            <a:extLst>
              <a:ext uri="{FF2B5EF4-FFF2-40B4-BE49-F238E27FC236}">
                <a16:creationId xmlns:a16="http://schemas.microsoft.com/office/drawing/2014/main" id="{2B380DD8-9466-42C0-BC61-675E5FEC45EA}"/>
              </a:ext>
            </a:extLst>
          </p:cNvPr>
          <p:cNvSpPr>
            <a:spLocks noGrp="1"/>
          </p:cNvSpPr>
          <p:nvPr/>
        </p:nvSpPr>
        <p:spPr>
          <a:xfrm>
            <a:off x="533400" y="266700"/>
            <a:ext cx="11125200" cy="552450"/>
          </a:xfrm>
          <a:prstGeom prst="rect">
            <a:avLst/>
          </a:prstGeom>
          <a:noFill/>
          <a:ln w="0">
            <a:noFill/>
            <a:prstDash val="solid"/>
          </a:ln>
        </p:spPr>
        <p:txBody>
          <a:bodyPr lIns="0" tIns="0" rIns="0" bIns="0" anchor="ctr"/>
          <a:lstStyle>
            <a:defPPr algn="ctr">
              <a:defRPr sz="3000" b="1">
                <a:solidFill>
                  <a:srgbClr val="070D3A"/>
                </a:solidFill>
                <a:latin typeface="Nimbus Sans Narrow"/>
                <a:ea typeface="Nimbus Sans Narrow"/>
                <a:cs typeface="Nimbus Sans Narrow"/>
              </a:defRPr>
            </a:defPPr>
            <a:lvl1pPr algn="ctr">
              <a:defRPr sz="3000" b="1">
                <a:solidFill>
                  <a:srgbClr val="070D3A"/>
                </a:solidFill>
                <a:latin typeface="Nimbus Sans Narrow"/>
                <a:ea typeface="Nimbus Sans Narrow"/>
                <a:cs typeface="Nimbus Sans Narrow"/>
              </a:defRPr>
            </a:lvl1pPr>
            <a:lvl2pPr algn="ctr">
              <a:defRPr sz="3000" b="1">
                <a:solidFill>
                  <a:srgbClr val="070D3A"/>
                </a:solidFill>
                <a:latin typeface="Nimbus Sans Narrow"/>
                <a:ea typeface="Nimbus Sans Narrow"/>
                <a:cs typeface="Nimbus Sans Narrow"/>
              </a:defRPr>
            </a:lvl2pPr>
            <a:lvl3pPr algn="ctr">
              <a:defRPr sz="3000" b="1">
                <a:solidFill>
                  <a:srgbClr val="070D3A"/>
                </a:solidFill>
                <a:latin typeface="Nimbus Sans Narrow"/>
                <a:ea typeface="Nimbus Sans Narrow"/>
                <a:cs typeface="Nimbus Sans Narrow"/>
              </a:defRPr>
            </a:lvl3pPr>
            <a:lvl4pPr algn="ctr">
              <a:defRPr sz="3000" b="1">
                <a:solidFill>
                  <a:srgbClr val="070D3A"/>
                </a:solidFill>
                <a:latin typeface="Nimbus Sans Narrow"/>
                <a:ea typeface="Nimbus Sans Narrow"/>
                <a:cs typeface="Nimbus Sans Narrow"/>
              </a:defRPr>
            </a:lvl4pPr>
            <a:lvl5pPr algn="ctr">
              <a:defRPr sz="3000" b="1">
                <a:solidFill>
                  <a:srgbClr val="070D3A"/>
                </a:solidFill>
                <a:latin typeface="Nimbus Sans Narrow"/>
                <a:ea typeface="Nimbus Sans Narrow"/>
                <a:cs typeface="Nimbus Sans Narrow"/>
              </a:defRPr>
            </a:lvl5pPr>
            <a:lvl6pPr algn="ctr">
              <a:defRPr sz="3000" b="1">
                <a:solidFill>
                  <a:srgbClr val="070D3A"/>
                </a:solidFill>
                <a:latin typeface="Nimbus Sans Narrow"/>
                <a:ea typeface="Nimbus Sans Narrow"/>
                <a:cs typeface="Nimbus Sans Narrow"/>
              </a:defRPr>
            </a:lvl6pPr>
            <a:lvl7pPr algn="ctr">
              <a:defRPr sz="3000" b="1">
                <a:solidFill>
                  <a:srgbClr val="070D3A"/>
                </a:solidFill>
                <a:latin typeface="Nimbus Sans Narrow"/>
                <a:ea typeface="Nimbus Sans Narrow"/>
                <a:cs typeface="Nimbus Sans Narrow"/>
              </a:defRPr>
            </a:lvl7pPr>
            <a:lvl8pPr algn="ctr">
              <a:defRPr sz="3000" b="1">
                <a:solidFill>
                  <a:srgbClr val="070D3A"/>
                </a:solidFill>
                <a:latin typeface="Nimbus Sans Narrow"/>
                <a:ea typeface="Nimbus Sans Narrow"/>
                <a:cs typeface="Nimbus Sans Narrow"/>
              </a:defRPr>
            </a:lvl8pPr>
            <a:lvl9pPr algn="ctr">
              <a:defRPr sz="3000" b="1">
                <a:solidFill>
                  <a:srgbClr val="070D3A"/>
                </a:solidFill>
                <a:latin typeface="Nimbus Sans Narrow"/>
                <a:ea typeface="Nimbus Sans Narrow"/>
                <a:cs typeface="Nimbus Sans Narrow"/>
              </a:defRPr>
            </a:lvl9pPr>
          </a:lstStyle>
          <a:p>
            <a:pPr algn="ctr">
              <a:defRPr sz="3000" b="1">
                <a:solidFill>
                  <a:srgbClr val="070D3A"/>
                </a:solidFill>
                <a:latin typeface="Nimbus Sans Narrow"/>
                <a:ea typeface="Nimbus Sans Narrow"/>
                <a:cs typeface="Nimbus Sans Narrow"/>
              </a:defRPr>
            </a:pPr>
            <a:r>
              <a:rPr sz="3000" b="1">
                <a:solidFill>
                  <a:srgbClr val="070D3A"/>
                </a:solidFill>
                <a:latin typeface="Nimbus Sans Narrow"/>
                <a:ea typeface="Nimbus Sans Narrow"/>
                <a:cs typeface="Nimbus Sans Narrow"/>
              </a:rPr>
              <a:t>A repeated decision frame for every response state</a:t>
            </a:r>
          </a:p>
        </p:txBody>
      </p:sp>
      <p:sp>
        <p:nvSpPr>
          <p:cNvPr id="3" name="frame-label-0">
            <a:extLst>
              <a:ext uri="{FF2B5EF4-FFF2-40B4-BE49-F238E27FC236}">
                <a16:creationId xmlns:a16="http://schemas.microsoft.com/office/drawing/2014/main" id="{08C34F6B-66DF-42C6-B3AE-254E50A3AAE6}"/>
              </a:ext>
            </a:extLst>
          </p:cNvPr>
          <p:cNvSpPr>
            <a:spLocks noGrp="1"/>
          </p:cNvSpPr>
          <p:nvPr/>
        </p:nvSpPr>
        <p:spPr>
          <a:xfrm>
            <a:off x="933450" y="1200150"/>
            <a:ext cx="2667000" cy="381000"/>
          </a:xfrm>
          <a:prstGeom prst="rect">
            <a:avLst/>
          </a:prstGeom>
          <a:noFill/>
          <a:ln w="0">
            <a:noFill/>
            <a:prstDash val="solid"/>
          </a:ln>
        </p:spPr>
        <p:txBody>
          <a:bodyPr lIns="0" tIns="0" rIns="0" bIns="0" anchor="ctr"/>
          <a:lstStyle>
            <a:defPPr algn="l">
              <a:defRPr sz="1500" b="1">
                <a:solidFill>
                  <a:srgbClr val="0B69E8"/>
                </a:solidFill>
                <a:latin typeface="Nimbus Sans Narrow"/>
                <a:ea typeface="Nimbus Sans Narrow"/>
                <a:cs typeface="Nimbus Sans Narrow"/>
              </a:defRPr>
            </a:defPPr>
            <a:lvl1pPr algn="l">
              <a:defRPr sz="1500" b="1">
                <a:solidFill>
                  <a:srgbClr val="0B69E8"/>
                </a:solidFill>
                <a:latin typeface="Nimbus Sans Narrow"/>
                <a:ea typeface="Nimbus Sans Narrow"/>
                <a:cs typeface="Nimbus Sans Narrow"/>
              </a:defRPr>
            </a:lvl1pPr>
            <a:lvl2pPr algn="l">
              <a:defRPr sz="1500" b="1">
                <a:solidFill>
                  <a:srgbClr val="0B69E8"/>
                </a:solidFill>
                <a:latin typeface="Nimbus Sans Narrow"/>
                <a:ea typeface="Nimbus Sans Narrow"/>
                <a:cs typeface="Nimbus Sans Narrow"/>
              </a:defRPr>
            </a:lvl2pPr>
            <a:lvl3pPr algn="l">
              <a:defRPr sz="1500" b="1">
                <a:solidFill>
                  <a:srgbClr val="0B69E8"/>
                </a:solidFill>
                <a:latin typeface="Nimbus Sans Narrow"/>
                <a:ea typeface="Nimbus Sans Narrow"/>
                <a:cs typeface="Nimbus Sans Narrow"/>
              </a:defRPr>
            </a:lvl3pPr>
            <a:lvl4pPr algn="l">
              <a:defRPr sz="1500" b="1">
                <a:solidFill>
                  <a:srgbClr val="0B69E8"/>
                </a:solidFill>
                <a:latin typeface="Nimbus Sans Narrow"/>
                <a:ea typeface="Nimbus Sans Narrow"/>
                <a:cs typeface="Nimbus Sans Narrow"/>
              </a:defRPr>
            </a:lvl4pPr>
            <a:lvl5pPr algn="l">
              <a:defRPr sz="1500" b="1">
                <a:solidFill>
                  <a:srgbClr val="0B69E8"/>
                </a:solidFill>
                <a:latin typeface="Nimbus Sans Narrow"/>
                <a:ea typeface="Nimbus Sans Narrow"/>
                <a:cs typeface="Nimbus Sans Narrow"/>
              </a:defRPr>
            </a:lvl5pPr>
            <a:lvl6pPr algn="l">
              <a:defRPr sz="1500" b="1">
                <a:solidFill>
                  <a:srgbClr val="0B69E8"/>
                </a:solidFill>
                <a:latin typeface="Nimbus Sans Narrow"/>
                <a:ea typeface="Nimbus Sans Narrow"/>
                <a:cs typeface="Nimbus Sans Narrow"/>
              </a:defRPr>
            </a:lvl6pPr>
            <a:lvl7pPr algn="l">
              <a:defRPr sz="1500" b="1">
                <a:solidFill>
                  <a:srgbClr val="0B69E8"/>
                </a:solidFill>
                <a:latin typeface="Nimbus Sans Narrow"/>
                <a:ea typeface="Nimbus Sans Narrow"/>
                <a:cs typeface="Nimbus Sans Narrow"/>
              </a:defRPr>
            </a:lvl7pPr>
            <a:lvl8pPr algn="l">
              <a:defRPr sz="1500" b="1">
                <a:solidFill>
                  <a:srgbClr val="0B69E8"/>
                </a:solidFill>
                <a:latin typeface="Nimbus Sans Narrow"/>
                <a:ea typeface="Nimbus Sans Narrow"/>
                <a:cs typeface="Nimbus Sans Narrow"/>
              </a:defRPr>
            </a:lvl8pPr>
            <a:lvl9pPr algn="l">
              <a:defRPr sz="1500" b="1">
                <a:solidFill>
                  <a:srgbClr val="0B69E8"/>
                </a:solidFill>
                <a:latin typeface="Nimbus Sans Narrow"/>
                <a:ea typeface="Nimbus Sans Narrow"/>
                <a:cs typeface="Nimbus Sans Narrow"/>
              </a:defRPr>
            </a:lvl9pPr>
          </a:lstStyle>
          <a:p>
            <a:pPr algn="l">
              <a:defRPr sz="1500" b="1">
                <a:solidFill>
                  <a:srgbClr val="0B69E8"/>
                </a:solidFill>
                <a:latin typeface="Nimbus Sans Narrow"/>
                <a:ea typeface="Nimbus Sans Narrow"/>
                <a:cs typeface="Nimbus Sans Narrow"/>
              </a:defRPr>
            </a:pPr>
            <a:r>
              <a:rPr sz="1500" b="1">
                <a:solidFill>
                  <a:srgbClr val="0B69E8"/>
                </a:solidFill>
                <a:latin typeface="Nimbus Sans Narrow"/>
                <a:ea typeface="Nimbus Sans Narrow"/>
                <a:cs typeface="Nimbus Sans Narrow"/>
              </a:rPr>
              <a:t>OPERATIONAL PROBLEM</a:t>
            </a:r>
          </a:p>
        </p:txBody>
      </p:sp>
      <p:sp>
        <p:nvSpPr>
          <p:cNvPr id="4" name="frame-rule-0">
            <a:extLst>
              <a:ext uri="{FF2B5EF4-FFF2-40B4-BE49-F238E27FC236}">
                <a16:creationId xmlns:a16="http://schemas.microsoft.com/office/drawing/2014/main" id="{45427499-28A1-4B13-B6BB-81E544C21D14}"/>
              </a:ext>
            </a:extLst>
          </p:cNvPr>
          <p:cNvSpPr>
            <a:spLocks noGrp="1"/>
          </p:cNvSpPr>
          <p:nvPr/>
        </p:nvSpPr>
        <p:spPr>
          <a:xfrm>
            <a:off x="3714750" y="1390650"/>
            <a:ext cx="381000" cy="953"/>
          </a:xfrm>
          <a:custGeom>
            <a:avLst/>
            <a:gdLst/>
            <a:ahLst/>
            <a:cxnLst/>
            <a:rect l="0" t="0" r="0" b="0"/>
            <a:pathLst>
              <a:path w="381000" h="953">
                <a:moveTo>
                  <a:pt x="0" y="0"/>
                </a:moveTo>
                <a:lnTo>
                  <a:pt x="381000" y="0"/>
                </a:lnTo>
              </a:path>
            </a:pathLst>
          </a:custGeom>
          <a:noFill/>
          <a:ln w="38100">
            <a:solidFill>
              <a:srgbClr val="0B69E8"/>
            </a:solidFill>
            <a:prstDash val="solid"/>
          </a:ln>
        </p:spPr>
        <p:txBody>
          <a:bodyPr/>
          <a:lstStyle/>
          <a:p>
            <a:endParaRPr lang="en-US"/>
          </a:p>
        </p:txBody>
      </p:sp>
      <p:sp>
        <p:nvSpPr>
          <p:cNvPr id="5" name="frame-question-0">
            <a:extLst>
              <a:ext uri="{FF2B5EF4-FFF2-40B4-BE49-F238E27FC236}">
                <a16:creationId xmlns:a16="http://schemas.microsoft.com/office/drawing/2014/main" id="{72D419B3-6B6D-4BFF-A07E-D23256E0CFF7}"/>
              </a:ext>
            </a:extLst>
          </p:cNvPr>
          <p:cNvSpPr>
            <a:spLocks noGrp="1"/>
          </p:cNvSpPr>
          <p:nvPr/>
        </p:nvSpPr>
        <p:spPr>
          <a:xfrm>
            <a:off x="4305300" y="1181100"/>
            <a:ext cx="6858000" cy="476250"/>
          </a:xfrm>
          <a:prstGeom prst="rect">
            <a:avLst/>
          </a:prstGeom>
          <a:noFill/>
          <a:ln w="0">
            <a:noFill/>
            <a:prstDash val="solid"/>
          </a:ln>
        </p:spPr>
        <p:txBody>
          <a:bodyPr lIns="0" tIns="0" rIns="0" bIns="0" anchor="ctr"/>
          <a:lstStyle>
            <a:defPPr algn="l">
              <a:defRPr sz="2025" b="1">
                <a:solidFill>
                  <a:srgbClr val="070D3A"/>
                </a:solidFill>
                <a:latin typeface="Nimbus Sans Narrow"/>
                <a:ea typeface="Nimbus Sans Narrow"/>
                <a:cs typeface="Nimbus Sans Narrow"/>
              </a:defRPr>
            </a:defPPr>
            <a:lvl1pPr algn="l">
              <a:defRPr sz="2025" b="1">
                <a:solidFill>
                  <a:srgbClr val="070D3A"/>
                </a:solidFill>
                <a:latin typeface="Nimbus Sans Narrow"/>
                <a:ea typeface="Nimbus Sans Narrow"/>
                <a:cs typeface="Nimbus Sans Narrow"/>
              </a:defRPr>
            </a:lvl1pPr>
            <a:lvl2pPr algn="l">
              <a:defRPr sz="2025" b="1">
                <a:solidFill>
                  <a:srgbClr val="070D3A"/>
                </a:solidFill>
                <a:latin typeface="Nimbus Sans Narrow"/>
                <a:ea typeface="Nimbus Sans Narrow"/>
                <a:cs typeface="Nimbus Sans Narrow"/>
              </a:defRPr>
            </a:lvl2pPr>
            <a:lvl3pPr algn="l">
              <a:defRPr sz="2025" b="1">
                <a:solidFill>
                  <a:srgbClr val="070D3A"/>
                </a:solidFill>
                <a:latin typeface="Nimbus Sans Narrow"/>
                <a:ea typeface="Nimbus Sans Narrow"/>
                <a:cs typeface="Nimbus Sans Narrow"/>
              </a:defRPr>
            </a:lvl3pPr>
            <a:lvl4pPr algn="l">
              <a:defRPr sz="2025" b="1">
                <a:solidFill>
                  <a:srgbClr val="070D3A"/>
                </a:solidFill>
                <a:latin typeface="Nimbus Sans Narrow"/>
                <a:ea typeface="Nimbus Sans Narrow"/>
                <a:cs typeface="Nimbus Sans Narrow"/>
              </a:defRPr>
            </a:lvl4pPr>
            <a:lvl5pPr algn="l">
              <a:defRPr sz="2025" b="1">
                <a:solidFill>
                  <a:srgbClr val="070D3A"/>
                </a:solidFill>
                <a:latin typeface="Nimbus Sans Narrow"/>
                <a:ea typeface="Nimbus Sans Narrow"/>
                <a:cs typeface="Nimbus Sans Narrow"/>
              </a:defRPr>
            </a:lvl5pPr>
            <a:lvl6pPr algn="l">
              <a:defRPr sz="2025" b="1">
                <a:solidFill>
                  <a:srgbClr val="070D3A"/>
                </a:solidFill>
                <a:latin typeface="Nimbus Sans Narrow"/>
                <a:ea typeface="Nimbus Sans Narrow"/>
                <a:cs typeface="Nimbus Sans Narrow"/>
              </a:defRPr>
            </a:lvl6pPr>
            <a:lvl7pPr algn="l">
              <a:defRPr sz="2025" b="1">
                <a:solidFill>
                  <a:srgbClr val="070D3A"/>
                </a:solidFill>
                <a:latin typeface="Nimbus Sans Narrow"/>
                <a:ea typeface="Nimbus Sans Narrow"/>
                <a:cs typeface="Nimbus Sans Narrow"/>
              </a:defRPr>
            </a:lvl7pPr>
            <a:lvl8pPr algn="l">
              <a:defRPr sz="2025" b="1">
                <a:solidFill>
                  <a:srgbClr val="070D3A"/>
                </a:solidFill>
                <a:latin typeface="Nimbus Sans Narrow"/>
                <a:ea typeface="Nimbus Sans Narrow"/>
                <a:cs typeface="Nimbus Sans Narrow"/>
              </a:defRPr>
            </a:lvl8pPr>
            <a:lvl9pPr algn="l">
              <a:defRPr sz="2025" b="1">
                <a:solidFill>
                  <a:srgbClr val="070D3A"/>
                </a:solidFill>
                <a:latin typeface="Nimbus Sans Narrow"/>
                <a:ea typeface="Nimbus Sans Narrow"/>
                <a:cs typeface="Nimbus Sans Narrow"/>
              </a:defRPr>
            </a:lvl9pPr>
          </a:lstStyle>
          <a:p>
            <a:pPr algn="l">
              <a:defRPr sz="2025" b="1">
                <a:solidFill>
                  <a:srgbClr val="070D3A"/>
                </a:solidFill>
                <a:latin typeface="Nimbus Sans Narrow"/>
                <a:ea typeface="Nimbus Sans Narrow"/>
                <a:cs typeface="Nimbus Sans Narrow"/>
              </a:defRPr>
            </a:pPr>
            <a:r>
              <a:rPr sz="2025" b="1">
                <a:solidFill>
                  <a:srgbClr val="070D3A"/>
                </a:solidFill>
                <a:latin typeface="Nimbus Sans Narrow"/>
                <a:ea typeface="Nimbus Sans Narrow"/>
                <a:cs typeface="Nimbus Sans Narrow"/>
              </a:rPr>
              <a:t>What must public health decide now?</a:t>
            </a:r>
          </a:p>
        </p:txBody>
      </p:sp>
      <p:sp>
        <p:nvSpPr>
          <p:cNvPr id="6" name="frame-label-1">
            <a:extLst>
              <a:ext uri="{FF2B5EF4-FFF2-40B4-BE49-F238E27FC236}">
                <a16:creationId xmlns:a16="http://schemas.microsoft.com/office/drawing/2014/main" id="{2FC9C9B5-B860-4D9F-9E70-37F75E41B8BA}"/>
              </a:ext>
            </a:extLst>
          </p:cNvPr>
          <p:cNvSpPr>
            <a:spLocks noGrp="1"/>
          </p:cNvSpPr>
          <p:nvPr/>
        </p:nvSpPr>
        <p:spPr>
          <a:xfrm>
            <a:off x="933450" y="2190750"/>
            <a:ext cx="2667000" cy="381000"/>
          </a:xfrm>
          <a:prstGeom prst="rect">
            <a:avLst/>
          </a:prstGeom>
          <a:noFill/>
          <a:ln w="0">
            <a:noFill/>
            <a:prstDash val="solid"/>
          </a:ln>
        </p:spPr>
        <p:txBody>
          <a:bodyPr lIns="0" tIns="0" rIns="0" bIns="0" anchor="ctr"/>
          <a:lstStyle>
            <a:defPPr algn="l">
              <a:defRPr sz="1500" b="1">
                <a:solidFill>
                  <a:srgbClr val="0B69E8"/>
                </a:solidFill>
                <a:latin typeface="Nimbus Sans Narrow"/>
                <a:ea typeface="Nimbus Sans Narrow"/>
                <a:cs typeface="Nimbus Sans Narrow"/>
              </a:defRPr>
            </a:defPPr>
            <a:lvl1pPr algn="l">
              <a:defRPr sz="1500" b="1">
                <a:solidFill>
                  <a:srgbClr val="0B69E8"/>
                </a:solidFill>
                <a:latin typeface="Nimbus Sans Narrow"/>
                <a:ea typeface="Nimbus Sans Narrow"/>
                <a:cs typeface="Nimbus Sans Narrow"/>
              </a:defRPr>
            </a:lvl1pPr>
            <a:lvl2pPr algn="l">
              <a:defRPr sz="1500" b="1">
                <a:solidFill>
                  <a:srgbClr val="0B69E8"/>
                </a:solidFill>
                <a:latin typeface="Nimbus Sans Narrow"/>
                <a:ea typeface="Nimbus Sans Narrow"/>
                <a:cs typeface="Nimbus Sans Narrow"/>
              </a:defRPr>
            </a:lvl2pPr>
            <a:lvl3pPr algn="l">
              <a:defRPr sz="1500" b="1">
                <a:solidFill>
                  <a:srgbClr val="0B69E8"/>
                </a:solidFill>
                <a:latin typeface="Nimbus Sans Narrow"/>
                <a:ea typeface="Nimbus Sans Narrow"/>
                <a:cs typeface="Nimbus Sans Narrow"/>
              </a:defRPr>
            </a:lvl3pPr>
            <a:lvl4pPr algn="l">
              <a:defRPr sz="1500" b="1">
                <a:solidFill>
                  <a:srgbClr val="0B69E8"/>
                </a:solidFill>
                <a:latin typeface="Nimbus Sans Narrow"/>
                <a:ea typeface="Nimbus Sans Narrow"/>
                <a:cs typeface="Nimbus Sans Narrow"/>
              </a:defRPr>
            </a:lvl4pPr>
            <a:lvl5pPr algn="l">
              <a:defRPr sz="1500" b="1">
                <a:solidFill>
                  <a:srgbClr val="0B69E8"/>
                </a:solidFill>
                <a:latin typeface="Nimbus Sans Narrow"/>
                <a:ea typeface="Nimbus Sans Narrow"/>
                <a:cs typeface="Nimbus Sans Narrow"/>
              </a:defRPr>
            </a:lvl5pPr>
            <a:lvl6pPr algn="l">
              <a:defRPr sz="1500" b="1">
                <a:solidFill>
                  <a:srgbClr val="0B69E8"/>
                </a:solidFill>
                <a:latin typeface="Nimbus Sans Narrow"/>
                <a:ea typeface="Nimbus Sans Narrow"/>
                <a:cs typeface="Nimbus Sans Narrow"/>
              </a:defRPr>
            </a:lvl6pPr>
            <a:lvl7pPr algn="l">
              <a:defRPr sz="1500" b="1">
                <a:solidFill>
                  <a:srgbClr val="0B69E8"/>
                </a:solidFill>
                <a:latin typeface="Nimbus Sans Narrow"/>
                <a:ea typeface="Nimbus Sans Narrow"/>
                <a:cs typeface="Nimbus Sans Narrow"/>
              </a:defRPr>
            </a:lvl7pPr>
            <a:lvl8pPr algn="l">
              <a:defRPr sz="1500" b="1">
                <a:solidFill>
                  <a:srgbClr val="0B69E8"/>
                </a:solidFill>
                <a:latin typeface="Nimbus Sans Narrow"/>
                <a:ea typeface="Nimbus Sans Narrow"/>
                <a:cs typeface="Nimbus Sans Narrow"/>
              </a:defRPr>
            </a:lvl8pPr>
            <a:lvl9pPr algn="l">
              <a:defRPr sz="1500" b="1">
                <a:solidFill>
                  <a:srgbClr val="0B69E8"/>
                </a:solidFill>
                <a:latin typeface="Nimbus Sans Narrow"/>
                <a:ea typeface="Nimbus Sans Narrow"/>
                <a:cs typeface="Nimbus Sans Narrow"/>
              </a:defRPr>
            </a:lvl9pPr>
          </a:lstStyle>
          <a:p>
            <a:pPr algn="l">
              <a:defRPr sz="1500" b="1">
                <a:solidFill>
                  <a:srgbClr val="0B69E8"/>
                </a:solidFill>
                <a:latin typeface="Nimbus Sans Narrow"/>
                <a:ea typeface="Nimbus Sans Narrow"/>
                <a:cs typeface="Nimbus Sans Narrow"/>
              </a:defRPr>
            </a:pPr>
            <a:r>
              <a:rPr sz="1500" b="1">
                <a:solidFill>
                  <a:srgbClr val="0B69E8"/>
                </a:solidFill>
                <a:latin typeface="Nimbus Sans Narrow"/>
                <a:ea typeface="Nimbus Sans Narrow"/>
                <a:cs typeface="Nimbus Sans Narrow"/>
              </a:rPr>
              <a:t>AVAILABLE EVIDENCE</a:t>
            </a:r>
          </a:p>
        </p:txBody>
      </p:sp>
      <p:sp>
        <p:nvSpPr>
          <p:cNvPr id="7" name="frame-rule-1">
            <a:extLst>
              <a:ext uri="{FF2B5EF4-FFF2-40B4-BE49-F238E27FC236}">
                <a16:creationId xmlns:a16="http://schemas.microsoft.com/office/drawing/2014/main" id="{EC68A924-A56B-467B-96D7-92CC91906ACC}"/>
              </a:ext>
            </a:extLst>
          </p:cNvPr>
          <p:cNvSpPr>
            <a:spLocks noGrp="1"/>
          </p:cNvSpPr>
          <p:nvPr/>
        </p:nvSpPr>
        <p:spPr>
          <a:xfrm>
            <a:off x="3714750" y="2381250"/>
            <a:ext cx="381000" cy="953"/>
          </a:xfrm>
          <a:custGeom>
            <a:avLst/>
            <a:gdLst/>
            <a:ahLst/>
            <a:cxnLst/>
            <a:rect l="0" t="0" r="0" b="0"/>
            <a:pathLst>
              <a:path w="381000" h="953">
                <a:moveTo>
                  <a:pt x="0" y="0"/>
                </a:moveTo>
                <a:lnTo>
                  <a:pt x="381000" y="0"/>
                </a:lnTo>
              </a:path>
            </a:pathLst>
          </a:custGeom>
          <a:noFill/>
          <a:ln w="38100">
            <a:solidFill>
              <a:srgbClr val="0B69E8"/>
            </a:solidFill>
            <a:prstDash val="solid"/>
          </a:ln>
        </p:spPr>
        <p:txBody>
          <a:bodyPr/>
          <a:lstStyle/>
          <a:p>
            <a:endParaRPr lang="en-US"/>
          </a:p>
        </p:txBody>
      </p:sp>
      <p:sp>
        <p:nvSpPr>
          <p:cNvPr id="8" name="frame-question-1">
            <a:extLst>
              <a:ext uri="{FF2B5EF4-FFF2-40B4-BE49-F238E27FC236}">
                <a16:creationId xmlns:a16="http://schemas.microsoft.com/office/drawing/2014/main" id="{E3615BEF-6D5E-404A-A41B-8D61467F3AE6}"/>
              </a:ext>
            </a:extLst>
          </p:cNvPr>
          <p:cNvSpPr>
            <a:spLocks noGrp="1"/>
          </p:cNvSpPr>
          <p:nvPr/>
        </p:nvSpPr>
        <p:spPr>
          <a:xfrm>
            <a:off x="4305300" y="2171700"/>
            <a:ext cx="6858000" cy="476250"/>
          </a:xfrm>
          <a:prstGeom prst="rect">
            <a:avLst/>
          </a:prstGeom>
          <a:noFill/>
          <a:ln w="0">
            <a:noFill/>
            <a:prstDash val="solid"/>
          </a:ln>
        </p:spPr>
        <p:txBody>
          <a:bodyPr lIns="0" tIns="0" rIns="0" bIns="0" anchor="ctr"/>
          <a:lstStyle>
            <a:defPPr algn="l">
              <a:defRPr sz="2025" b="1">
                <a:solidFill>
                  <a:srgbClr val="070D3A"/>
                </a:solidFill>
                <a:latin typeface="Nimbus Sans Narrow"/>
                <a:ea typeface="Nimbus Sans Narrow"/>
                <a:cs typeface="Nimbus Sans Narrow"/>
              </a:defRPr>
            </a:defPPr>
            <a:lvl1pPr algn="l">
              <a:defRPr sz="2025" b="1">
                <a:solidFill>
                  <a:srgbClr val="070D3A"/>
                </a:solidFill>
                <a:latin typeface="Nimbus Sans Narrow"/>
                <a:ea typeface="Nimbus Sans Narrow"/>
                <a:cs typeface="Nimbus Sans Narrow"/>
              </a:defRPr>
            </a:lvl1pPr>
            <a:lvl2pPr algn="l">
              <a:defRPr sz="2025" b="1">
                <a:solidFill>
                  <a:srgbClr val="070D3A"/>
                </a:solidFill>
                <a:latin typeface="Nimbus Sans Narrow"/>
                <a:ea typeface="Nimbus Sans Narrow"/>
                <a:cs typeface="Nimbus Sans Narrow"/>
              </a:defRPr>
            </a:lvl2pPr>
            <a:lvl3pPr algn="l">
              <a:defRPr sz="2025" b="1">
                <a:solidFill>
                  <a:srgbClr val="070D3A"/>
                </a:solidFill>
                <a:latin typeface="Nimbus Sans Narrow"/>
                <a:ea typeface="Nimbus Sans Narrow"/>
                <a:cs typeface="Nimbus Sans Narrow"/>
              </a:defRPr>
            </a:lvl3pPr>
            <a:lvl4pPr algn="l">
              <a:defRPr sz="2025" b="1">
                <a:solidFill>
                  <a:srgbClr val="070D3A"/>
                </a:solidFill>
                <a:latin typeface="Nimbus Sans Narrow"/>
                <a:ea typeface="Nimbus Sans Narrow"/>
                <a:cs typeface="Nimbus Sans Narrow"/>
              </a:defRPr>
            </a:lvl4pPr>
            <a:lvl5pPr algn="l">
              <a:defRPr sz="2025" b="1">
                <a:solidFill>
                  <a:srgbClr val="070D3A"/>
                </a:solidFill>
                <a:latin typeface="Nimbus Sans Narrow"/>
                <a:ea typeface="Nimbus Sans Narrow"/>
                <a:cs typeface="Nimbus Sans Narrow"/>
              </a:defRPr>
            </a:lvl5pPr>
            <a:lvl6pPr algn="l">
              <a:defRPr sz="2025" b="1">
                <a:solidFill>
                  <a:srgbClr val="070D3A"/>
                </a:solidFill>
                <a:latin typeface="Nimbus Sans Narrow"/>
                <a:ea typeface="Nimbus Sans Narrow"/>
                <a:cs typeface="Nimbus Sans Narrow"/>
              </a:defRPr>
            </a:lvl6pPr>
            <a:lvl7pPr algn="l">
              <a:defRPr sz="2025" b="1">
                <a:solidFill>
                  <a:srgbClr val="070D3A"/>
                </a:solidFill>
                <a:latin typeface="Nimbus Sans Narrow"/>
                <a:ea typeface="Nimbus Sans Narrow"/>
                <a:cs typeface="Nimbus Sans Narrow"/>
              </a:defRPr>
            </a:lvl7pPr>
            <a:lvl8pPr algn="l">
              <a:defRPr sz="2025" b="1">
                <a:solidFill>
                  <a:srgbClr val="070D3A"/>
                </a:solidFill>
                <a:latin typeface="Nimbus Sans Narrow"/>
                <a:ea typeface="Nimbus Sans Narrow"/>
                <a:cs typeface="Nimbus Sans Narrow"/>
              </a:defRPr>
            </a:lvl8pPr>
            <a:lvl9pPr algn="l">
              <a:defRPr sz="2025" b="1">
                <a:solidFill>
                  <a:srgbClr val="070D3A"/>
                </a:solidFill>
                <a:latin typeface="Nimbus Sans Narrow"/>
                <a:ea typeface="Nimbus Sans Narrow"/>
                <a:cs typeface="Nimbus Sans Narrow"/>
              </a:defRPr>
            </a:lvl9pPr>
          </a:lstStyle>
          <a:p>
            <a:pPr algn="l">
              <a:defRPr sz="2025" b="1">
                <a:solidFill>
                  <a:srgbClr val="070D3A"/>
                </a:solidFill>
                <a:latin typeface="Nimbus Sans Narrow"/>
                <a:ea typeface="Nimbus Sans Narrow"/>
                <a:cs typeface="Nimbus Sans Narrow"/>
              </a:defRPr>
            </a:pPr>
            <a:r>
              <a:rPr sz="2025" b="1">
                <a:solidFill>
                  <a:srgbClr val="070D3A"/>
                </a:solidFill>
                <a:latin typeface="Nimbus Sans Narrow"/>
                <a:ea typeface="Nimbus Sans Narrow"/>
                <a:cs typeface="Nimbus Sans Narrow"/>
              </a:rPr>
              <a:t>What data plausibly exist at this point in the response?</a:t>
            </a:r>
          </a:p>
        </p:txBody>
      </p:sp>
      <p:sp>
        <p:nvSpPr>
          <p:cNvPr id="9" name="frame-label-2">
            <a:extLst>
              <a:ext uri="{FF2B5EF4-FFF2-40B4-BE49-F238E27FC236}">
                <a16:creationId xmlns:a16="http://schemas.microsoft.com/office/drawing/2014/main" id="{106F696A-AFEE-42E1-8F88-C6E0084C0FC9}"/>
              </a:ext>
            </a:extLst>
          </p:cNvPr>
          <p:cNvSpPr>
            <a:spLocks noGrp="1"/>
          </p:cNvSpPr>
          <p:nvPr/>
        </p:nvSpPr>
        <p:spPr>
          <a:xfrm>
            <a:off x="933450" y="3181350"/>
            <a:ext cx="2667000" cy="381000"/>
          </a:xfrm>
          <a:prstGeom prst="rect">
            <a:avLst/>
          </a:prstGeom>
          <a:noFill/>
          <a:ln w="0">
            <a:noFill/>
            <a:prstDash val="solid"/>
          </a:ln>
        </p:spPr>
        <p:txBody>
          <a:bodyPr lIns="0" tIns="0" rIns="0" bIns="0" anchor="ctr"/>
          <a:lstStyle>
            <a:defPPr algn="l">
              <a:defRPr sz="1500" b="1">
                <a:solidFill>
                  <a:srgbClr val="0B69E8"/>
                </a:solidFill>
                <a:latin typeface="Nimbus Sans Narrow"/>
                <a:ea typeface="Nimbus Sans Narrow"/>
                <a:cs typeface="Nimbus Sans Narrow"/>
              </a:defRPr>
            </a:defPPr>
            <a:lvl1pPr algn="l">
              <a:defRPr sz="1500" b="1">
                <a:solidFill>
                  <a:srgbClr val="0B69E8"/>
                </a:solidFill>
                <a:latin typeface="Nimbus Sans Narrow"/>
                <a:ea typeface="Nimbus Sans Narrow"/>
                <a:cs typeface="Nimbus Sans Narrow"/>
              </a:defRPr>
            </a:lvl1pPr>
            <a:lvl2pPr algn="l">
              <a:defRPr sz="1500" b="1">
                <a:solidFill>
                  <a:srgbClr val="0B69E8"/>
                </a:solidFill>
                <a:latin typeface="Nimbus Sans Narrow"/>
                <a:ea typeface="Nimbus Sans Narrow"/>
                <a:cs typeface="Nimbus Sans Narrow"/>
              </a:defRPr>
            </a:lvl2pPr>
            <a:lvl3pPr algn="l">
              <a:defRPr sz="1500" b="1">
                <a:solidFill>
                  <a:srgbClr val="0B69E8"/>
                </a:solidFill>
                <a:latin typeface="Nimbus Sans Narrow"/>
                <a:ea typeface="Nimbus Sans Narrow"/>
                <a:cs typeface="Nimbus Sans Narrow"/>
              </a:defRPr>
            </a:lvl3pPr>
            <a:lvl4pPr algn="l">
              <a:defRPr sz="1500" b="1">
                <a:solidFill>
                  <a:srgbClr val="0B69E8"/>
                </a:solidFill>
                <a:latin typeface="Nimbus Sans Narrow"/>
                <a:ea typeface="Nimbus Sans Narrow"/>
                <a:cs typeface="Nimbus Sans Narrow"/>
              </a:defRPr>
            </a:lvl4pPr>
            <a:lvl5pPr algn="l">
              <a:defRPr sz="1500" b="1">
                <a:solidFill>
                  <a:srgbClr val="0B69E8"/>
                </a:solidFill>
                <a:latin typeface="Nimbus Sans Narrow"/>
                <a:ea typeface="Nimbus Sans Narrow"/>
                <a:cs typeface="Nimbus Sans Narrow"/>
              </a:defRPr>
            </a:lvl5pPr>
            <a:lvl6pPr algn="l">
              <a:defRPr sz="1500" b="1">
                <a:solidFill>
                  <a:srgbClr val="0B69E8"/>
                </a:solidFill>
                <a:latin typeface="Nimbus Sans Narrow"/>
                <a:ea typeface="Nimbus Sans Narrow"/>
                <a:cs typeface="Nimbus Sans Narrow"/>
              </a:defRPr>
            </a:lvl6pPr>
            <a:lvl7pPr algn="l">
              <a:defRPr sz="1500" b="1">
                <a:solidFill>
                  <a:srgbClr val="0B69E8"/>
                </a:solidFill>
                <a:latin typeface="Nimbus Sans Narrow"/>
                <a:ea typeface="Nimbus Sans Narrow"/>
                <a:cs typeface="Nimbus Sans Narrow"/>
              </a:defRPr>
            </a:lvl7pPr>
            <a:lvl8pPr algn="l">
              <a:defRPr sz="1500" b="1">
                <a:solidFill>
                  <a:srgbClr val="0B69E8"/>
                </a:solidFill>
                <a:latin typeface="Nimbus Sans Narrow"/>
                <a:ea typeface="Nimbus Sans Narrow"/>
                <a:cs typeface="Nimbus Sans Narrow"/>
              </a:defRPr>
            </a:lvl8pPr>
            <a:lvl9pPr algn="l">
              <a:defRPr sz="1500" b="1">
                <a:solidFill>
                  <a:srgbClr val="0B69E8"/>
                </a:solidFill>
                <a:latin typeface="Nimbus Sans Narrow"/>
                <a:ea typeface="Nimbus Sans Narrow"/>
                <a:cs typeface="Nimbus Sans Narrow"/>
              </a:defRPr>
            </a:lvl9pPr>
          </a:lstStyle>
          <a:p>
            <a:pPr algn="l">
              <a:defRPr sz="1500" b="1">
                <a:solidFill>
                  <a:srgbClr val="0B69E8"/>
                </a:solidFill>
                <a:latin typeface="Nimbus Sans Narrow"/>
                <a:ea typeface="Nimbus Sans Narrow"/>
                <a:cs typeface="Nimbus Sans Narrow"/>
              </a:defRPr>
            </a:pPr>
            <a:r>
              <a:rPr sz="1500" b="1">
                <a:solidFill>
                  <a:srgbClr val="0B69E8"/>
                </a:solidFill>
                <a:latin typeface="Nimbus Sans Narrow"/>
                <a:ea typeface="Nimbus Sans Narrow"/>
                <a:cs typeface="Nimbus Sans Narrow"/>
              </a:rPr>
              <a:t>GENOMIC CONTRIBUTION</a:t>
            </a:r>
          </a:p>
        </p:txBody>
      </p:sp>
      <p:sp>
        <p:nvSpPr>
          <p:cNvPr id="10" name="frame-rule-2">
            <a:extLst>
              <a:ext uri="{FF2B5EF4-FFF2-40B4-BE49-F238E27FC236}">
                <a16:creationId xmlns:a16="http://schemas.microsoft.com/office/drawing/2014/main" id="{75792581-AD9D-43D9-8391-F0E6505C701B}"/>
              </a:ext>
            </a:extLst>
          </p:cNvPr>
          <p:cNvSpPr>
            <a:spLocks noGrp="1"/>
          </p:cNvSpPr>
          <p:nvPr/>
        </p:nvSpPr>
        <p:spPr>
          <a:xfrm>
            <a:off x="3714750" y="3371850"/>
            <a:ext cx="381000" cy="953"/>
          </a:xfrm>
          <a:custGeom>
            <a:avLst/>
            <a:gdLst/>
            <a:ahLst/>
            <a:cxnLst/>
            <a:rect l="0" t="0" r="0" b="0"/>
            <a:pathLst>
              <a:path w="381000" h="953">
                <a:moveTo>
                  <a:pt x="0" y="0"/>
                </a:moveTo>
                <a:lnTo>
                  <a:pt x="381000" y="0"/>
                </a:lnTo>
              </a:path>
            </a:pathLst>
          </a:custGeom>
          <a:noFill/>
          <a:ln w="38100">
            <a:solidFill>
              <a:srgbClr val="0B69E8"/>
            </a:solidFill>
            <a:prstDash val="solid"/>
          </a:ln>
        </p:spPr>
        <p:txBody>
          <a:bodyPr/>
          <a:lstStyle/>
          <a:p>
            <a:endParaRPr lang="en-US"/>
          </a:p>
        </p:txBody>
      </p:sp>
      <p:sp>
        <p:nvSpPr>
          <p:cNvPr id="11" name="frame-question-2">
            <a:extLst>
              <a:ext uri="{FF2B5EF4-FFF2-40B4-BE49-F238E27FC236}">
                <a16:creationId xmlns:a16="http://schemas.microsoft.com/office/drawing/2014/main" id="{EEC8E65C-6C2F-44D5-B28C-E40D2807ADE9}"/>
              </a:ext>
            </a:extLst>
          </p:cNvPr>
          <p:cNvSpPr>
            <a:spLocks noGrp="1"/>
          </p:cNvSpPr>
          <p:nvPr/>
        </p:nvSpPr>
        <p:spPr>
          <a:xfrm>
            <a:off x="4305300" y="3162300"/>
            <a:ext cx="6858000" cy="476250"/>
          </a:xfrm>
          <a:prstGeom prst="rect">
            <a:avLst/>
          </a:prstGeom>
          <a:noFill/>
          <a:ln w="0">
            <a:noFill/>
            <a:prstDash val="solid"/>
          </a:ln>
        </p:spPr>
        <p:txBody>
          <a:bodyPr lIns="0" tIns="0" rIns="0" bIns="0" anchor="ctr"/>
          <a:lstStyle>
            <a:defPPr algn="l">
              <a:defRPr sz="2025" b="1">
                <a:solidFill>
                  <a:srgbClr val="070D3A"/>
                </a:solidFill>
                <a:latin typeface="Nimbus Sans Narrow"/>
                <a:ea typeface="Nimbus Sans Narrow"/>
                <a:cs typeface="Nimbus Sans Narrow"/>
              </a:defRPr>
            </a:defPPr>
            <a:lvl1pPr algn="l">
              <a:defRPr sz="2025" b="1">
                <a:solidFill>
                  <a:srgbClr val="070D3A"/>
                </a:solidFill>
                <a:latin typeface="Nimbus Sans Narrow"/>
                <a:ea typeface="Nimbus Sans Narrow"/>
                <a:cs typeface="Nimbus Sans Narrow"/>
              </a:defRPr>
            </a:lvl1pPr>
            <a:lvl2pPr algn="l">
              <a:defRPr sz="2025" b="1">
                <a:solidFill>
                  <a:srgbClr val="070D3A"/>
                </a:solidFill>
                <a:latin typeface="Nimbus Sans Narrow"/>
                <a:ea typeface="Nimbus Sans Narrow"/>
                <a:cs typeface="Nimbus Sans Narrow"/>
              </a:defRPr>
            </a:lvl2pPr>
            <a:lvl3pPr algn="l">
              <a:defRPr sz="2025" b="1">
                <a:solidFill>
                  <a:srgbClr val="070D3A"/>
                </a:solidFill>
                <a:latin typeface="Nimbus Sans Narrow"/>
                <a:ea typeface="Nimbus Sans Narrow"/>
                <a:cs typeface="Nimbus Sans Narrow"/>
              </a:defRPr>
            </a:lvl3pPr>
            <a:lvl4pPr algn="l">
              <a:defRPr sz="2025" b="1">
                <a:solidFill>
                  <a:srgbClr val="070D3A"/>
                </a:solidFill>
                <a:latin typeface="Nimbus Sans Narrow"/>
                <a:ea typeface="Nimbus Sans Narrow"/>
                <a:cs typeface="Nimbus Sans Narrow"/>
              </a:defRPr>
            </a:lvl4pPr>
            <a:lvl5pPr algn="l">
              <a:defRPr sz="2025" b="1">
                <a:solidFill>
                  <a:srgbClr val="070D3A"/>
                </a:solidFill>
                <a:latin typeface="Nimbus Sans Narrow"/>
                <a:ea typeface="Nimbus Sans Narrow"/>
                <a:cs typeface="Nimbus Sans Narrow"/>
              </a:defRPr>
            </a:lvl5pPr>
            <a:lvl6pPr algn="l">
              <a:defRPr sz="2025" b="1">
                <a:solidFill>
                  <a:srgbClr val="070D3A"/>
                </a:solidFill>
                <a:latin typeface="Nimbus Sans Narrow"/>
                <a:ea typeface="Nimbus Sans Narrow"/>
                <a:cs typeface="Nimbus Sans Narrow"/>
              </a:defRPr>
            </a:lvl6pPr>
            <a:lvl7pPr algn="l">
              <a:defRPr sz="2025" b="1">
                <a:solidFill>
                  <a:srgbClr val="070D3A"/>
                </a:solidFill>
                <a:latin typeface="Nimbus Sans Narrow"/>
                <a:ea typeface="Nimbus Sans Narrow"/>
                <a:cs typeface="Nimbus Sans Narrow"/>
              </a:defRPr>
            </a:lvl7pPr>
            <a:lvl8pPr algn="l">
              <a:defRPr sz="2025" b="1">
                <a:solidFill>
                  <a:srgbClr val="070D3A"/>
                </a:solidFill>
                <a:latin typeface="Nimbus Sans Narrow"/>
                <a:ea typeface="Nimbus Sans Narrow"/>
                <a:cs typeface="Nimbus Sans Narrow"/>
              </a:defRPr>
            </a:lvl8pPr>
            <a:lvl9pPr algn="l">
              <a:defRPr sz="2025" b="1">
                <a:solidFill>
                  <a:srgbClr val="070D3A"/>
                </a:solidFill>
                <a:latin typeface="Nimbus Sans Narrow"/>
                <a:ea typeface="Nimbus Sans Narrow"/>
                <a:cs typeface="Nimbus Sans Narrow"/>
              </a:defRPr>
            </a:lvl9pPr>
          </a:lstStyle>
          <a:p>
            <a:pPr algn="l">
              <a:defRPr sz="2025" b="1">
                <a:solidFill>
                  <a:srgbClr val="070D3A"/>
                </a:solidFill>
                <a:latin typeface="Nimbus Sans Narrow"/>
                <a:ea typeface="Nimbus Sans Narrow"/>
                <a:cs typeface="Nimbus Sans Narrow"/>
              </a:defRPr>
            </a:pPr>
            <a:r>
              <a:rPr sz="2025" b="1">
                <a:solidFill>
                  <a:srgbClr val="070D3A"/>
                </a:solidFill>
                <a:latin typeface="Nimbus Sans Narrow"/>
                <a:ea typeface="Nimbus Sans Narrow"/>
                <a:cs typeface="Nimbus Sans Narrow"/>
              </a:rPr>
              <a:t>Which inference becomes possible after adding sequence data?</a:t>
            </a:r>
          </a:p>
        </p:txBody>
      </p:sp>
      <p:sp>
        <p:nvSpPr>
          <p:cNvPr id="12" name="frame-label-3">
            <a:extLst>
              <a:ext uri="{FF2B5EF4-FFF2-40B4-BE49-F238E27FC236}">
                <a16:creationId xmlns:a16="http://schemas.microsoft.com/office/drawing/2014/main" id="{608908FA-714D-41C6-BC59-95CD30FB7F76}"/>
              </a:ext>
            </a:extLst>
          </p:cNvPr>
          <p:cNvSpPr>
            <a:spLocks noGrp="1"/>
          </p:cNvSpPr>
          <p:nvPr/>
        </p:nvSpPr>
        <p:spPr>
          <a:xfrm>
            <a:off x="933450" y="4171950"/>
            <a:ext cx="2667000" cy="381000"/>
          </a:xfrm>
          <a:prstGeom prst="rect">
            <a:avLst/>
          </a:prstGeom>
          <a:noFill/>
          <a:ln w="0">
            <a:noFill/>
            <a:prstDash val="solid"/>
          </a:ln>
        </p:spPr>
        <p:txBody>
          <a:bodyPr lIns="0" tIns="0" rIns="0" bIns="0" anchor="ctr"/>
          <a:lstStyle>
            <a:defPPr algn="l">
              <a:defRPr sz="1500" b="1">
                <a:solidFill>
                  <a:srgbClr val="0B69E8"/>
                </a:solidFill>
                <a:latin typeface="Nimbus Sans Narrow"/>
                <a:ea typeface="Nimbus Sans Narrow"/>
                <a:cs typeface="Nimbus Sans Narrow"/>
              </a:defRPr>
            </a:defPPr>
            <a:lvl1pPr algn="l">
              <a:defRPr sz="1500" b="1">
                <a:solidFill>
                  <a:srgbClr val="0B69E8"/>
                </a:solidFill>
                <a:latin typeface="Nimbus Sans Narrow"/>
                <a:ea typeface="Nimbus Sans Narrow"/>
                <a:cs typeface="Nimbus Sans Narrow"/>
              </a:defRPr>
            </a:lvl1pPr>
            <a:lvl2pPr algn="l">
              <a:defRPr sz="1500" b="1">
                <a:solidFill>
                  <a:srgbClr val="0B69E8"/>
                </a:solidFill>
                <a:latin typeface="Nimbus Sans Narrow"/>
                <a:ea typeface="Nimbus Sans Narrow"/>
                <a:cs typeface="Nimbus Sans Narrow"/>
              </a:defRPr>
            </a:lvl2pPr>
            <a:lvl3pPr algn="l">
              <a:defRPr sz="1500" b="1">
                <a:solidFill>
                  <a:srgbClr val="0B69E8"/>
                </a:solidFill>
                <a:latin typeface="Nimbus Sans Narrow"/>
                <a:ea typeface="Nimbus Sans Narrow"/>
                <a:cs typeface="Nimbus Sans Narrow"/>
              </a:defRPr>
            </a:lvl3pPr>
            <a:lvl4pPr algn="l">
              <a:defRPr sz="1500" b="1">
                <a:solidFill>
                  <a:srgbClr val="0B69E8"/>
                </a:solidFill>
                <a:latin typeface="Nimbus Sans Narrow"/>
                <a:ea typeface="Nimbus Sans Narrow"/>
                <a:cs typeface="Nimbus Sans Narrow"/>
              </a:defRPr>
            </a:lvl4pPr>
            <a:lvl5pPr algn="l">
              <a:defRPr sz="1500" b="1">
                <a:solidFill>
                  <a:srgbClr val="0B69E8"/>
                </a:solidFill>
                <a:latin typeface="Nimbus Sans Narrow"/>
                <a:ea typeface="Nimbus Sans Narrow"/>
                <a:cs typeface="Nimbus Sans Narrow"/>
              </a:defRPr>
            </a:lvl5pPr>
            <a:lvl6pPr algn="l">
              <a:defRPr sz="1500" b="1">
                <a:solidFill>
                  <a:srgbClr val="0B69E8"/>
                </a:solidFill>
                <a:latin typeface="Nimbus Sans Narrow"/>
                <a:ea typeface="Nimbus Sans Narrow"/>
                <a:cs typeface="Nimbus Sans Narrow"/>
              </a:defRPr>
            </a:lvl6pPr>
            <a:lvl7pPr algn="l">
              <a:defRPr sz="1500" b="1">
                <a:solidFill>
                  <a:srgbClr val="0B69E8"/>
                </a:solidFill>
                <a:latin typeface="Nimbus Sans Narrow"/>
                <a:ea typeface="Nimbus Sans Narrow"/>
                <a:cs typeface="Nimbus Sans Narrow"/>
              </a:defRPr>
            </a:lvl7pPr>
            <a:lvl8pPr algn="l">
              <a:defRPr sz="1500" b="1">
                <a:solidFill>
                  <a:srgbClr val="0B69E8"/>
                </a:solidFill>
                <a:latin typeface="Nimbus Sans Narrow"/>
                <a:ea typeface="Nimbus Sans Narrow"/>
                <a:cs typeface="Nimbus Sans Narrow"/>
              </a:defRPr>
            </a:lvl8pPr>
            <a:lvl9pPr algn="l">
              <a:defRPr sz="1500" b="1">
                <a:solidFill>
                  <a:srgbClr val="0B69E8"/>
                </a:solidFill>
                <a:latin typeface="Nimbus Sans Narrow"/>
                <a:ea typeface="Nimbus Sans Narrow"/>
                <a:cs typeface="Nimbus Sans Narrow"/>
              </a:defRPr>
            </a:lvl9pPr>
          </a:lstStyle>
          <a:p>
            <a:pPr algn="l">
              <a:defRPr sz="1500" b="1">
                <a:solidFill>
                  <a:srgbClr val="0B69E8"/>
                </a:solidFill>
                <a:latin typeface="Nimbus Sans Narrow"/>
                <a:ea typeface="Nimbus Sans Narrow"/>
                <a:cs typeface="Nimbus Sans Narrow"/>
              </a:defRPr>
            </a:pPr>
            <a:r>
              <a:rPr sz="1500" b="1">
                <a:solidFill>
                  <a:srgbClr val="0B69E8"/>
                </a:solidFill>
                <a:latin typeface="Nimbus Sans Narrow"/>
                <a:ea typeface="Nimbus Sans Narrow"/>
                <a:cs typeface="Nimbus Sans Narrow"/>
              </a:rPr>
              <a:t>DECISION CONSEQUENCE</a:t>
            </a:r>
          </a:p>
        </p:txBody>
      </p:sp>
      <p:sp>
        <p:nvSpPr>
          <p:cNvPr id="13" name="frame-rule-3">
            <a:extLst>
              <a:ext uri="{FF2B5EF4-FFF2-40B4-BE49-F238E27FC236}">
                <a16:creationId xmlns:a16="http://schemas.microsoft.com/office/drawing/2014/main" id="{56F49DA5-FC9A-4631-942E-948E9748194B}"/>
              </a:ext>
            </a:extLst>
          </p:cNvPr>
          <p:cNvSpPr>
            <a:spLocks noGrp="1"/>
          </p:cNvSpPr>
          <p:nvPr/>
        </p:nvSpPr>
        <p:spPr>
          <a:xfrm>
            <a:off x="3714750" y="4362450"/>
            <a:ext cx="381000" cy="953"/>
          </a:xfrm>
          <a:custGeom>
            <a:avLst/>
            <a:gdLst/>
            <a:ahLst/>
            <a:cxnLst/>
            <a:rect l="0" t="0" r="0" b="0"/>
            <a:pathLst>
              <a:path w="381000" h="953">
                <a:moveTo>
                  <a:pt x="0" y="0"/>
                </a:moveTo>
                <a:lnTo>
                  <a:pt x="381000" y="0"/>
                </a:lnTo>
              </a:path>
            </a:pathLst>
          </a:custGeom>
          <a:noFill/>
          <a:ln w="38100">
            <a:solidFill>
              <a:srgbClr val="0B69E8"/>
            </a:solidFill>
            <a:prstDash val="solid"/>
          </a:ln>
        </p:spPr>
        <p:txBody>
          <a:bodyPr/>
          <a:lstStyle/>
          <a:p>
            <a:endParaRPr lang="en-US"/>
          </a:p>
        </p:txBody>
      </p:sp>
      <p:sp>
        <p:nvSpPr>
          <p:cNvPr id="14" name="frame-question-3">
            <a:extLst>
              <a:ext uri="{FF2B5EF4-FFF2-40B4-BE49-F238E27FC236}">
                <a16:creationId xmlns:a16="http://schemas.microsoft.com/office/drawing/2014/main" id="{880D3507-E259-4374-BA3F-848CD42981C5}"/>
              </a:ext>
            </a:extLst>
          </p:cNvPr>
          <p:cNvSpPr>
            <a:spLocks noGrp="1"/>
          </p:cNvSpPr>
          <p:nvPr/>
        </p:nvSpPr>
        <p:spPr>
          <a:xfrm>
            <a:off x="4305300" y="4152900"/>
            <a:ext cx="6858000" cy="476250"/>
          </a:xfrm>
          <a:prstGeom prst="rect">
            <a:avLst/>
          </a:prstGeom>
          <a:noFill/>
          <a:ln w="0">
            <a:noFill/>
            <a:prstDash val="solid"/>
          </a:ln>
        </p:spPr>
        <p:txBody>
          <a:bodyPr lIns="0" tIns="0" rIns="0" bIns="0" anchor="ctr"/>
          <a:lstStyle>
            <a:defPPr algn="l">
              <a:defRPr sz="2025" b="1">
                <a:solidFill>
                  <a:srgbClr val="070D3A"/>
                </a:solidFill>
                <a:latin typeface="Nimbus Sans Narrow"/>
                <a:ea typeface="Nimbus Sans Narrow"/>
                <a:cs typeface="Nimbus Sans Narrow"/>
              </a:defRPr>
            </a:defPPr>
            <a:lvl1pPr algn="l">
              <a:defRPr sz="2025" b="1">
                <a:solidFill>
                  <a:srgbClr val="070D3A"/>
                </a:solidFill>
                <a:latin typeface="Nimbus Sans Narrow"/>
                <a:ea typeface="Nimbus Sans Narrow"/>
                <a:cs typeface="Nimbus Sans Narrow"/>
              </a:defRPr>
            </a:lvl1pPr>
            <a:lvl2pPr algn="l">
              <a:defRPr sz="2025" b="1">
                <a:solidFill>
                  <a:srgbClr val="070D3A"/>
                </a:solidFill>
                <a:latin typeface="Nimbus Sans Narrow"/>
                <a:ea typeface="Nimbus Sans Narrow"/>
                <a:cs typeface="Nimbus Sans Narrow"/>
              </a:defRPr>
            </a:lvl2pPr>
            <a:lvl3pPr algn="l">
              <a:defRPr sz="2025" b="1">
                <a:solidFill>
                  <a:srgbClr val="070D3A"/>
                </a:solidFill>
                <a:latin typeface="Nimbus Sans Narrow"/>
                <a:ea typeface="Nimbus Sans Narrow"/>
                <a:cs typeface="Nimbus Sans Narrow"/>
              </a:defRPr>
            </a:lvl3pPr>
            <a:lvl4pPr algn="l">
              <a:defRPr sz="2025" b="1">
                <a:solidFill>
                  <a:srgbClr val="070D3A"/>
                </a:solidFill>
                <a:latin typeface="Nimbus Sans Narrow"/>
                <a:ea typeface="Nimbus Sans Narrow"/>
                <a:cs typeface="Nimbus Sans Narrow"/>
              </a:defRPr>
            </a:lvl4pPr>
            <a:lvl5pPr algn="l">
              <a:defRPr sz="2025" b="1">
                <a:solidFill>
                  <a:srgbClr val="070D3A"/>
                </a:solidFill>
                <a:latin typeface="Nimbus Sans Narrow"/>
                <a:ea typeface="Nimbus Sans Narrow"/>
                <a:cs typeface="Nimbus Sans Narrow"/>
              </a:defRPr>
            </a:lvl5pPr>
            <a:lvl6pPr algn="l">
              <a:defRPr sz="2025" b="1">
                <a:solidFill>
                  <a:srgbClr val="070D3A"/>
                </a:solidFill>
                <a:latin typeface="Nimbus Sans Narrow"/>
                <a:ea typeface="Nimbus Sans Narrow"/>
                <a:cs typeface="Nimbus Sans Narrow"/>
              </a:defRPr>
            </a:lvl6pPr>
            <a:lvl7pPr algn="l">
              <a:defRPr sz="2025" b="1">
                <a:solidFill>
                  <a:srgbClr val="070D3A"/>
                </a:solidFill>
                <a:latin typeface="Nimbus Sans Narrow"/>
                <a:ea typeface="Nimbus Sans Narrow"/>
                <a:cs typeface="Nimbus Sans Narrow"/>
              </a:defRPr>
            </a:lvl7pPr>
            <a:lvl8pPr algn="l">
              <a:defRPr sz="2025" b="1">
                <a:solidFill>
                  <a:srgbClr val="070D3A"/>
                </a:solidFill>
                <a:latin typeface="Nimbus Sans Narrow"/>
                <a:ea typeface="Nimbus Sans Narrow"/>
                <a:cs typeface="Nimbus Sans Narrow"/>
              </a:defRPr>
            </a:lvl8pPr>
            <a:lvl9pPr algn="l">
              <a:defRPr sz="2025" b="1">
                <a:solidFill>
                  <a:srgbClr val="070D3A"/>
                </a:solidFill>
                <a:latin typeface="Nimbus Sans Narrow"/>
                <a:ea typeface="Nimbus Sans Narrow"/>
                <a:cs typeface="Nimbus Sans Narrow"/>
              </a:defRPr>
            </a:lvl9pPr>
          </a:lstStyle>
          <a:p>
            <a:pPr algn="l">
              <a:defRPr sz="2025" b="1">
                <a:solidFill>
                  <a:srgbClr val="070D3A"/>
                </a:solidFill>
                <a:latin typeface="Nimbus Sans Narrow"/>
                <a:ea typeface="Nimbus Sans Narrow"/>
                <a:cs typeface="Nimbus Sans Narrow"/>
              </a:defRPr>
            </a:pPr>
            <a:r>
              <a:rPr sz="2025" b="1">
                <a:solidFill>
                  <a:srgbClr val="070D3A"/>
                </a:solidFill>
                <a:latin typeface="Nimbus Sans Narrow"/>
                <a:ea typeface="Nimbus Sans Narrow"/>
                <a:cs typeface="Nimbus Sans Narrow"/>
              </a:rPr>
              <a:t>What action could change because of the result?</a:t>
            </a:r>
          </a:p>
        </p:txBody>
      </p:sp>
      <p:sp>
        <p:nvSpPr>
          <p:cNvPr id="15" name="frame-label-4">
            <a:extLst>
              <a:ext uri="{FF2B5EF4-FFF2-40B4-BE49-F238E27FC236}">
                <a16:creationId xmlns:a16="http://schemas.microsoft.com/office/drawing/2014/main" id="{E4E1F96F-0FBD-4E64-9DEE-88E00DA4E080}"/>
              </a:ext>
            </a:extLst>
          </p:cNvPr>
          <p:cNvSpPr>
            <a:spLocks noGrp="1"/>
          </p:cNvSpPr>
          <p:nvPr/>
        </p:nvSpPr>
        <p:spPr>
          <a:xfrm>
            <a:off x="933450" y="5162550"/>
            <a:ext cx="2667000" cy="381000"/>
          </a:xfrm>
          <a:prstGeom prst="rect">
            <a:avLst/>
          </a:prstGeom>
          <a:noFill/>
          <a:ln w="0">
            <a:noFill/>
            <a:prstDash val="solid"/>
          </a:ln>
        </p:spPr>
        <p:txBody>
          <a:bodyPr lIns="0" tIns="0" rIns="0" bIns="0" anchor="ctr"/>
          <a:lstStyle>
            <a:defPPr algn="l">
              <a:defRPr sz="1500" b="1">
                <a:solidFill>
                  <a:srgbClr val="F4510B"/>
                </a:solidFill>
                <a:latin typeface="Nimbus Sans Narrow"/>
                <a:ea typeface="Nimbus Sans Narrow"/>
                <a:cs typeface="Nimbus Sans Narrow"/>
              </a:defRPr>
            </a:defPPr>
            <a:lvl1pPr algn="l">
              <a:defRPr sz="1500" b="1">
                <a:solidFill>
                  <a:srgbClr val="F4510B"/>
                </a:solidFill>
                <a:latin typeface="Nimbus Sans Narrow"/>
                <a:ea typeface="Nimbus Sans Narrow"/>
                <a:cs typeface="Nimbus Sans Narrow"/>
              </a:defRPr>
            </a:lvl1pPr>
            <a:lvl2pPr algn="l">
              <a:defRPr sz="1500" b="1">
                <a:solidFill>
                  <a:srgbClr val="F4510B"/>
                </a:solidFill>
                <a:latin typeface="Nimbus Sans Narrow"/>
                <a:ea typeface="Nimbus Sans Narrow"/>
                <a:cs typeface="Nimbus Sans Narrow"/>
              </a:defRPr>
            </a:lvl2pPr>
            <a:lvl3pPr algn="l">
              <a:defRPr sz="1500" b="1">
                <a:solidFill>
                  <a:srgbClr val="F4510B"/>
                </a:solidFill>
                <a:latin typeface="Nimbus Sans Narrow"/>
                <a:ea typeface="Nimbus Sans Narrow"/>
                <a:cs typeface="Nimbus Sans Narrow"/>
              </a:defRPr>
            </a:lvl3pPr>
            <a:lvl4pPr algn="l">
              <a:defRPr sz="1500" b="1">
                <a:solidFill>
                  <a:srgbClr val="F4510B"/>
                </a:solidFill>
                <a:latin typeface="Nimbus Sans Narrow"/>
                <a:ea typeface="Nimbus Sans Narrow"/>
                <a:cs typeface="Nimbus Sans Narrow"/>
              </a:defRPr>
            </a:lvl4pPr>
            <a:lvl5pPr algn="l">
              <a:defRPr sz="1500" b="1">
                <a:solidFill>
                  <a:srgbClr val="F4510B"/>
                </a:solidFill>
                <a:latin typeface="Nimbus Sans Narrow"/>
                <a:ea typeface="Nimbus Sans Narrow"/>
                <a:cs typeface="Nimbus Sans Narrow"/>
              </a:defRPr>
            </a:lvl5pPr>
            <a:lvl6pPr algn="l">
              <a:defRPr sz="1500" b="1">
                <a:solidFill>
                  <a:srgbClr val="F4510B"/>
                </a:solidFill>
                <a:latin typeface="Nimbus Sans Narrow"/>
                <a:ea typeface="Nimbus Sans Narrow"/>
                <a:cs typeface="Nimbus Sans Narrow"/>
              </a:defRPr>
            </a:lvl6pPr>
            <a:lvl7pPr algn="l">
              <a:defRPr sz="1500" b="1">
                <a:solidFill>
                  <a:srgbClr val="F4510B"/>
                </a:solidFill>
                <a:latin typeface="Nimbus Sans Narrow"/>
                <a:ea typeface="Nimbus Sans Narrow"/>
                <a:cs typeface="Nimbus Sans Narrow"/>
              </a:defRPr>
            </a:lvl7pPr>
            <a:lvl8pPr algn="l">
              <a:defRPr sz="1500" b="1">
                <a:solidFill>
                  <a:srgbClr val="F4510B"/>
                </a:solidFill>
                <a:latin typeface="Nimbus Sans Narrow"/>
                <a:ea typeface="Nimbus Sans Narrow"/>
                <a:cs typeface="Nimbus Sans Narrow"/>
              </a:defRPr>
            </a:lvl8pPr>
            <a:lvl9pPr algn="l">
              <a:defRPr sz="1500" b="1">
                <a:solidFill>
                  <a:srgbClr val="F4510B"/>
                </a:solidFill>
                <a:latin typeface="Nimbus Sans Narrow"/>
                <a:ea typeface="Nimbus Sans Narrow"/>
                <a:cs typeface="Nimbus Sans Narrow"/>
              </a:defRPr>
            </a:lvl9pPr>
          </a:lstStyle>
          <a:p>
            <a:pPr algn="l">
              <a:defRPr sz="1500" b="1">
                <a:solidFill>
                  <a:srgbClr val="F4510B"/>
                </a:solidFill>
                <a:latin typeface="Nimbus Sans Narrow"/>
                <a:ea typeface="Nimbus Sans Narrow"/>
                <a:cs typeface="Nimbus Sans Narrow"/>
              </a:defRPr>
            </a:pPr>
            <a:r>
              <a:rPr sz="1500" b="1">
                <a:solidFill>
                  <a:srgbClr val="F4510B"/>
                </a:solidFill>
                <a:latin typeface="Nimbus Sans Narrow"/>
                <a:ea typeface="Nimbus Sans Narrow"/>
                <a:cs typeface="Nimbus Sans Narrow"/>
              </a:rPr>
              <a:t>FAILURE MODE</a:t>
            </a:r>
          </a:p>
        </p:txBody>
      </p:sp>
      <p:sp>
        <p:nvSpPr>
          <p:cNvPr id="16" name="frame-rule-4">
            <a:extLst>
              <a:ext uri="{FF2B5EF4-FFF2-40B4-BE49-F238E27FC236}">
                <a16:creationId xmlns:a16="http://schemas.microsoft.com/office/drawing/2014/main" id="{BA723943-C079-4D5C-B5A6-5AE27054D80E}"/>
              </a:ext>
            </a:extLst>
          </p:cNvPr>
          <p:cNvSpPr>
            <a:spLocks noGrp="1"/>
          </p:cNvSpPr>
          <p:nvPr/>
        </p:nvSpPr>
        <p:spPr>
          <a:xfrm>
            <a:off x="3714750" y="5353050"/>
            <a:ext cx="381000" cy="953"/>
          </a:xfrm>
          <a:custGeom>
            <a:avLst/>
            <a:gdLst/>
            <a:ahLst/>
            <a:cxnLst/>
            <a:rect l="0" t="0" r="0" b="0"/>
            <a:pathLst>
              <a:path w="381000" h="953">
                <a:moveTo>
                  <a:pt x="0" y="0"/>
                </a:moveTo>
                <a:lnTo>
                  <a:pt x="381000" y="0"/>
                </a:lnTo>
              </a:path>
            </a:pathLst>
          </a:custGeom>
          <a:noFill/>
          <a:ln w="38100">
            <a:solidFill>
              <a:srgbClr val="F4510B"/>
            </a:solidFill>
            <a:prstDash val="solid"/>
          </a:ln>
        </p:spPr>
        <p:txBody>
          <a:bodyPr/>
          <a:lstStyle/>
          <a:p>
            <a:endParaRPr lang="en-US"/>
          </a:p>
        </p:txBody>
      </p:sp>
      <p:sp>
        <p:nvSpPr>
          <p:cNvPr id="17" name="frame-question-4">
            <a:extLst>
              <a:ext uri="{FF2B5EF4-FFF2-40B4-BE49-F238E27FC236}">
                <a16:creationId xmlns:a16="http://schemas.microsoft.com/office/drawing/2014/main" id="{4E54A111-4870-4266-BC02-6BC952200703}"/>
              </a:ext>
            </a:extLst>
          </p:cNvPr>
          <p:cNvSpPr>
            <a:spLocks noGrp="1"/>
          </p:cNvSpPr>
          <p:nvPr/>
        </p:nvSpPr>
        <p:spPr>
          <a:xfrm>
            <a:off x="4305300" y="5143500"/>
            <a:ext cx="6858000" cy="476250"/>
          </a:xfrm>
          <a:prstGeom prst="rect">
            <a:avLst/>
          </a:prstGeom>
          <a:noFill/>
          <a:ln w="0">
            <a:noFill/>
            <a:prstDash val="solid"/>
          </a:ln>
        </p:spPr>
        <p:txBody>
          <a:bodyPr lIns="0" tIns="0" rIns="0" bIns="0" anchor="ctr"/>
          <a:lstStyle>
            <a:defPPr algn="l">
              <a:defRPr sz="2025" b="1">
                <a:solidFill>
                  <a:srgbClr val="070D3A"/>
                </a:solidFill>
                <a:latin typeface="Nimbus Sans Narrow"/>
                <a:ea typeface="Nimbus Sans Narrow"/>
                <a:cs typeface="Nimbus Sans Narrow"/>
              </a:defRPr>
            </a:defPPr>
            <a:lvl1pPr algn="l">
              <a:defRPr sz="2025" b="1">
                <a:solidFill>
                  <a:srgbClr val="070D3A"/>
                </a:solidFill>
                <a:latin typeface="Nimbus Sans Narrow"/>
                <a:ea typeface="Nimbus Sans Narrow"/>
                <a:cs typeface="Nimbus Sans Narrow"/>
              </a:defRPr>
            </a:lvl1pPr>
            <a:lvl2pPr algn="l">
              <a:defRPr sz="2025" b="1">
                <a:solidFill>
                  <a:srgbClr val="070D3A"/>
                </a:solidFill>
                <a:latin typeface="Nimbus Sans Narrow"/>
                <a:ea typeface="Nimbus Sans Narrow"/>
                <a:cs typeface="Nimbus Sans Narrow"/>
              </a:defRPr>
            </a:lvl2pPr>
            <a:lvl3pPr algn="l">
              <a:defRPr sz="2025" b="1">
                <a:solidFill>
                  <a:srgbClr val="070D3A"/>
                </a:solidFill>
                <a:latin typeface="Nimbus Sans Narrow"/>
                <a:ea typeface="Nimbus Sans Narrow"/>
                <a:cs typeface="Nimbus Sans Narrow"/>
              </a:defRPr>
            </a:lvl3pPr>
            <a:lvl4pPr algn="l">
              <a:defRPr sz="2025" b="1">
                <a:solidFill>
                  <a:srgbClr val="070D3A"/>
                </a:solidFill>
                <a:latin typeface="Nimbus Sans Narrow"/>
                <a:ea typeface="Nimbus Sans Narrow"/>
                <a:cs typeface="Nimbus Sans Narrow"/>
              </a:defRPr>
            </a:lvl4pPr>
            <a:lvl5pPr algn="l">
              <a:defRPr sz="2025" b="1">
                <a:solidFill>
                  <a:srgbClr val="070D3A"/>
                </a:solidFill>
                <a:latin typeface="Nimbus Sans Narrow"/>
                <a:ea typeface="Nimbus Sans Narrow"/>
                <a:cs typeface="Nimbus Sans Narrow"/>
              </a:defRPr>
            </a:lvl5pPr>
            <a:lvl6pPr algn="l">
              <a:defRPr sz="2025" b="1">
                <a:solidFill>
                  <a:srgbClr val="070D3A"/>
                </a:solidFill>
                <a:latin typeface="Nimbus Sans Narrow"/>
                <a:ea typeface="Nimbus Sans Narrow"/>
                <a:cs typeface="Nimbus Sans Narrow"/>
              </a:defRPr>
            </a:lvl6pPr>
            <a:lvl7pPr algn="l">
              <a:defRPr sz="2025" b="1">
                <a:solidFill>
                  <a:srgbClr val="070D3A"/>
                </a:solidFill>
                <a:latin typeface="Nimbus Sans Narrow"/>
                <a:ea typeface="Nimbus Sans Narrow"/>
                <a:cs typeface="Nimbus Sans Narrow"/>
              </a:defRPr>
            </a:lvl7pPr>
            <a:lvl8pPr algn="l">
              <a:defRPr sz="2025" b="1">
                <a:solidFill>
                  <a:srgbClr val="070D3A"/>
                </a:solidFill>
                <a:latin typeface="Nimbus Sans Narrow"/>
                <a:ea typeface="Nimbus Sans Narrow"/>
                <a:cs typeface="Nimbus Sans Narrow"/>
              </a:defRPr>
            </a:lvl8pPr>
            <a:lvl9pPr algn="l">
              <a:defRPr sz="2025" b="1">
                <a:solidFill>
                  <a:srgbClr val="070D3A"/>
                </a:solidFill>
                <a:latin typeface="Nimbus Sans Narrow"/>
                <a:ea typeface="Nimbus Sans Narrow"/>
                <a:cs typeface="Nimbus Sans Narrow"/>
              </a:defRPr>
            </a:lvl9pPr>
          </a:lstStyle>
          <a:p>
            <a:pPr algn="l">
              <a:defRPr sz="2025" b="1">
                <a:solidFill>
                  <a:srgbClr val="070D3A"/>
                </a:solidFill>
                <a:latin typeface="Nimbus Sans Narrow"/>
                <a:ea typeface="Nimbus Sans Narrow"/>
                <a:cs typeface="Nimbus Sans Narrow"/>
              </a:defRPr>
            </a:pPr>
            <a:r>
              <a:rPr sz="2025" b="1">
                <a:solidFill>
                  <a:srgbClr val="070D3A"/>
                </a:solidFill>
                <a:latin typeface="Nimbus Sans Narrow"/>
                <a:ea typeface="Nimbus Sans Narrow"/>
                <a:cs typeface="Nimbus Sans Narrow"/>
              </a:rPr>
              <a:t>Which missing data or assumptions could reverse the conclusion?</a:t>
            </a:r>
          </a:p>
        </p:txBody>
      </p:sp>
    </p:spTree>
    <p:extLst>
      <p:ext uri="{BB962C8B-B14F-4D97-AF65-F5344CB8AC3E}">
        <p14:creationId xmlns:p14="http://schemas.microsoft.com/office/powerpoint/2010/main" val="1518559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72DA581-4562-4519-9A3A-5A73D18DA816}"/>
              </a:ext>
            </a:extLst>
          </p:cNvPr>
          <p:cNvPicPr>
            <a:picLocks noChangeAspect="1"/>
          </p:cNvPicPr>
          <p:nvPr/>
        </p:nvPicPr>
        <p:blipFill>
          <a:blip r:embed="rId3"/>
          <a:srcRect l="39" r="39"/>
          <a:stretch>
            <a:fillRect/>
          </a:stretch>
        </p:blipFill>
        <p:spPr>
          <a:xfrm>
            <a:off x="0" y="0"/>
            <a:ext cx="12192000" cy="6858000"/>
          </a:xfrm>
          <a:prstGeom prst="rect">
            <a:avLst/>
          </a:prstGeom>
        </p:spPr>
      </p:pic>
    </p:spTree>
    <p:extLst>
      <p:ext uri="{BB962C8B-B14F-4D97-AF65-F5344CB8AC3E}">
        <p14:creationId xmlns:p14="http://schemas.microsoft.com/office/powerpoint/2010/main" val="631656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9A72B2-06EB-4778-A2FD-DE4515C8F654}"/>
              </a:ext>
            </a:extLst>
          </p:cNvPr>
          <p:cNvPicPr>
            <a:picLocks noChangeAspect="1"/>
          </p:cNvPicPr>
          <p:nvPr/>
        </p:nvPicPr>
        <p:blipFill>
          <a:blip r:embed="rId3"/>
          <a:srcRect l="39" r="39"/>
          <a:stretch>
            <a:fillRect/>
          </a:stretch>
        </p:blipFill>
        <p:spPr>
          <a:xfrm>
            <a:off x="0" y="0"/>
            <a:ext cx="12192000" cy="6858000"/>
          </a:xfrm>
          <a:prstGeom prst="rect">
            <a:avLst/>
          </a:prstGeom>
        </p:spPr>
      </p:pic>
    </p:spTree>
    <p:extLst>
      <p:ext uri="{BB962C8B-B14F-4D97-AF65-F5344CB8AC3E}">
        <p14:creationId xmlns:p14="http://schemas.microsoft.com/office/powerpoint/2010/main" val="1013583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E60A2E-A440-4482-8920-865FAC08875D}"/>
              </a:ext>
            </a:extLst>
          </p:cNvPr>
          <p:cNvPicPr>
            <a:picLocks noChangeAspect="1"/>
          </p:cNvPicPr>
          <p:nvPr/>
        </p:nvPicPr>
        <p:blipFill>
          <a:blip r:embed="rId3"/>
          <a:srcRect l="39" r="39"/>
          <a:stretch>
            <a:fillRect/>
          </a:stretch>
        </p:blipFill>
        <p:spPr>
          <a:xfrm>
            <a:off x="0" y="0"/>
            <a:ext cx="12192000" cy="6858000"/>
          </a:xfrm>
          <a:prstGeom prst="rect">
            <a:avLst/>
          </a:prstGeom>
        </p:spPr>
      </p:pic>
    </p:spTree>
    <p:extLst>
      <p:ext uri="{BB962C8B-B14F-4D97-AF65-F5344CB8AC3E}">
        <p14:creationId xmlns:p14="http://schemas.microsoft.com/office/powerpoint/2010/main" val="1481227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69E8"/>
        </a:solidFill>
        <a:effectLst/>
      </p:bgPr>
    </p:bg>
    <p:spTree>
      <p:nvGrpSpPr>
        <p:cNvPr id="1" name=""/>
        <p:cNvGrpSpPr/>
        <p:nvPr/>
      </p:nvGrpSpPr>
      <p:grpSpPr>
        <a:xfrm>
          <a:off x="0" y="0"/>
          <a:ext cx="0" cy="0"/>
          <a:chOff x="0" y="0"/>
          <a:chExt cx="0" cy="0"/>
        </a:xfrm>
      </p:grpSpPr>
      <p:sp>
        <p:nvSpPr>
          <p:cNvPr id="9" name="section-number">
            <a:extLst>
              <a:ext uri="{FF2B5EF4-FFF2-40B4-BE49-F238E27FC236}">
                <a16:creationId xmlns:a16="http://schemas.microsoft.com/office/drawing/2014/main" id="{2656059B-5070-486C-8F01-6451AB4672FB}"/>
              </a:ext>
            </a:extLst>
          </p:cNvPr>
          <p:cNvSpPr>
            <a:spLocks noGrp="1"/>
          </p:cNvSpPr>
          <p:nvPr/>
        </p:nvSpPr>
        <p:spPr>
          <a:xfrm>
            <a:off x="723900" y="666750"/>
            <a:ext cx="1238250" cy="876300"/>
          </a:xfrm>
          <a:prstGeom prst="rect">
            <a:avLst/>
          </a:prstGeom>
          <a:noFill/>
          <a:ln w="0">
            <a:noFill/>
            <a:prstDash val="solid"/>
          </a:ln>
        </p:spPr>
        <p:txBody>
          <a:bodyPr lIns="0" tIns="0" rIns="0" bIns="0" anchor="ctr"/>
          <a:lstStyle>
            <a:defPPr algn="ctr">
              <a:defRPr sz="5400" b="1">
                <a:solidFill>
                  <a:srgbClr val="FFFFFF"/>
                </a:solidFill>
                <a:latin typeface="Nimbus Sans Narrow"/>
                <a:ea typeface="Nimbus Sans Narrow"/>
                <a:cs typeface="Nimbus Sans Narrow"/>
              </a:defRPr>
            </a:defPPr>
            <a:lvl1pPr algn="ctr">
              <a:defRPr sz="5400" b="1">
                <a:solidFill>
                  <a:srgbClr val="FFFFFF"/>
                </a:solidFill>
                <a:latin typeface="Nimbus Sans Narrow"/>
                <a:ea typeface="Nimbus Sans Narrow"/>
                <a:cs typeface="Nimbus Sans Narrow"/>
              </a:defRPr>
            </a:lvl1pPr>
            <a:lvl2pPr algn="ctr">
              <a:defRPr sz="5400" b="1">
                <a:solidFill>
                  <a:srgbClr val="FFFFFF"/>
                </a:solidFill>
                <a:latin typeface="Nimbus Sans Narrow"/>
                <a:ea typeface="Nimbus Sans Narrow"/>
                <a:cs typeface="Nimbus Sans Narrow"/>
              </a:defRPr>
            </a:lvl2pPr>
            <a:lvl3pPr algn="ctr">
              <a:defRPr sz="5400" b="1">
                <a:solidFill>
                  <a:srgbClr val="FFFFFF"/>
                </a:solidFill>
                <a:latin typeface="Nimbus Sans Narrow"/>
                <a:ea typeface="Nimbus Sans Narrow"/>
                <a:cs typeface="Nimbus Sans Narrow"/>
              </a:defRPr>
            </a:lvl3pPr>
            <a:lvl4pPr algn="ctr">
              <a:defRPr sz="5400" b="1">
                <a:solidFill>
                  <a:srgbClr val="FFFFFF"/>
                </a:solidFill>
                <a:latin typeface="Nimbus Sans Narrow"/>
                <a:ea typeface="Nimbus Sans Narrow"/>
                <a:cs typeface="Nimbus Sans Narrow"/>
              </a:defRPr>
            </a:lvl4pPr>
            <a:lvl5pPr algn="ctr">
              <a:defRPr sz="5400" b="1">
                <a:solidFill>
                  <a:srgbClr val="FFFFFF"/>
                </a:solidFill>
                <a:latin typeface="Nimbus Sans Narrow"/>
                <a:ea typeface="Nimbus Sans Narrow"/>
                <a:cs typeface="Nimbus Sans Narrow"/>
              </a:defRPr>
            </a:lvl5pPr>
            <a:lvl6pPr algn="ctr">
              <a:defRPr sz="5400" b="1">
                <a:solidFill>
                  <a:srgbClr val="FFFFFF"/>
                </a:solidFill>
                <a:latin typeface="Nimbus Sans Narrow"/>
                <a:ea typeface="Nimbus Sans Narrow"/>
                <a:cs typeface="Nimbus Sans Narrow"/>
              </a:defRPr>
            </a:lvl6pPr>
            <a:lvl7pPr algn="ctr">
              <a:defRPr sz="5400" b="1">
                <a:solidFill>
                  <a:srgbClr val="FFFFFF"/>
                </a:solidFill>
                <a:latin typeface="Nimbus Sans Narrow"/>
                <a:ea typeface="Nimbus Sans Narrow"/>
                <a:cs typeface="Nimbus Sans Narrow"/>
              </a:defRPr>
            </a:lvl7pPr>
            <a:lvl8pPr algn="ctr">
              <a:defRPr sz="5400" b="1">
                <a:solidFill>
                  <a:srgbClr val="FFFFFF"/>
                </a:solidFill>
                <a:latin typeface="Nimbus Sans Narrow"/>
                <a:ea typeface="Nimbus Sans Narrow"/>
                <a:cs typeface="Nimbus Sans Narrow"/>
              </a:defRPr>
            </a:lvl8pPr>
            <a:lvl9pPr algn="ctr">
              <a:defRPr sz="5400" b="1">
                <a:solidFill>
                  <a:srgbClr val="FFFFFF"/>
                </a:solidFill>
                <a:latin typeface="Nimbus Sans Narrow"/>
                <a:ea typeface="Nimbus Sans Narrow"/>
                <a:cs typeface="Nimbus Sans Narrow"/>
              </a:defRPr>
            </a:lvl9pPr>
          </a:lstStyle>
          <a:p>
            <a:pPr algn="ctr">
              <a:defRPr sz="5400" b="1">
                <a:solidFill>
                  <a:srgbClr val="FFFFFF"/>
                </a:solidFill>
                <a:latin typeface="Nimbus Sans Narrow"/>
                <a:ea typeface="Nimbus Sans Narrow"/>
                <a:cs typeface="Nimbus Sans Narrow"/>
              </a:defRPr>
            </a:pPr>
            <a:r>
              <a:rPr sz="5400" b="1">
                <a:solidFill>
                  <a:srgbClr val="FFFFFF"/>
                </a:solidFill>
                <a:latin typeface="Nimbus Sans Narrow"/>
                <a:ea typeface="Nimbus Sans Narrow"/>
                <a:cs typeface="Nimbus Sans Narrow"/>
              </a:rPr>
              <a:t>01</a:t>
            </a:r>
          </a:p>
        </p:txBody>
      </p:sp>
      <p:sp>
        <p:nvSpPr>
          <p:cNvPr id="2" name="section-title">
            <a:extLst>
              <a:ext uri="{FF2B5EF4-FFF2-40B4-BE49-F238E27FC236}">
                <a16:creationId xmlns:a16="http://schemas.microsoft.com/office/drawing/2014/main" id="{B19DF484-CB02-45E5-982B-B47BAF918222}"/>
              </a:ext>
            </a:extLst>
          </p:cNvPr>
          <p:cNvSpPr>
            <a:spLocks noGrp="1"/>
          </p:cNvSpPr>
          <p:nvPr/>
        </p:nvSpPr>
        <p:spPr>
          <a:xfrm>
            <a:off x="2133600" y="628650"/>
            <a:ext cx="9029700" cy="990600"/>
          </a:xfrm>
          <a:prstGeom prst="rect">
            <a:avLst/>
          </a:prstGeom>
          <a:noFill/>
          <a:ln w="0">
            <a:noFill/>
            <a:prstDash val="solid"/>
          </a:ln>
        </p:spPr>
        <p:txBody>
          <a:bodyPr lIns="0" tIns="0" rIns="0" bIns="0" anchor="ctr"/>
          <a:lstStyle>
            <a:defPPr algn="l">
              <a:defRPr sz="3525" b="1">
                <a:solidFill>
                  <a:srgbClr val="FFFFFF"/>
                </a:solidFill>
                <a:latin typeface="Nimbus Sans Narrow"/>
                <a:ea typeface="Nimbus Sans Narrow"/>
                <a:cs typeface="Nimbus Sans Narrow"/>
              </a:defRPr>
            </a:defPPr>
            <a:lvl1pPr algn="l">
              <a:defRPr sz="3525" b="1">
                <a:solidFill>
                  <a:srgbClr val="FFFFFF"/>
                </a:solidFill>
                <a:latin typeface="Nimbus Sans Narrow"/>
                <a:ea typeface="Nimbus Sans Narrow"/>
                <a:cs typeface="Nimbus Sans Narrow"/>
              </a:defRPr>
            </a:lvl1pPr>
            <a:lvl2pPr algn="l">
              <a:defRPr sz="3525" b="1">
                <a:solidFill>
                  <a:srgbClr val="FFFFFF"/>
                </a:solidFill>
                <a:latin typeface="Nimbus Sans Narrow"/>
                <a:ea typeface="Nimbus Sans Narrow"/>
                <a:cs typeface="Nimbus Sans Narrow"/>
              </a:defRPr>
            </a:lvl2pPr>
            <a:lvl3pPr algn="l">
              <a:defRPr sz="3525" b="1">
                <a:solidFill>
                  <a:srgbClr val="FFFFFF"/>
                </a:solidFill>
                <a:latin typeface="Nimbus Sans Narrow"/>
                <a:ea typeface="Nimbus Sans Narrow"/>
                <a:cs typeface="Nimbus Sans Narrow"/>
              </a:defRPr>
            </a:lvl3pPr>
            <a:lvl4pPr algn="l">
              <a:defRPr sz="3525" b="1">
                <a:solidFill>
                  <a:srgbClr val="FFFFFF"/>
                </a:solidFill>
                <a:latin typeface="Nimbus Sans Narrow"/>
                <a:ea typeface="Nimbus Sans Narrow"/>
                <a:cs typeface="Nimbus Sans Narrow"/>
              </a:defRPr>
            </a:lvl4pPr>
            <a:lvl5pPr algn="l">
              <a:defRPr sz="3525" b="1">
                <a:solidFill>
                  <a:srgbClr val="FFFFFF"/>
                </a:solidFill>
                <a:latin typeface="Nimbus Sans Narrow"/>
                <a:ea typeface="Nimbus Sans Narrow"/>
                <a:cs typeface="Nimbus Sans Narrow"/>
              </a:defRPr>
            </a:lvl5pPr>
            <a:lvl6pPr algn="l">
              <a:defRPr sz="3525" b="1">
                <a:solidFill>
                  <a:srgbClr val="FFFFFF"/>
                </a:solidFill>
                <a:latin typeface="Nimbus Sans Narrow"/>
                <a:ea typeface="Nimbus Sans Narrow"/>
                <a:cs typeface="Nimbus Sans Narrow"/>
              </a:defRPr>
            </a:lvl6pPr>
            <a:lvl7pPr algn="l">
              <a:defRPr sz="3525" b="1">
                <a:solidFill>
                  <a:srgbClr val="FFFFFF"/>
                </a:solidFill>
                <a:latin typeface="Nimbus Sans Narrow"/>
                <a:ea typeface="Nimbus Sans Narrow"/>
                <a:cs typeface="Nimbus Sans Narrow"/>
              </a:defRPr>
            </a:lvl7pPr>
            <a:lvl8pPr algn="l">
              <a:defRPr sz="3525" b="1">
                <a:solidFill>
                  <a:srgbClr val="FFFFFF"/>
                </a:solidFill>
                <a:latin typeface="Nimbus Sans Narrow"/>
                <a:ea typeface="Nimbus Sans Narrow"/>
                <a:cs typeface="Nimbus Sans Narrow"/>
              </a:defRPr>
            </a:lvl8pPr>
            <a:lvl9pPr algn="l">
              <a:defRPr sz="3525" b="1">
                <a:solidFill>
                  <a:srgbClr val="FFFFFF"/>
                </a:solidFill>
                <a:latin typeface="Nimbus Sans Narrow"/>
                <a:ea typeface="Nimbus Sans Narrow"/>
                <a:cs typeface="Nimbus Sans Narrow"/>
              </a:defRPr>
            </a:lvl9pPr>
          </a:lstStyle>
          <a:p>
            <a:pPr algn="l">
              <a:defRPr sz="3525" b="1">
                <a:solidFill>
                  <a:srgbClr val="FFFFFF"/>
                </a:solidFill>
                <a:latin typeface="Nimbus Sans Narrow"/>
                <a:ea typeface="Nimbus Sans Narrow"/>
                <a:cs typeface="Nimbus Sans Narrow"/>
              </a:defRPr>
            </a:pPr>
            <a:r>
              <a:rPr sz="3525" b="1">
                <a:solidFill>
                  <a:srgbClr val="FFFFFF"/>
                </a:solidFill>
                <a:latin typeface="Nimbus Sans Narrow"/>
                <a:ea typeface="Nimbus Sans Narrow"/>
                <a:cs typeface="Nimbus Sans Narrow"/>
              </a:rPr>
              <a:t>Preparedness and baseline surveillance</a:t>
            </a:r>
          </a:p>
        </p:txBody>
      </p:sp>
      <p:sp>
        <p:nvSpPr>
          <p:cNvPr id="3" name="section-rule">
            <a:extLst>
              <a:ext uri="{FF2B5EF4-FFF2-40B4-BE49-F238E27FC236}">
                <a16:creationId xmlns:a16="http://schemas.microsoft.com/office/drawing/2014/main" id="{8A14C2EA-97AE-498C-B348-2A90C9AB3738}"/>
              </a:ext>
            </a:extLst>
          </p:cNvPr>
          <p:cNvSpPr>
            <a:spLocks noGrp="1"/>
          </p:cNvSpPr>
          <p:nvPr/>
        </p:nvSpPr>
        <p:spPr>
          <a:xfrm>
            <a:off x="1009650" y="1866900"/>
            <a:ext cx="10134600" cy="953"/>
          </a:xfrm>
          <a:custGeom>
            <a:avLst/>
            <a:gdLst/>
            <a:ahLst/>
            <a:cxnLst/>
            <a:rect l="0" t="0" r="0" b="0"/>
            <a:pathLst>
              <a:path w="10134600" h="953">
                <a:moveTo>
                  <a:pt x="0" y="0"/>
                </a:moveTo>
                <a:lnTo>
                  <a:pt x="10134600" y="0"/>
                </a:lnTo>
              </a:path>
            </a:pathLst>
          </a:custGeom>
          <a:noFill/>
          <a:ln w="19050">
            <a:solidFill>
              <a:srgbClr val="FFFFFF"/>
            </a:solidFill>
            <a:prstDash val="solid"/>
          </a:ln>
        </p:spPr>
        <p:txBody>
          <a:bodyPr/>
          <a:lstStyle/>
          <a:p>
            <a:endParaRPr lang="en-US"/>
          </a:p>
        </p:txBody>
      </p:sp>
      <p:sp>
        <p:nvSpPr>
          <p:cNvPr id="4" name="question-label">
            <a:extLst>
              <a:ext uri="{FF2B5EF4-FFF2-40B4-BE49-F238E27FC236}">
                <a16:creationId xmlns:a16="http://schemas.microsoft.com/office/drawing/2014/main" id="{908913C2-4C37-4149-A4CF-33CA9A23F205}"/>
              </a:ext>
            </a:extLst>
          </p:cNvPr>
          <p:cNvSpPr>
            <a:spLocks noGrp="1"/>
          </p:cNvSpPr>
          <p:nvPr/>
        </p:nvSpPr>
        <p:spPr>
          <a:xfrm>
            <a:off x="1047750" y="2266950"/>
            <a:ext cx="3143250" cy="304800"/>
          </a:xfrm>
          <a:prstGeom prst="rect">
            <a:avLst/>
          </a:prstGeom>
          <a:noFill/>
          <a:ln w="0">
            <a:noFill/>
            <a:prstDash val="solid"/>
          </a:ln>
        </p:spPr>
        <p:txBody>
          <a:bodyPr lIns="0" tIns="0" rIns="0" bIns="0" anchor="ctr"/>
          <a:lstStyle>
            <a:defPPr algn="l">
              <a:defRPr sz="1500" b="1">
                <a:solidFill>
                  <a:srgbClr val="FFFFFF"/>
                </a:solidFill>
                <a:latin typeface="Nimbus Sans Narrow"/>
                <a:ea typeface="Nimbus Sans Narrow"/>
                <a:cs typeface="Nimbus Sans Narrow"/>
              </a:defRPr>
            </a:defPPr>
            <a:lvl1pPr algn="l">
              <a:defRPr sz="1500" b="1">
                <a:solidFill>
                  <a:srgbClr val="FFFFFF"/>
                </a:solidFill>
                <a:latin typeface="Nimbus Sans Narrow"/>
                <a:ea typeface="Nimbus Sans Narrow"/>
                <a:cs typeface="Nimbus Sans Narrow"/>
              </a:defRPr>
            </a:lvl1pPr>
            <a:lvl2pPr algn="l">
              <a:defRPr sz="1500" b="1">
                <a:solidFill>
                  <a:srgbClr val="FFFFFF"/>
                </a:solidFill>
                <a:latin typeface="Nimbus Sans Narrow"/>
                <a:ea typeface="Nimbus Sans Narrow"/>
                <a:cs typeface="Nimbus Sans Narrow"/>
              </a:defRPr>
            </a:lvl2pPr>
            <a:lvl3pPr algn="l">
              <a:defRPr sz="1500" b="1">
                <a:solidFill>
                  <a:srgbClr val="FFFFFF"/>
                </a:solidFill>
                <a:latin typeface="Nimbus Sans Narrow"/>
                <a:ea typeface="Nimbus Sans Narrow"/>
                <a:cs typeface="Nimbus Sans Narrow"/>
              </a:defRPr>
            </a:lvl3pPr>
            <a:lvl4pPr algn="l">
              <a:defRPr sz="1500" b="1">
                <a:solidFill>
                  <a:srgbClr val="FFFFFF"/>
                </a:solidFill>
                <a:latin typeface="Nimbus Sans Narrow"/>
                <a:ea typeface="Nimbus Sans Narrow"/>
                <a:cs typeface="Nimbus Sans Narrow"/>
              </a:defRPr>
            </a:lvl4pPr>
            <a:lvl5pPr algn="l">
              <a:defRPr sz="1500" b="1">
                <a:solidFill>
                  <a:srgbClr val="FFFFFF"/>
                </a:solidFill>
                <a:latin typeface="Nimbus Sans Narrow"/>
                <a:ea typeface="Nimbus Sans Narrow"/>
                <a:cs typeface="Nimbus Sans Narrow"/>
              </a:defRPr>
            </a:lvl5pPr>
            <a:lvl6pPr algn="l">
              <a:defRPr sz="1500" b="1">
                <a:solidFill>
                  <a:srgbClr val="FFFFFF"/>
                </a:solidFill>
                <a:latin typeface="Nimbus Sans Narrow"/>
                <a:ea typeface="Nimbus Sans Narrow"/>
                <a:cs typeface="Nimbus Sans Narrow"/>
              </a:defRPr>
            </a:lvl6pPr>
            <a:lvl7pPr algn="l">
              <a:defRPr sz="1500" b="1">
                <a:solidFill>
                  <a:srgbClr val="FFFFFF"/>
                </a:solidFill>
                <a:latin typeface="Nimbus Sans Narrow"/>
                <a:ea typeface="Nimbus Sans Narrow"/>
                <a:cs typeface="Nimbus Sans Narrow"/>
              </a:defRPr>
            </a:lvl7pPr>
            <a:lvl8pPr algn="l">
              <a:defRPr sz="1500" b="1">
                <a:solidFill>
                  <a:srgbClr val="FFFFFF"/>
                </a:solidFill>
                <a:latin typeface="Nimbus Sans Narrow"/>
                <a:ea typeface="Nimbus Sans Narrow"/>
                <a:cs typeface="Nimbus Sans Narrow"/>
              </a:defRPr>
            </a:lvl8pPr>
            <a:lvl9pPr algn="l">
              <a:defRPr sz="1500" b="1">
                <a:solidFill>
                  <a:srgbClr val="FFFFFF"/>
                </a:solidFill>
                <a:latin typeface="Nimbus Sans Narrow"/>
                <a:ea typeface="Nimbus Sans Narrow"/>
                <a:cs typeface="Nimbus Sans Narrow"/>
              </a:defRPr>
            </a:lvl9pPr>
          </a:lstStyle>
          <a:p>
            <a:pPr algn="l">
              <a:defRPr sz="1500" b="1">
                <a:solidFill>
                  <a:srgbClr val="FFFFFF"/>
                </a:solidFill>
                <a:latin typeface="Nimbus Sans Narrow"/>
                <a:ea typeface="Nimbus Sans Narrow"/>
                <a:cs typeface="Nimbus Sans Narrow"/>
              </a:defRPr>
            </a:pPr>
            <a:r>
              <a:rPr sz="1500" b="1">
                <a:solidFill>
                  <a:srgbClr val="FFFFFF"/>
                </a:solidFill>
                <a:latin typeface="Nimbus Sans Narrow"/>
                <a:ea typeface="Nimbus Sans Narrow"/>
                <a:cs typeface="Nimbus Sans Narrow"/>
              </a:rPr>
              <a:t>PUBLIC-HEALTH QUESTION</a:t>
            </a:r>
          </a:p>
        </p:txBody>
      </p:sp>
      <p:sp>
        <p:nvSpPr>
          <p:cNvPr id="5" name="question">
            <a:extLst>
              <a:ext uri="{FF2B5EF4-FFF2-40B4-BE49-F238E27FC236}">
                <a16:creationId xmlns:a16="http://schemas.microsoft.com/office/drawing/2014/main" id="{1385EC4C-57C6-4FB7-A315-5CAB187CF2FB}"/>
              </a:ext>
            </a:extLst>
          </p:cNvPr>
          <p:cNvSpPr>
            <a:spLocks noGrp="1"/>
          </p:cNvSpPr>
          <p:nvPr/>
        </p:nvSpPr>
        <p:spPr>
          <a:xfrm>
            <a:off x="1047750" y="2628900"/>
            <a:ext cx="10001250" cy="933450"/>
          </a:xfrm>
          <a:prstGeom prst="rect">
            <a:avLst/>
          </a:prstGeom>
          <a:noFill/>
          <a:ln w="0">
            <a:noFill/>
            <a:prstDash val="solid"/>
          </a:ln>
        </p:spPr>
        <p:txBody>
          <a:bodyPr lIns="0" tIns="0" rIns="0" bIns="0" anchor="ctr"/>
          <a:lstStyle>
            <a:defPPr algn="l">
              <a:defRPr sz="2550" b="1">
                <a:solidFill>
                  <a:srgbClr val="FFFFFF"/>
                </a:solidFill>
                <a:latin typeface="Nimbus Sans Narrow"/>
                <a:ea typeface="Nimbus Sans Narrow"/>
                <a:cs typeface="Nimbus Sans Narrow"/>
              </a:defRPr>
            </a:defPPr>
            <a:lvl1pPr algn="l">
              <a:defRPr sz="2550" b="1">
                <a:solidFill>
                  <a:srgbClr val="FFFFFF"/>
                </a:solidFill>
                <a:latin typeface="Nimbus Sans Narrow"/>
                <a:ea typeface="Nimbus Sans Narrow"/>
                <a:cs typeface="Nimbus Sans Narrow"/>
              </a:defRPr>
            </a:lvl1pPr>
            <a:lvl2pPr algn="l">
              <a:defRPr sz="2550" b="1">
                <a:solidFill>
                  <a:srgbClr val="FFFFFF"/>
                </a:solidFill>
                <a:latin typeface="Nimbus Sans Narrow"/>
                <a:ea typeface="Nimbus Sans Narrow"/>
                <a:cs typeface="Nimbus Sans Narrow"/>
              </a:defRPr>
            </a:lvl2pPr>
            <a:lvl3pPr algn="l">
              <a:defRPr sz="2550" b="1">
                <a:solidFill>
                  <a:srgbClr val="FFFFFF"/>
                </a:solidFill>
                <a:latin typeface="Nimbus Sans Narrow"/>
                <a:ea typeface="Nimbus Sans Narrow"/>
                <a:cs typeface="Nimbus Sans Narrow"/>
              </a:defRPr>
            </a:lvl3pPr>
            <a:lvl4pPr algn="l">
              <a:defRPr sz="2550" b="1">
                <a:solidFill>
                  <a:srgbClr val="FFFFFF"/>
                </a:solidFill>
                <a:latin typeface="Nimbus Sans Narrow"/>
                <a:ea typeface="Nimbus Sans Narrow"/>
                <a:cs typeface="Nimbus Sans Narrow"/>
              </a:defRPr>
            </a:lvl4pPr>
            <a:lvl5pPr algn="l">
              <a:defRPr sz="2550" b="1">
                <a:solidFill>
                  <a:srgbClr val="FFFFFF"/>
                </a:solidFill>
                <a:latin typeface="Nimbus Sans Narrow"/>
                <a:ea typeface="Nimbus Sans Narrow"/>
                <a:cs typeface="Nimbus Sans Narrow"/>
              </a:defRPr>
            </a:lvl5pPr>
            <a:lvl6pPr algn="l">
              <a:defRPr sz="2550" b="1">
                <a:solidFill>
                  <a:srgbClr val="FFFFFF"/>
                </a:solidFill>
                <a:latin typeface="Nimbus Sans Narrow"/>
                <a:ea typeface="Nimbus Sans Narrow"/>
                <a:cs typeface="Nimbus Sans Narrow"/>
              </a:defRPr>
            </a:lvl6pPr>
            <a:lvl7pPr algn="l">
              <a:defRPr sz="2550" b="1">
                <a:solidFill>
                  <a:srgbClr val="FFFFFF"/>
                </a:solidFill>
                <a:latin typeface="Nimbus Sans Narrow"/>
                <a:ea typeface="Nimbus Sans Narrow"/>
                <a:cs typeface="Nimbus Sans Narrow"/>
              </a:defRPr>
            </a:lvl7pPr>
            <a:lvl8pPr algn="l">
              <a:defRPr sz="2550" b="1">
                <a:solidFill>
                  <a:srgbClr val="FFFFFF"/>
                </a:solidFill>
                <a:latin typeface="Nimbus Sans Narrow"/>
                <a:ea typeface="Nimbus Sans Narrow"/>
                <a:cs typeface="Nimbus Sans Narrow"/>
              </a:defRPr>
            </a:lvl8pPr>
            <a:lvl9pPr algn="l">
              <a:defRPr sz="2550" b="1">
                <a:solidFill>
                  <a:srgbClr val="FFFFFF"/>
                </a:solidFill>
                <a:latin typeface="Nimbus Sans Narrow"/>
                <a:ea typeface="Nimbus Sans Narrow"/>
                <a:cs typeface="Nimbus Sans Narrow"/>
              </a:defRPr>
            </a:lvl9pPr>
          </a:lstStyle>
          <a:p>
            <a:pPr algn="l">
              <a:defRPr sz="2550" b="1">
                <a:solidFill>
                  <a:srgbClr val="FFFFFF"/>
                </a:solidFill>
                <a:latin typeface="Nimbus Sans Narrow"/>
                <a:ea typeface="Nimbus Sans Narrow"/>
                <a:cs typeface="Nimbus Sans Narrow"/>
              </a:defRPr>
            </a:pPr>
            <a:r>
              <a:rPr sz="2550" b="1">
                <a:solidFill>
                  <a:srgbClr val="FFFFFF"/>
                </a:solidFill>
                <a:latin typeface="Nimbus Sans Narrow"/>
                <a:ea typeface="Nimbus Sans Narrow"/>
                <a:cs typeface="Nimbus Sans Narrow"/>
              </a:rPr>
              <a:t>What does normal pathogen diversity and circulation look like?</a:t>
            </a:r>
          </a:p>
        </p:txBody>
      </p:sp>
      <p:sp>
        <p:nvSpPr>
          <p:cNvPr id="6" name="contribution-label">
            <a:extLst>
              <a:ext uri="{FF2B5EF4-FFF2-40B4-BE49-F238E27FC236}">
                <a16:creationId xmlns:a16="http://schemas.microsoft.com/office/drawing/2014/main" id="{CBB58368-EBA8-454F-ABC2-087A00359000}"/>
              </a:ext>
            </a:extLst>
          </p:cNvPr>
          <p:cNvSpPr>
            <a:spLocks noGrp="1"/>
          </p:cNvSpPr>
          <p:nvPr/>
        </p:nvSpPr>
        <p:spPr>
          <a:xfrm>
            <a:off x="1047750" y="4000500"/>
            <a:ext cx="3143250" cy="304800"/>
          </a:xfrm>
          <a:prstGeom prst="rect">
            <a:avLst/>
          </a:prstGeom>
          <a:noFill/>
          <a:ln w="0">
            <a:noFill/>
            <a:prstDash val="solid"/>
          </a:ln>
        </p:spPr>
        <p:txBody>
          <a:bodyPr lIns="0" tIns="0" rIns="0" bIns="0" anchor="ctr"/>
          <a:lstStyle>
            <a:defPPr algn="l">
              <a:defRPr sz="1500" b="1">
                <a:solidFill>
                  <a:srgbClr val="FFFFFF"/>
                </a:solidFill>
                <a:latin typeface="Nimbus Sans Narrow"/>
                <a:ea typeface="Nimbus Sans Narrow"/>
                <a:cs typeface="Nimbus Sans Narrow"/>
              </a:defRPr>
            </a:defPPr>
            <a:lvl1pPr algn="l">
              <a:defRPr sz="1500" b="1">
                <a:solidFill>
                  <a:srgbClr val="FFFFFF"/>
                </a:solidFill>
                <a:latin typeface="Nimbus Sans Narrow"/>
                <a:ea typeface="Nimbus Sans Narrow"/>
                <a:cs typeface="Nimbus Sans Narrow"/>
              </a:defRPr>
            </a:lvl1pPr>
            <a:lvl2pPr algn="l">
              <a:defRPr sz="1500" b="1">
                <a:solidFill>
                  <a:srgbClr val="FFFFFF"/>
                </a:solidFill>
                <a:latin typeface="Nimbus Sans Narrow"/>
                <a:ea typeface="Nimbus Sans Narrow"/>
                <a:cs typeface="Nimbus Sans Narrow"/>
              </a:defRPr>
            </a:lvl2pPr>
            <a:lvl3pPr algn="l">
              <a:defRPr sz="1500" b="1">
                <a:solidFill>
                  <a:srgbClr val="FFFFFF"/>
                </a:solidFill>
                <a:latin typeface="Nimbus Sans Narrow"/>
                <a:ea typeface="Nimbus Sans Narrow"/>
                <a:cs typeface="Nimbus Sans Narrow"/>
              </a:defRPr>
            </a:lvl3pPr>
            <a:lvl4pPr algn="l">
              <a:defRPr sz="1500" b="1">
                <a:solidFill>
                  <a:srgbClr val="FFFFFF"/>
                </a:solidFill>
                <a:latin typeface="Nimbus Sans Narrow"/>
                <a:ea typeface="Nimbus Sans Narrow"/>
                <a:cs typeface="Nimbus Sans Narrow"/>
              </a:defRPr>
            </a:lvl4pPr>
            <a:lvl5pPr algn="l">
              <a:defRPr sz="1500" b="1">
                <a:solidFill>
                  <a:srgbClr val="FFFFFF"/>
                </a:solidFill>
                <a:latin typeface="Nimbus Sans Narrow"/>
                <a:ea typeface="Nimbus Sans Narrow"/>
                <a:cs typeface="Nimbus Sans Narrow"/>
              </a:defRPr>
            </a:lvl5pPr>
            <a:lvl6pPr algn="l">
              <a:defRPr sz="1500" b="1">
                <a:solidFill>
                  <a:srgbClr val="FFFFFF"/>
                </a:solidFill>
                <a:latin typeface="Nimbus Sans Narrow"/>
                <a:ea typeface="Nimbus Sans Narrow"/>
                <a:cs typeface="Nimbus Sans Narrow"/>
              </a:defRPr>
            </a:lvl6pPr>
            <a:lvl7pPr algn="l">
              <a:defRPr sz="1500" b="1">
                <a:solidFill>
                  <a:srgbClr val="FFFFFF"/>
                </a:solidFill>
                <a:latin typeface="Nimbus Sans Narrow"/>
                <a:ea typeface="Nimbus Sans Narrow"/>
                <a:cs typeface="Nimbus Sans Narrow"/>
              </a:defRPr>
            </a:lvl7pPr>
            <a:lvl8pPr algn="l">
              <a:defRPr sz="1500" b="1">
                <a:solidFill>
                  <a:srgbClr val="FFFFFF"/>
                </a:solidFill>
                <a:latin typeface="Nimbus Sans Narrow"/>
                <a:ea typeface="Nimbus Sans Narrow"/>
                <a:cs typeface="Nimbus Sans Narrow"/>
              </a:defRPr>
            </a:lvl8pPr>
            <a:lvl9pPr algn="l">
              <a:defRPr sz="1500" b="1">
                <a:solidFill>
                  <a:srgbClr val="FFFFFF"/>
                </a:solidFill>
                <a:latin typeface="Nimbus Sans Narrow"/>
                <a:ea typeface="Nimbus Sans Narrow"/>
                <a:cs typeface="Nimbus Sans Narrow"/>
              </a:defRPr>
            </a:lvl9pPr>
          </a:lstStyle>
          <a:p>
            <a:pPr algn="l">
              <a:defRPr sz="1500" b="1">
                <a:solidFill>
                  <a:srgbClr val="FFFFFF"/>
                </a:solidFill>
                <a:latin typeface="Nimbus Sans Narrow"/>
                <a:ea typeface="Nimbus Sans Narrow"/>
                <a:cs typeface="Nimbus Sans Narrow"/>
              </a:defRPr>
            </a:pPr>
            <a:r>
              <a:rPr sz="1500" b="1">
                <a:solidFill>
                  <a:srgbClr val="FFFFFF"/>
                </a:solidFill>
                <a:latin typeface="Nimbus Sans Narrow"/>
                <a:ea typeface="Nimbus Sans Narrow"/>
                <a:cs typeface="Nimbus Sans Narrow"/>
              </a:rPr>
              <a:t>MOLECULAR EPIDEMIOLOGY</a:t>
            </a:r>
          </a:p>
        </p:txBody>
      </p:sp>
      <p:sp>
        <p:nvSpPr>
          <p:cNvPr id="7" name="contribution">
            <a:extLst>
              <a:ext uri="{FF2B5EF4-FFF2-40B4-BE49-F238E27FC236}">
                <a16:creationId xmlns:a16="http://schemas.microsoft.com/office/drawing/2014/main" id="{61C87385-E1AA-4EFE-84CC-600E0EAFD5DD}"/>
              </a:ext>
            </a:extLst>
          </p:cNvPr>
          <p:cNvSpPr>
            <a:spLocks noGrp="1"/>
          </p:cNvSpPr>
          <p:nvPr/>
        </p:nvSpPr>
        <p:spPr>
          <a:xfrm>
            <a:off x="1047750" y="4362450"/>
            <a:ext cx="10001250" cy="1143000"/>
          </a:xfrm>
          <a:prstGeom prst="rect">
            <a:avLst/>
          </a:prstGeom>
          <a:noFill/>
          <a:ln w="0">
            <a:noFill/>
            <a:prstDash val="solid"/>
          </a:ln>
        </p:spPr>
        <p:txBody>
          <a:bodyPr lIns="0" tIns="0" rIns="0" bIns="0" anchor="ctr"/>
          <a:lstStyle>
            <a:defPPr algn="l">
              <a:defRPr sz="2250" b="0">
                <a:solidFill>
                  <a:srgbClr val="FFFFFF"/>
                </a:solidFill>
                <a:latin typeface="Nimbus Sans Narrow"/>
                <a:ea typeface="Nimbus Sans Narrow"/>
                <a:cs typeface="Nimbus Sans Narrow"/>
              </a:defRPr>
            </a:defPPr>
            <a:lvl1pPr algn="l">
              <a:defRPr sz="2250" b="0">
                <a:solidFill>
                  <a:srgbClr val="FFFFFF"/>
                </a:solidFill>
                <a:latin typeface="Nimbus Sans Narrow"/>
                <a:ea typeface="Nimbus Sans Narrow"/>
                <a:cs typeface="Nimbus Sans Narrow"/>
              </a:defRPr>
            </a:lvl1pPr>
            <a:lvl2pPr algn="l">
              <a:defRPr sz="2250" b="0">
                <a:solidFill>
                  <a:srgbClr val="FFFFFF"/>
                </a:solidFill>
                <a:latin typeface="Nimbus Sans Narrow"/>
                <a:ea typeface="Nimbus Sans Narrow"/>
                <a:cs typeface="Nimbus Sans Narrow"/>
              </a:defRPr>
            </a:lvl2pPr>
            <a:lvl3pPr algn="l">
              <a:defRPr sz="2250" b="0">
                <a:solidFill>
                  <a:srgbClr val="FFFFFF"/>
                </a:solidFill>
                <a:latin typeface="Nimbus Sans Narrow"/>
                <a:ea typeface="Nimbus Sans Narrow"/>
                <a:cs typeface="Nimbus Sans Narrow"/>
              </a:defRPr>
            </a:lvl3pPr>
            <a:lvl4pPr algn="l">
              <a:defRPr sz="2250" b="0">
                <a:solidFill>
                  <a:srgbClr val="FFFFFF"/>
                </a:solidFill>
                <a:latin typeface="Nimbus Sans Narrow"/>
                <a:ea typeface="Nimbus Sans Narrow"/>
                <a:cs typeface="Nimbus Sans Narrow"/>
              </a:defRPr>
            </a:lvl4pPr>
            <a:lvl5pPr algn="l">
              <a:defRPr sz="2250" b="0">
                <a:solidFill>
                  <a:srgbClr val="FFFFFF"/>
                </a:solidFill>
                <a:latin typeface="Nimbus Sans Narrow"/>
                <a:ea typeface="Nimbus Sans Narrow"/>
                <a:cs typeface="Nimbus Sans Narrow"/>
              </a:defRPr>
            </a:lvl5pPr>
            <a:lvl6pPr algn="l">
              <a:defRPr sz="2250" b="0">
                <a:solidFill>
                  <a:srgbClr val="FFFFFF"/>
                </a:solidFill>
                <a:latin typeface="Nimbus Sans Narrow"/>
                <a:ea typeface="Nimbus Sans Narrow"/>
                <a:cs typeface="Nimbus Sans Narrow"/>
              </a:defRPr>
            </a:lvl6pPr>
            <a:lvl7pPr algn="l">
              <a:defRPr sz="2250" b="0">
                <a:solidFill>
                  <a:srgbClr val="FFFFFF"/>
                </a:solidFill>
                <a:latin typeface="Nimbus Sans Narrow"/>
                <a:ea typeface="Nimbus Sans Narrow"/>
                <a:cs typeface="Nimbus Sans Narrow"/>
              </a:defRPr>
            </a:lvl7pPr>
            <a:lvl8pPr algn="l">
              <a:defRPr sz="2250" b="0">
                <a:solidFill>
                  <a:srgbClr val="FFFFFF"/>
                </a:solidFill>
                <a:latin typeface="Nimbus Sans Narrow"/>
                <a:ea typeface="Nimbus Sans Narrow"/>
                <a:cs typeface="Nimbus Sans Narrow"/>
              </a:defRPr>
            </a:lvl8pPr>
            <a:lvl9pPr algn="l">
              <a:defRPr sz="2250" b="0">
                <a:solidFill>
                  <a:srgbClr val="FFFFFF"/>
                </a:solidFill>
                <a:latin typeface="Nimbus Sans Narrow"/>
                <a:ea typeface="Nimbus Sans Narrow"/>
                <a:cs typeface="Nimbus Sans Narrow"/>
              </a:defRPr>
            </a:lvl9pPr>
          </a:lstStyle>
          <a:p>
            <a:pPr algn="l">
              <a:defRPr sz="2250" b="0">
                <a:solidFill>
                  <a:srgbClr val="FFFFFF"/>
                </a:solidFill>
                <a:latin typeface="Nimbus Sans Narrow"/>
                <a:ea typeface="Nimbus Sans Narrow"/>
                <a:cs typeface="Nimbus Sans Narrow"/>
              </a:defRPr>
            </a:pPr>
            <a:r>
              <a:rPr sz="2250" b="0">
                <a:solidFill>
                  <a:srgbClr val="FFFFFF"/>
                </a:solidFill>
                <a:latin typeface="Nimbus Sans Narrow"/>
                <a:ea typeface="Nimbus Sans Narrow"/>
                <a:cs typeface="Nimbus Sans Narrow"/>
              </a:rPr>
              <a:t>Establish the reference population needed to recognize departures from expectation.</a:t>
            </a:r>
          </a:p>
        </p:txBody>
      </p:sp>
      <p:sp>
        <p:nvSpPr>
          <p:cNvPr id="8" name="overlap-note">
            <a:extLst>
              <a:ext uri="{FF2B5EF4-FFF2-40B4-BE49-F238E27FC236}">
                <a16:creationId xmlns:a16="http://schemas.microsoft.com/office/drawing/2014/main" id="{B89C6E96-F09E-42CE-8B14-EB45B9392DCD}"/>
              </a:ext>
            </a:extLst>
          </p:cNvPr>
          <p:cNvSpPr>
            <a:spLocks noGrp="1"/>
          </p:cNvSpPr>
          <p:nvPr/>
        </p:nvSpPr>
        <p:spPr>
          <a:xfrm>
            <a:off x="1047750" y="6057900"/>
            <a:ext cx="10001250" cy="304800"/>
          </a:xfrm>
          <a:prstGeom prst="rect">
            <a:avLst/>
          </a:prstGeom>
          <a:noFill/>
          <a:ln w="0">
            <a:noFill/>
            <a:prstDash val="solid"/>
          </a:ln>
        </p:spPr>
        <p:txBody>
          <a:bodyPr lIns="0" tIns="0" rIns="0" bIns="0" anchor="ctr"/>
          <a:lstStyle>
            <a:defPPr algn="r">
              <a:defRPr sz="1500" b="0">
                <a:solidFill>
                  <a:srgbClr val="FFFFFF"/>
                </a:solidFill>
                <a:latin typeface="Nimbus Sans Narrow"/>
                <a:ea typeface="Nimbus Sans Narrow"/>
                <a:cs typeface="Nimbus Sans Narrow"/>
              </a:defRPr>
            </a:defPPr>
            <a:lvl1pPr algn="r">
              <a:defRPr sz="1500" b="0">
                <a:solidFill>
                  <a:srgbClr val="FFFFFF"/>
                </a:solidFill>
                <a:latin typeface="Nimbus Sans Narrow"/>
                <a:ea typeface="Nimbus Sans Narrow"/>
                <a:cs typeface="Nimbus Sans Narrow"/>
              </a:defRPr>
            </a:lvl1pPr>
            <a:lvl2pPr algn="r">
              <a:defRPr sz="1500" b="0">
                <a:solidFill>
                  <a:srgbClr val="FFFFFF"/>
                </a:solidFill>
                <a:latin typeface="Nimbus Sans Narrow"/>
                <a:ea typeface="Nimbus Sans Narrow"/>
                <a:cs typeface="Nimbus Sans Narrow"/>
              </a:defRPr>
            </a:lvl2pPr>
            <a:lvl3pPr algn="r">
              <a:defRPr sz="1500" b="0">
                <a:solidFill>
                  <a:srgbClr val="FFFFFF"/>
                </a:solidFill>
                <a:latin typeface="Nimbus Sans Narrow"/>
                <a:ea typeface="Nimbus Sans Narrow"/>
                <a:cs typeface="Nimbus Sans Narrow"/>
              </a:defRPr>
            </a:lvl3pPr>
            <a:lvl4pPr algn="r">
              <a:defRPr sz="1500" b="0">
                <a:solidFill>
                  <a:srgbClr val="FFFFFF"/>
                </a:solidFill>
                <a:latin typeface="Nimbus Sans Narrow"/>
                <a:ea typeface="Nimbus Sans Narrow"/>
                <a:cs typeface="Nimbus Sans Narrow"/>
              </a:defRPr>
            </a:lvl4pPr>
            <a:lvl5pPr algn="r">
              <a:defRPr sz="1500" b="0">
                <a:solidFill>
                  <a:srgbClr val="FFFFFF"/>
                </a:solidFill>
                <a:latin typeface="Nimbus Sans Narrow"/>
                <a:ea typeface="Nimbus Sans Narrow"/>
                <a:cs typeface="Nimbus Sans Narrow"/>
              </a:defRPr>
            </a:lvl5pPr>
            <a:lvl6pPr algn="r">
              <a:defRPr sz="1500" b="0">
                <a:solidFill>
                  <a:srgbClr val="FFFFFF"/>
                </a:solidFill>
                <a:latin typeface="Nimbus Sans Narrow"/>
                <a:ea typeface="Nimbus Sans Narrow"/>
                <a:cs typeface="Nimbus Sans Narrow"/>
              </a:defRPr>
            </a:lvl6pPr>
            <a:lvl7pPr algn="r">
              <a:defRPr sz="1500" b="0">
                <a:solidFill>
                  <a:srgbClr val="FFFFFF"/>
                </a:solidFill>
                <a:latin typeface="Nimbus Sans Narrow"/>
                <a:ea typeface="Nimbus Sans Narrow"/>
                <a:cs typeface="Nimbus Sans Narrow"/>
              </a:defRPr>
            </a:lvl7pPr>
            <a:lvl8pPr algn="r">
              <a:defRPr sz="1500" b="0">
                <a:solidFill>
                  <a:srgbClr val="FFFFFF"/>
                </a:solidFill>
                <a:latin typeface="Nimbus Sans Narrow"/>
                <a:ea typeface="Nimbus Sans Narrow"/>
                <a:cs typeface="Nimbus Sans Narrow"/>
              </a:defRPr>
            </a:lvl8pPr>
            <a:lvl9pPr algn="r">
              <a:defRPr sz="1500" b="0">
                <a:solidFill>
                  <a:srgbClr val="FFFFFF"/>
                </a:solidFill>
                <a:latin typeface="Nimbus Sans Narrow"/>
                <a:ea typeface="Nimbus Sans Narrow"/>
                <a:cs typeface="Nimbus Sans Narrow"/>
              </a:defRPr>
            </a:lvl9pPr>
          </a:lstStyle>
          <a:p>
            <a:pPr algn="r">
              <a:defRPr sz="1500" b="0">
                <a:solidFill>
                  <a:srgbClr val="FFFFFF"/>
                </a:solidFill>
                <a:latin typeface="Nimbus Sans Narrow"/>
                <a:ea typeface="Nimbus Sans Narrow"/>
                <a:cs typeface="Nimbus Sans Narrow"/>
              </a:defRPr>
            </a:pPr>
            <a:r>
              <a:rPr sz="1500" b="0">
                <a:solidFill>
                  <a:srgbClr val="FFFFFF"/>
                </a:solidFill>
                <a:latin typeface="Nimbus Sans Narrow"/>
                <a:ea typeface="Nimbus Sans Narrow"/>
                <a:cs typeface="Nimbus Sans Narrow"/>
              </a:rPr>
              <a:t>Operational states overlap across places and populations.</a:t>
            </a:r>
          </a:p>
        </p:txBody>
      </p:sp>
    </p:spTree>
    <p:extLst>
      <p:ext uri="{BB962C8B-B14F-4D97-AF65-F5344CB8AC3E}">
        <p14:creationId xmlns:p14="http://schemas.microsoft.com/office/powerpoint/2010/main" val="208067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phase-slide-border">
            <a:extLst>
              <a:ext uri="{FF2B5EF4-FFF2-40B4-BE49-F238E27FC236}">
                <a16:creationId xmlns:a16="http://schemas.microsoft.com/office/drawing/2014/main" id="{52D0FDFD-CAB3-4E30-97DB-DF0FF415FC89}"/>
              </a:ext>
            </a:extLst>
          </p:cNvPr>
          <p:cNvSpPr>
            <a:spLocks noGrp="1"/>
          </p:cNvSpPr>
          <p:nvPr/>
        </p:nvSpPr>
        <p:spPr>
          <a:xfrm>
            <a:off x="76200" y="76200"/>
            <a:ext cx="12039600" cy="6705600"/>
          </a:xfrm>
          <a:prstGeom prst="roundRect">
            <a:avLst>
              <a:gd name="adj" fmla="val 1705"/>
            </a:avLst>
          </a:prstGeom>
          <a:noFill/>
          <a:ln w="19050">
            <a:solidFill>
              <a:srgbClr val="0B69E8"/>
            </a:solidFill>
            <a:prstDash val="solid"/>
          </a:ln>
        </p:spPr>
        <p:txBody>
          <a:bodyPr/>
          <a:lstStyle/>
          <a:p>
            <a:endParaRPr lang="en-US"/>
          </a:p>
        </p:txBody>
      </p:sp>
      <p:sp>
        <p:nvSpPr>
          <p:cNvPr id="2" name="slide-title">
            <a:extLst>
              <a:ext uri="{FF2B5EF4-FFF2-40B4-BE49-F238E27FC236}">
                <a16:creationId xmlns:a16="http://schemas.microsoft.com/office/drawing/2014/main" id="{F80D4E52-E060-4CB1-9762-EDB094B21BDC}"/>
              </a:ext>
            </a:extLst>
          </p:cNvPr>
          <p:cNvSpPr>
            <a:spLocks noGrp="1"/>
          </p:cNvSpPr>
          <p:nvPr/>
        </p:nvSpPr>
        <p:spPr>
          <a:xfrm>
            <a:off x="533400" y="266700"/>
            <a:ext cx="11125200" cy="552450"/>
          </a:xfrm>
          <a:prstGeom prst="rect">
            <a:avLst/>
          </a:prstGeom>
          <a:noFill/>
          <a:ln w="0">
            <a:noFill/>
            <a:prstDash val="solid"/>
          </a:ln>
        </p:spPr>
        <p:txBody>
          <a:bodyPr lIns="0" tIns="0" rIns="0" bIns="0" anchor="ctr"/>
          <a:lstStyle>
            <a:defPPr algn="ctr">
              <a:defRPr sz="3000" b="1">
                <a:solidFill>
                  <a:srgbClr val="070D3A"/>
                </a:solidFill>
                <a:latin typeface="Nimbus Sans Narrow"/>
                <a:ea typeface="Nimbus Sans Narrow"/>
                <a:cs typeface="Nimbus Sans Narrow"/>
              </a:defRPr>
            </a:defPPr>
            <a:lvl1pPr algn="ctr">
              <a:defRPr sz="3000" b="1">
                <a:solidFill>
                  <a:srgbClr val="070D3A"/>
                </a:solidFill>
                <a:latin typeface="Nimbus Sans Narrow"/>
                <a:ea typeface="Nimbus Sans Narrow"/>
                <a:cs typeface="Nimbus Sans Narrow"/>
              </a:defRPr>
            </a:lvl1pPr>
            <a:lvl2pPr algn="ctr">
              <a:defRPr sz="3000" b="1">
                <a:solidFill>
                  <a:srgbClr val="070D3A"/>
                </a:solidFill>
                <a:latin typeface="Nimbus Sans Narrow"/>
                <a:ea typeface="Nimbus Sans Narrow"/>
                <a:cs typeface="Nimbus Sans Narrow"/>
              </a:defRPr>
            </a:lvl2pPr>
            <a:lvl3pPr algn="ctr">
              <a:defRPr sz="3000" b="1">
                <a:solidFill>
                  <a:srgbClr val="070D3A"/>
                </a:solidFill>
                <a:latin typeface="Nimbus Sans Narrow"/>
                <a:ea typeface="Nimbus Sans Narrow"/>
                <a:cs typeface="Nimbus Sans Narrow"/>
              </a:defRPr>
            </a:lvl3pPr>
            <a:lvl4pPr algn="ctr">
              <a:defRPr sz="3000" b="1">
                <a:solidFill>
                  <a:srgbClr val="070D3A"/>
                </a:solidFill>
                <a:latin typeface="Nimbus Sans Narrow"/>
                <a:ea typeface="Nimbus Sans Narrow"/>
                <a:cs typeface="Nimbus Sans Narrow"/>
              </a:defRPr>
            </a:lvl4pPr>
            <a:lvl5pPr algn="ctr">
              <a:defRPr sz="3000" b="1">
                <a:solidFill>
                  <a:srgbClr val="070D3A"/>
                </a:solidFill>
                <a:latin typeface="Nimbus Sans Narrow"/>
                <a:ea typeface="Nimbus Sans Narrow"/>
                <a:cs typeface="Nimbus Sans Narrow"/>
              </a:defRPr>
            </a:lvl5pPr>
            <a:lvl6pPr algn="ctr">
              <a:defRPr sz="3000" b="1">
                <a:solidFill>
                  <a:srgbClr val="070D3A"/>
                </a:solidFill>
                <a:latin typeface="Nimbus Sans Narrow"/>
                <a:ea typeface="Nimbus Sans Narrow"/>
                <a:cs typeface="Nimbus Sans Narrow"/>
              </a:defRPr>
            </a:lvl6pPr>
            <a:lvl7pPr algn="ctr">
              <a:defRPr sz="3000" b="1">
                <a:solidFill>
                  <a:srgbClr val="070D3A"/>
                </a:solidFill>
                <a:latin typeface="Nimbus Sans Narrow"/>
                <a:ea typeface="Nimbus Sans Narrow"/>
                <a:cs typeface="Nimbus Sans Narrow"/>
              </a:defRPr>
            </a:lvl7pPr>
            <a:lvl8pPr algn="ctr">
              <a:defRPr sz="3000" b="1">
                <a:solidFill>
                  <a:srgbClr val="070D3A"/>
                </a:solidFill>
                <a:latin typeface="Nimbus Sans Narrow"/>
                <a:ea typeface="Nimbus Sans Narrow"/>
                <a:cs typeface="Nimbus Sans Narrow"/>
              </a:defRPr>
            </a:lvl8pPr>
            <a:lvl9pPr algn="ctr">
              <a:defRPr sz="3000" b="1">
                <a:solidFill>
                  <a:srgbClr val="070D3A"/>
                </a:solidFill>
                <a:latin typeface="Nimbus Sans Narrow"/>
                <a:ea typeface="Nimbus Sans Narrow"/>
                <a:cs typeface="Nimbus Sans Narrow"/>
              </a:defRPr>
            </a:lvl9pPr>
          </a:lstStyle>
          <a:p>
            <a:pPr algn="ctr">
              <a:defRPr sz="3000" b="1">
                <a:solidFill>
                  <a:srgbClr val="070D3A"/>
                </a:solidFill>
                <a:latin typeface="Nimbus Sans Narrow"/>
                <a:ea typeface="Nimbus Sans Narrow"/>
                <a:cs typeface="Nimbus Sans Narrow"/>
              </a:defRPr>
            </a:pPr>
            <a:r>
              <a:rPr sz="3000" b="1">
                <a:solidFill>
                  <a:srgbClr val="070D3A"/>
                </a:solidFill>
                <a:latin typeface="Nimbus Sans Narrow"/>
                <a:ea typeface="Nimbus Sans Narrow"/>
                <a:cs typeface="Nimbus Sans Narrow"/>
              </a:rPr>
              <a:t>An anomaly depends on the surveillance baseline</a:t>
            </a:r>
          </a:p>
        </p:txBody>
      </p:sp>
      <p:sp>
        <p:nvSpPr>
          <p:cNvPr id="3" name="baseline-label">
            <a:extLst>
              <a:ext uri="{FF2B5EF4-FFF2-40B4-BE49-F238E27FC236}">
                <a16:creationId xmlns:a16="http://schemas.microsoft.com/office/drawing/2014/main" id="{0787ED50-E755-4314-A0AB-CDB2C63AFA60}"/>
              </a:ext>
            </a:extLst>
          </p:cNvPr>
          <p:cNvSpPr>
            <a:spLocks noGrp="1"/>
          </p:cNvSpPr>
          <p:nvPr/>
        </p:nvSpPr>
        <p:spPr>
          <a:xfrm>
            <a:off x="857250" y="1257300"/>
            <a:ext cx="4857750" cy="285750"/>
          </a:xfrm>
          <a:prstGeom prst="rect">
            <a:avLst/>
          </a:prstGeom>
          <a:noFill/>
          <a:ln w="0">
            <a:noFill/>
            <a:prstDash val="solid"/>
          </a:ln>
        </p:spPr>
        <p:txBody>
          <a:bodyPr lIns="0" tIns="0" rIns="0" bIns="0" anchor="ctr"/>
          <a:lstStyle>
            <a:defPPr algn="ctr">
              <a:defRPr sz="1500" b="1">
                <a:solidFill>
                  <a:srgbClr val="0B69E8"/>
                </a:solidFill>
                <a:latin typeface="Nimbus Sans Narrow"/>
                <a:ea typeface="Nimbus Sans Narrow"/>
                <a:cs typeface="Nimbus Sans Narrow"/>
              </a:defRPr>
            </a:defPPr>
            <a:lvl1pPr algn="ctr">
              <a:defRPr sz="1500" b="1">
                <a:solidFill>
                  <a:srgbClr val="0B69E8"/>
                </a:solidFill>
                <a:latin typeface="Nimbus Sans Narrow"/>
                <a:ea typeface="Nimbus Sans Narrow"/>
                <a:cs typeface="Nimbus Sans Narrow"/>
              </a:defRPr>
            </a:lvl1pPr>
            <a:lvl2pPr algn="ctr">
              <a:defRPr sz="1500" b="1">
                <a:solidFill>
                  <a:srgbClr val="0B69E8"/>
                </a:solidFill>
                <a:latin typeface="Nimbus Sans Narrow"/>
                <a:ea typeface="Nimbus Sans Narrow"/>
                <a:cs typeface="Nimbus Sans Narrow"/>
              </a:defRPr>
            </a:lvl2pPr>
            <a:lvl3pPr algn="ctr">
              <a:defRPr sz="1500" b="1">
                <a:solidFill>
                  <a:srgbClr val="0B69E8"/>
                </a:solidFill>
                <a:latin typeface="Nimbus Sans Narrow"/>
                <a:ea typeface="Nimbus Sans Narrow"/>
                <a:cs typeface="Nimbus Sans Narrow"/>
              </a:defRPr>
            </a:lvl3pPr>
            <a:lvl4pPr algn="ctr">
              <a:defRPr sz="1500" b="1">
                <a:solidFill>
                  <a:srgbClr val="0B69E8"/>
                </a:solidFill>
                <a:latin typeface="Nimbus Sans Narrow"/>
                <a:ea typeface="Nimbus Sans Narrow"/>
                <a:cs typeface="Nimbus Sans Narrow"/>
              </a:defRPr>
            </a:lvl4pPr>
            <a:lvl5pPr algn="ctr">
              <a:defRPr sz="1500" b="1">
                <a:solidFill>
                  <a:srgbClr val="0B69E8"/>
                </a:solidFill>
                <a:latin typeface="Nimbus Sans Narrow"/>
                <a:ea typeface="Nimbus Sans Narrow"/>
                <a:cs typeface="Nimbus Sans Narrow"/>
              </a:defRPr>
            </a:lvl5pPr>
            <a:lvl6pPr algn="ctr">
              <a:defRPr sz="1500" b="1">
                <a:solidFill>
                  <a:srgbClr val="0B69E8"/>
                </a:solidFill>
                <a:latin typeface="Nimbus Sans Narrow"/>
                <a:ea typeface="Nimbus Sans Narrow"/>
                <a:cs typeface="Nimbus Sans Narrow"/>
              </a:defRPr>
            </a:lvl6pPr>
            <a:lvl7pPr algn="ctr">
              <a:defRPr sz="1500" b="1">
                <a:solidFill>
                  <a:srgbClr val="0B69E8"/>
                </a:solidFill>
                <a:latin typeface="Nimbus Sans Narrow"/>
                <a:ea typeface="Nimbus Sans Narrow"/>
                <a:cs typeface="Nimbus Sans Narrow"/>
              </a:defRPr>
            </a:lvl7pPr>
            <a:lvl8pPr algn="ctr">
              <a:defRPr sz="1500" b="1">
                <a:solidFill>
                  <a:srgbClr val="0B69E8"/>
                </a:solidFill>
                <a:latin typeface="Nimbus Sans Narrow"/>
                <a:ea typeface="Nimbus Sans Narrow"/>
                <a:cs typeface="Nimbus Sans Narrow"/>
              </a:defRPr>
            </a:lvl8pPr>
            <a:lvl9pPr algn="ctr">
              <a:defRPr sz="1500" b="1">
                <a:solidFill>
                  <a:srgbClr val="0B69E8"/>
                </a:solidFill>
                <a:latin typeface="Nimbus Sans Narrow"/>
                <a:ea typeface="Nimbus Sans Narrow"/>
                <a:cs typeface="Nimbus Sans Narrow"/>
              </a:defRPr>
            </a:lvl9pPr>
          </a:lstStyle>
          <a:p>
            <a:pPr algn="ctr">
              <a:defRPr sz="1500" b="1">
                <a:solidFill>
                  <a:srgbClr val="0B69E8"/>
                </a:solidFill>
                <a:latin typeface="Nimbus Sans Narrow"/>
                <a:ea typeface="Nimbus Sans Narrow"/>
                <a:cs typeface="Nimbus Sans Narrow"/>
              </a:defRPr>
            </a:pPr>
            <a:r>
              <a:rPr sz="1500" b="1">
                <a:solidFill>
                  <a:srgbClr val="0B69E8"/>
                </a:solidFill>
                <a:latin typeface="Nimbus Sans Narrow"/>
                <a:ea typeface="Nimbus Sans Narrow"/>
                <a:cs typeface="Nimbus Sans Narrow"/>
              </a:rPr>
              <a:t>OBSERVED BACKGROUND</a:t>
            </a:r>
          </a:p>
        </p:txBody>
      </p:sp>
      <p:sp>
        <p:nvSpPr>
          <p:cNvPr id="4" name="baseline-field">
            <a:extLst>
              <a:ext uri="{FF2B5EF4-FFF2-40B4-BE49-F238E27FC236}">
                <a16:creationId xmlns:a16="http://schemas.microsoft.com/office/drawing/2014/main" id="{CB3A6DCC-FDAE-4F47-AFEB-39D0873DE04C}"/>
              </a:ext>
            </a:extLst>
          </p:cNvPr>
          <p:cNvSpPr>
            <a:spLocks noGrp="1"/>
          </p:cNvSpPr>
          <p:nvPr/>
        </p:nvSpPr>
        <p:spPr>
          <a:xfrm>
            <a:off x="819150" y="1657350"/>
            <a:ext cx="4953000" cy="3333750"/>
          </a:xfrm>
          <a:prstGeom prst="roundRect">
            <a:avLst>
              <a:gd name="adj" fmla="val 5143"/>
            </a:avLst>
          </a:prstGeom>
          <a:solidFill>
            <a:srgbClr val="EAF5FF"/>
          </a:solidFill>
          <a:ln w="14288">
            <a:solidFill>
              <a:srgbClr val="0B69E8"/>
            </a:solidFill>
            <a:prstDash val="solid"/>
          </a:ln>
        </p:spPr>
        <p:txBody>
          <a:bodyPr/>
          <a:lstStyle/>
          <a:p>
            <a:endParaRPr lang="en-US"/>
          </a:p>
        </p:txBody>
      </p:sp>
      <p:sp>
        <p:nvSpPr>
          <p:cNvPr id="5" name="baseline-dot-0">
            <a:extLst>
              <a:ext uri="{FF2B5EF4-FFF2-40B4-BE49-F238E27FC236}">
                <a16:creationId xmlns:a16="http://schemas.microsoft.com/office/drawing/2014/main" id="{623DB61A-4D13-489F-8475-EFA1444F9CD5}"/>
              </a:ext>
            </a:extLst>
          </p:cNvPr>
          <p:cNvSpPr>
            <a:spLocks noGrp="1"/>
          </p:cNvSpPr>
          <p:nvPr/>
        </p:nvSpPr>
        <p:spPr>
          <a:xfrm>
            <a:off x="1304925" y="2066925"/>
            <a:ext cx="247650" cy="247650"/>
          </a:xfrm>
          <a:prstGeom prst="ellipse">
            <a:avLst/>
          </a:prstGeom>
          <a:solidFill>
            <a:srgbClr val="0B69E8"/>
          </a:solidFill>
          <a:ln w="19050">
            <a:solidFill>
              <a:srgbClr val="FFFFFF"/>
            </a:solidFill>
            <a:prstDash val="solid"/>
          </a:ln>
        </p:spPr>
        <p:txBody>
          <a:bodyPr/>
          <a:lstStyle/>
          <a:p>
            <a:endParaRPr lang="en-US"/>
          </a:p>
        </p:txBody>
      </p:sp>
      <p:sp>
        <p:nvSpPr>
          <p:cNvPr id="6" name="baseline-dot-1">
            <a:extLst>
              <a:ext uri="{FF2B5EF4-FFF2-40B4-BE49-F238E27FC236}">
                <a16:creationId xmlns:a16="http://schemas.microsoft.com/office/drawing/2014/main" id="{C288CE0A-C554-4B86-9164-D4446B40C05B}"/>
              </a:ext>
            </a:extLst>
          </p:cNvPr>
          <p:cNvSpPr>
            <a:spLocks noGrp="1"/>
          </p:cNvSpPr>
          <p:nvPr/>
        </p:nvSpPr>
        <p:spPr>
          <a:xfrm>
            <a:off x="1971675" y="1876425"/>
            <a:ext cx="247650" cy="247650"/>
          </a:xfrm>
          <a:prstGeom prst="ellipse">
            <a:avLst/>
          </a:prstGeom>
          <a:solidFill>
            <a:srgbClr val="0B69E8"/>
          </a:solidFill>
          <a:ln w="19050">
            <a:solidFill>
              <a:srgbClr val="FFFFFF"/>
            </a:solidFill>
            <a:prstDash val="solid"/>
          </a:ln>
        </p:spPr>
        <p:txBody>
          <a:bodyPr/>
          <a:lstStyle/>
          <a:p>
            <a:endParaRPr lang="en-US"/>
          </a:p>
        </p:txBody>
      </p:sp>
      <p:sp>
        <p:nvSpPr>
          <p:cNvPr id="7" name="baseline-dot-2">
            <a:extLst>
              <a:ext uri="{FF2B5EF4-FFF2-40B4-BE49-F238E27FC236}">
                <a16:creationId xmlns:a16="http://schemas.microsoft.com/office/drawing/2014/main" id="{6DB7048E-E7D9-4B6E-8A82-F111D4037ACE}"/>
              </a:ext>
            </a:extLst>
          </p:cNvPr>
          <p:cNvSpPr>
            <a:spLocks noGrp="1"/>
          </p:cNvSpPr>
          <p:nvPr/>
        </p:nvSpPr>
        <p:spPr>
          <a:xfrm>
            <a:off x="2657475" y="2352675"/>
            <a:ext cx="247650" cy="247650"/>
          </a:xfrm>
          <a:prstGeom prst="ellipse">
            <a:avLst/>
          </a:prstGeom>
          <a:solidFill>
            <a:srgbClr val="0B69E8"/>
          </a:solidFill>
          <a:ln w="19050">
            <a:solidFill>
              <a:srgbClr val="FFFFFF"/>
            </a:solidFill>
            <a:prstDash val="solid"/>
          </a:ln>
        </p:spPr>
        <p:txBody>
          <a:bodyPr/>
          <a:lstStyle/>
          <a:p>
            <a:endParaRPr lang="en-US"/>
          </a:p>
        </p:txBody>
      </p:sp>
      <p:sp>
        <p:nvSpPr>
          <p:cNvPr id="8" name="baseline-dot-3">
            <a:extLst>
              <a:ext uri="{FF2B5EF4-FFF2-40B4-BE49-F238E27FC236}">
                <a16:creationId xmlns:a16="http://schemas.microsoft.com/office/drawing/2014/main" id="{5F07BEE1-2E91-4C71-B137-3B2E582EBB23}"/>
              </a:ext>
            </a:extLst>
          </p:cNvPr>
          <p:cNvSpPr>
            <a:spLocks noGrp="1"/>
          </p:cNvSpPr>
          <p:nvPr/>
        </p:nvSpPr>
        <p:spPr>
          <a:xfrm>
            <a:off x="3305175" y="1971675"/>
            <a:ext cx="247650" cy="247650"/>
          </a:xfrm>
          <a:prstGeom prst="ellipse">
            <a:avLst/>
          </a:prstGeom>
          <a:solidFill>
            <a:srgbClr val="0B69E8"/>
          </a:solidFill>
          <a:ln w="19050">
            <a:solidFill>
              <a:srgbClr val="FFFFFF"/>
            </a:solidFill>
            <a:prstDash val="solid"/>
          </a:ln>
        </p:spPr>
        <p:txBody>
          <a:bodyPr/>
          <a:lstStyle/>
          <a:p>
            <a:endParaRPr lang="en-US"/>
          </a:p>
        </p:txBody>
      </p:sp>
      <p:sp>
        <p:nvSpPr>
          <p:cNvPr id="9" name="baseline-dot-4">
            <a:extLst>
              <a:ext uri="{FF2B5EF4-FFF2-40B4-BE49-F238E27FC236}">
                <a16:creationId xmlns:a16="http://schemas.microsoft.com/office/drawing/2014/main" id="{448ED36C-DE7C-49E4-A009-0EC9181265FB}"/>
              </a:ext>
            </a:extLst>
          </p:cNvPr>
          <p:cNvSpPr>
            <a:spLocks noGrp="1"/>
          </p:cNvSpPr>
          <p:nvPr/>
        </p:nvSpPr>
        <p:spPr>
          <a:xfrm>
            <a:off x="4162425" y="2257425"/>
            <a:ext cx="247650" cy="247650"/>
          </a:xfrm>
          <a:prstGeom prst="ellipse">
            <a:avLst/>
          </a:prstGeom>
          <a:solidFill>
            <a:srgbClr val="0B69E8"/>
          </a:solidFill>
          <a:ln w="19050">
            <a:solidFill>
              <a:srgbClr val="FFFFFF"/>
            </a:solidFill>
            <a:prstDash val="solid"/>
          </a:ln>
        </p:spPr>
        <p:txBody>
          <a:bodyPr/>
          <a:lstStyle/>
          <a:p>
            <a:endParaRPr lang="en-US"/>
          </a:p>
        </p:txBody>
      </p:sp>
      <p:sp>
        <p:nvSpPr>
          <p:cNvPr id="10" name="baseline-dot-5">
            <a:extLst>
              <a:ext uri="{FF2B5EF4-FFF2-40B4-BE49-F238E27FC236}">
                <a16:creationId xmlns:a16="http://schemas.microsoft.com/office/drawing/2014/main" id="{0099FA52-5C15-4C42-8FD5-69148D4755C0}"/>
              </a:ext>
            </a:extLst>
          </p:cNvPr>
          <p:cNvSpPr>
            <a:spLocks noGrp="1"/>
          </p:cNvSpPr>
          <p:nvPr/>
        </p:nvSpPr>
        <p:spPr>
          <a:xfrm>
            <a:off x="4924425" y="1924050"/>
            <a:ext cx="247650" cy="247650"/>
          </a:xfrm>
          <a:prstGeom prst="ellipse">
            <a:avLst/>
          </a:prstGeom>
          <a:solidFill>
            <a:srgbClr val="0B69E8"/>
          </a:solidFill>
          <a:ln w="19050">
            <a:solidFill>
              <a:srgbClr val="FFFFFF"/>
            </a:solidFill>
            <a:prstDash val="solid"/>
          </a:ln>
        </p:spPr>
        <p:txBody>
          <a:bodyPr/>
          <a:lstStyle/>
          <a:p>
            <a:endParaRPr lang="en-US"/>
          </a:p>
        </p:txBody>
      </p:sp>
      <p:sp>
        <p:nvSpPr>
          <p:cNvPr id="11" name="baseline-dot-6">
            <a:extLst>
              <a:ext uri="{FF2B5EF4-FFF2-40B4-BE49-F238E27FC236}">
                <a16:creationId xmlns:a16="http://schemas.microsoft.com/office/drawing/2014/main" id="{C0890413-DC5B-481A-89BC-6D2B6F704080}"/>
              </a:ext>
            </a:extLst>
          </p:cNvPr>
          <p:cNvSpPr>
            <a:spLocks noGrp="1"/>
          </p:cNvSpPr>
          <p:nvPr/>
        </p:nvSpPr>
        <p:spPr>
          <a:xfrm>
            <a:off x="1543050" y="2924175"/>
            <a:ext cx="247650" cy="247650"/>
          </a:xfrm>
          <a:prstGeom prst="ellipse">
            <a:avLst/>
          </a:prstGeom>
          <a:solidFill>
            <a:srgbClr val="0B69E8"/>
          </a:solidFill>
          <a:ln w="19050">
            <a:solidFill>
              <a:srgbClr val="FFFFFF"/>
            </a:solidFill>
            <a:prstDash val="solid"/>
          </a:ln>
        </p:spPr>
        <p:txBody>
          <a:bodyPr/>
          <a:lstStyle/>
          <a:p>
            <a:endParaRPr lang="en-US"/>
          </a:p>
        </p:txBody>
      </p:sp>
      <p:sp>
        <p:nvSpPr>
          <p:cNvPr id="12" name="baseline-dot-7">
            <a:extLst>
              <a:ext uri="{FF2B5EF4-FFF2-40B4-BE49-F238E27FC236}">
                <a16:creationId xmlns:a16="http://schemas.microsoft.com/office/drawing/2014/main" id="{0A34AD6E-0D45-4DA2-B2FF-3D01F2F419C9}"/>
              </a:ext>
            </a:extLst>
          </p:cNvPr>
          <p:cNvSpPr>
            <a:spLocks noGrp="1"/>
          </p:cNvSpPr>
          <p:nvPr/>
        </p:nvSpPr>
        <p:spPr>
          <a:xfrm>
            <a:off x="2257425" y="3162300"/>
            <a:ext cx="247650" cy="247650"/>
          </a:xfrm>
          <a:prstGeom prst="ellipse">
            <a:avLst/>
          </a:prstGeom>
          <a:solidFill>
            <a:srgbClr val="0B69E8"/>
          </a:solidFill>
          <a:ln w="19050">
            <a:solidFill>
              <a:srgbClr val="FFFFFF"/>
            </a:solidFill>
            <a:prstDash val="solid"/>
          </a:ln>
        </p:spPr>
        <p:txBody>
          <a:bodyPr/>
          <a:lstStyle/>
          <a:p>
            <a:endParaRPr lang="en-US"/>
          </a:p>
        </p:txBody>
      </p:sp>
      <p:sp>
        <p:nvSpPr>
          <p:cNvPr id="13" name="baseline-dot-8">
            <a:extLst>
              <a:ext uri="{FF2B5EF4-FFF2-40B4-BE49-F238E27FC236}">
                <a16:creationId xmlns:a16="http://schemas.microsoft.com/office/drawing/2014/main" id="{EE6188C5-9E2E-4CE2-A5F3-C6F4F35AD0EB}"/>
              </a:ext>
            </a:extLst>
          </p:cNvPr>
          <p:cNvSpPr>
            <a:spLocks noGrp="1"/>
          </p:cNvSpPr>
          <p:nvPr/>
        </p:nvSpPr>
        <p:spPr>
          <a:xfrm>
            <a:off x="3019425" y="2828925"/>
            <a:ext cx="247650" cy="247650"/>
          </a:xfrm>
          <a:prstGeom prst="ellipse">
            <a:avLst/>
          </a:prstGeom>
          <a:solidFill>
            <a:srgbClr val="0B69E8"/>
          </a:solidFill>
          <a:ln w="19050">
            <a:solidFill>
              <a:srgbClr val="FFFFFF"/>
            </a:solidFill>
            <a:prstDash val="solid"/>
          </a:ln>
        </p:spPr>
        <p:txBody>
          <a:bodyPr/>
          <a:lstStyle/>
          <a:p>
            <a:endParaRPr lang="en-US"/>
          </a:p>
        </p:txBody>
      </p:sp>
      <p:sp>
        <p:nvSpPr>
          <p:cNvPr id="14" name="baseline-dot-9">
            <a:extLst>
              <a:ext uri="{FF2B5EF4-FFF2-40B4-BE49-F238E27FC236}">
                <a16:creationId xmlns:a16="http://schemas.microsoft.com/office/drawing/2014/main" id="{34536090-CACE-433F-B402-E4710351D1DB}"/>
              </a:ext>
            </a:extLst>
          </p:cNvPr>
          <p:cNvSpPr>
            <a:spLocks noGrp="1"/>
          </p:cNvSpPr>
          <p:nvPr/>
        </p:nvSpPr>
        <p:spPr>
          <a:xfrm>
            <a:off x="3781425" y="3305175"/>
            <a:ext cx="247650" cy="247650"/>
          </a:xfrm>
          <a:prstGeom prst="ellipse">
            <a:avLst/>
          </a:prstGeom>
          <a:solidFill>
            <a:srgbClr val="0B69E8"/>
          </a:solidFill>
          <a:ln w="19050">
            <a:solidFill>
              <a:srgbClr val="FFFFFF"/>
            </a:solidFill>
            <a:prstDash val="solid"/>
          </a:ln>
        </p:spPr>
        <p:txBody>
          <a:bodyPr/>
          <a:lstStyle/>
          <a:p>
            <a:endParaRPr lang="en-US"/>
          </a:p>
        </p:txBody>
      </p:sp>
      <p:sp>
        <p:nvSpPr>
          <p:cNvPr id="15" name="baseline-dot-10">
            <a:extLst>
              <a:ext uri="{FF2B5EF4-FFF2-40B4-BE49-F238E27FC236}">
                <a16:creationId xmlns:a16="http://schemas.microsoft.com/office/drawing/2014/main" id="{A5630846-1E8E-4B05-9EA4-FB30FA5A2320}"/>
              </a:ext>
            </a:extLst>
          </p:cNvPr>
          <p:cNvSpPr>
            <a:spLocks noGrp="1"/>
          </p:cNvSpPr>
          <p:nvPr/>
        </p:nvSpPr>
        <p:spPr>
          <a:xfrm>
            <a:off x="4638675" y="2971800"/>
            <a:ext cx="247650" cy="247650"/>
          </a:xfrm>
          <a:prstGeom prst="ellipse">
            <a:avLst/>
          </a:prstGeom>
          <a:solidFill>
            <a:srgbClr val="0B69E8"/>
          </a:solidFill>
          <a:ln w="19050">
            <a:solidFill>
              <a:srgbClr val="FFFFFF"/>
            </a:solidFill>
            <a:prstDash val="solid"/>
          </a:ln>
        </p:spPr>
        <p:txBody>
          <a:bodyPr/>
          <a:lstStyle/>
          <a:p>
            <a:endParaRPr lang="en-US"/>
          </a:p>
        </p:txBody>
      </p:sp>
      <p:sp>
        <p:nvSpPr>
          <p:cNvPr id="16" name="baseline-dot-11">
            <a:extLst>
              <a:ext uri="{FF2B5EF4-FFF2-40B4-BE49-F238E27FC236}">
                <a16:creationId xmlns:a16="http://schemas.microsoft.com/office/drawing/2014/main" id="{BDDFF664-3676-470F-BB5E-08FD192073B3}"/>
              </a:ext>
            </a:extLst>
          </p:cNvPr>
          <p:cNvSpPr>
            <a:spLocks noGrp="1"/>
          </p:cNvSpPr>
          <p:nvPr/>
        </p:nvSpPr>
        <p:spPr>
          <a:xfrm>
            <a:off x="1257300" y="3971925"/>
            <a:ext cx="247650" cy="247650"/>
          </a:xfrm>
          <a:prstGeom prst="ellipse">
            <a:avLst/>
          </a:prstGeom>
          <a:solidFill>
            <a:srgbClr val="0B69E8"/>
          </a:solidFill>
          <a:ln w="19050">
            <a:solidFill>
              <a:srgbClr val="FFFFFF"/>
            </a:solidFill>
            <a:prstDash val="solid"/>
          </a:ln>
        </p:spPr>
        <p:txBody>
          <a:bodyPr/>
          <a:lstStyle/>
          <a:p>
            <a:endParaRPr lang="en-US"/>
          </a:p>
        </p:txBody>
      </p:sp>
      <p:sp>
        <p:nvSpPr>
          <p:cNvPr id="17" name="baseline-dot-12">
            <a:extLst>
              <a:ext uri="{FF2B5EF4-FFF2-40B4-BE49-F238E27FC236}">
                <a16:creationId xmlns:a16="http://schemas.microsoft.com/office/drawing/2014/main" id="{D0EA2531-580F-4C05-A55C-D1C3929F92D9}"/>
              </a:ext>
            </a:extLst>
          </p:cNvPr>
          <p:cNvSpPr>
            <a:spLocks noGrp="1"/>
          </p:cNvSpPr>
          <p:nvPr/>
        </p:nvSpPr>
        <p:spPr>
          <a:xfrm>
            <a:off x="2066925" y="4162425"/>
            <a:ext cx="247650" cy="247650"/>
          </a:xfrm>
          <a:prstGeom prst="ellipse">
            <a:avLst/>
          </a:prstGeom>
          <a:solidFill>
            <a:srgbClr val="0B69E8"/>
          </a:solidFill>
          <a:ln w="19050">
            <a:solidFill>
              <a:srgbClr val="FFFFFF"/>
            </a:solidFill>
            <a:prstDash val="solid"/>
          </a:ln>
        </p:spPr>
        <p:txBody>
          <a:bodyPr/>
          <a:lstStyle/>
          <a:p>
            <a:endParaRPr lang="en-US"/>
          </a:p>
        </p:txBody>
      </p:sp>
      <p:sp>
        <p:nvSpPr>
          <p:cNvPr id="18" name="baseline-dot-13">
            <a:extLst>
              <a:ext uri="{FF2B5EF4-FFF2-40B4-BE49-F238E27FC236}">
                <a16:creationId xmlns:a16="http://schemas.microsoft.com/office/drawing/2014/main" id="{75E10122-3F74-4175-B5D3-FF4006E03920}"/>
              </a:ext>
            </a:extLst>
          </p:cNvPr>
          <p:cNvSpPr>
            <a:spLocks noGrp="1"/>
          </p:cNvSpPr>
          <p:nvPr/>
        </p:nvSpPr>
        <p:spPr>
          <a:xfrm>
            <a:off x="2828925" y="3876675"/>
            <a:ext cx="247650" cy="247650"/>
          </a:xfrm>
          <a:prstGeom prst="ellipse">
            <a:avLst/>
          </a:prstGeom>
          <a:solidFill>
            <a:srgbClr val="0B69E8"/>
          </a:solidFill>
          <a:ln w="19050">
            <a:solidFill>
              <a:srgbClr val="FFFFFF"/>
            </a:solidFill>
            <a:prstDash val="solid"/>
          </a:ln>
        </p:spPr>
        <p:txBody>
          <a:bodyPr/>
          <a:lstStyle/>
          <a:p>
            <a:endParaRPr lang="en-US"/>
          </a:p>
        </p:txBody>
      </p:sp>
      <p:sp>
        <p:nvSpPr>
          <p:cNvPr id="19" name="baseline-dot-14">
            <a:extLst>
              <a:ext uri="{FF2B5EF4-FFF2-40B4-BE49-F238E27FC236}">
                <a16:creationId xmlns:a16="http://schemas.microsoft.com/office/drawing/2014/main" id="{5FDF1E08-18A8-48FE-B660-3A334DC66E19}"/>
              </a:ext>
            </a:extLst>
          </p:cNvPr>
          <p:cNvSpPr>
            <a:spLocks noGrp="1"/>
          </p:cNvSpPr>
          <p:nvPr/>
        </p:nvSpPr>
        <p:spPr>
          <a:xfrm>
            <a:off x="3638550" y="4352925"/>
            <a:ext cx="247650" cy="247650"/>
          </a:xfrm>
          <a:prstGeom prst="ellipse">
            <a:avLst/>
          </a:prstGeom>
          <a:solidFill>
            <a:srgbClr val="0B69E8"/>
          </a:solidFill>
          <a:ln w="19050">
            <a:solidFill>
              <a:srgbClr val="FFFFFF"/>
            </a:solidFill>
            <a:prstDash val="solid"/>
          </a:ln>
        </p:spPr>
        <p:txBody>
          <a:bodyPr/>
          <a:lstStyle/>
          <a:p>
            <a:endParaRPr lang="en-US"/>
          </a:p>
        </p:txBody>
      </p:sp>
      <p:sp>
        <p:nvSpPr>
          <p:cNvPr id="20" name="baseline-dot-15">
            <a:extLst>
              <a:ext uri="{FF2B5EF4-FFF2-40B4-BE49-F238E27FC236}">
                <a16:creationId xmlns:a16="http://schemas.microsoft.com/office/drawing/2014/main" id="{50022B3F-8A35-4B09-9F0B-15B9B5CA7DCF}"/>
              </a:ext>
            </a:extLst>
          </p:cNvPr>
          <p:cNvSpPr>
            <a:spLocks noGrp="1"/>
          </p:cNvSpPr>
          <p:nvPr/>
        </p:nvSpPr>
        <p:spPr>
          <a:xfrm>
            <a:off x="4686300" y="3971925"/>
            <a:ext cx="247650" cy="247650"/>
          </a:xfrm>
          <a:prstGeom prst="ellipse">
            <a:avLst/>
          </a:prstGeom>
          <a:solidFill>
            <a:srgbClr val="0B69E8"/>
          </a:solidFill>
          <a:ln w="19050">
            <a:solidFill>
              <a:srgbClr val="FFFFFF"/>
            </a:solidFill>
            <a:prstDash val="solid"/>
          </a:ln>
        </p:spPr>
        <p:txBody>
          <a:bodyPr/>
          <a:lstStyle/>
          <a:p>
            <a:endParaRPr lang="en-US"/>
          </a:p>
        </p:txBody>
      </p:sp>
      <p:sp>
        <p:nvSpPr>
          <p:cNvPr id="21" name="baseline-caption">
            <a:extLst>
              <a:ext uri="{FF2B5EF4-FFF2-40B4-BE49-F238E27FC236}">
                <a16:creationId xmlns:a16="http://schemas.microsoft.com/office/drawing/2014/main" id="{DB96C429-91CC-4D6C-B24F-31486DBE0149}"/>
              </a:ext>
            </a:extLst>
          </p:cNvPr>
          <p:cNvSpPr>
            <a:spLocks noGrp="1"/>
          </p:cNvSpPr>
          <p:nvPr/>
        </p:nvSpPr>
        <p:spPr>
          <a:xfrm>
            <a:off x="1123950" y="5162550"/>
            <a:ext cx="4343400" cy="552450"/>
          </a:xfrm>
          <a:prstGeom prst="rect">
            <a:avLst/>
          </a:prstGeom>
          <a:noFill/>
          <a:ln w="0">
            <a:noFill/>
            <a:prstDash val="solid"/>
          </a:ln>
        </p:spPr>
        <p:txBody>
          <a:bodyPr lIns="0" tIns="0" rIns="0" bIns="0" anchor="ctr"/>
          <a:lstStyle>
            <a:defPPr algn="ctr">
              <a:defRPr sz="1650" b="0">
                <a:solidFill>
                  <a:srgbClr val="718096"/>
                </a:solidFill>
                <a:latin typeface="Nimbus Sans Narrow"/>
                <a:ea typeface="Nimbus Sans Narrow"/>
                <a:cs typeface="Nimbus Sans Narrow"/>
              </a:defRPr>
            </a:defPPr>
            <a:lvl1pPr algn="ctr">
              <a:defRPr sz="1650" b="0">
                <a:solidFill>
                  <a:srgbClr val="718096"/>
                </a:solidFill>
                <a:latin typeface="Nimbus Sans Narrow"/>
                <a:ea typeface="Nimbus Sans Narrow"/>
                <a:cs typeface="Nimbus Sans Narrow"/>
              </a:defRPr>
            </a:lvl1pPr>
            <a:lvl2pPr algn="ctr">
              <a:defRPr sz="1650" b="0">
                <a:solidFill>
                  <a:srgbClr val="718096"/>
                </a:solidFill>
                <a:latin typeface="Nimbus Sans Narrow"/>
                <a:ea typeface="Nimbus Sans Narrow"/>
                <a:cs typeface="Nimbus Sans Narrow"/>
              </a:defRPr>
            </a:lvl2pPr>
            <a:lvl3pPr algn="ctr">
              <a:defRPr sz="1650" b="0">
                <a:solidFill>
                  <a:srgbClr val="718096"/>
                </a:solidFill>
                <a:latin typeface="Nimbus Sans Narrow"/>
                <a:ea typeface="Nimbus Sans Narrow"/>
                <a:cs typeface="Nimbus Sans Narrow"/>
              </a:defRPr>
            </a:lvl3pPr>
            <a:lvl4pPr algn="ctr">
              <a:defRPr sz="1650" b="0">
                <a:solidFill>
                  <a:srgbClr val="718096"/>
                </a:solidFill>
                <a:latin typeface="Nimbus Sans Narrow"/>
                <a:ea typeface="Nimbus Sans Narrow"/>
                <a:cs typeface="Nimbus Sans Narrow"/>
              </a:defRPr>
            </a:lvl4pPr>
            <a:lvl5pPr algn="ctr">
              <a:defRPr sz="1650" b="0">
                <a:solidFill>
                  <a:srgbClr val="718096"/>
                </a:solidFill>
                <a:latin typeface="Nimbus Sans Narrow"/>
                <a:ea typeface="Nimbus Sans Narrow"/>
                <a:cs typeface="Nimbus Sans Narrow"/>
              </a:defRPr>
            </a:lvl5pPr>
            <a:lvl6pPr algn="ctr">
              <a:defRPr sz="1650" b="0">
                <a:solidFill>
                  <a:srgbClr val="718096"/>
                </a:solidFill>
                <a:latin typeface="Nimbus Sans Narrow"/>
                <a:ea typeface="Nimbus Sans Narrow"/>
                <a:cs typeface="Nimbus Sans Narrow"/>
              </a:defRPr>
            </a:lvl6pPr>
            <a:lvl7pPr algn="ctr">
              <a:defRPr sz="1650" b="0">
                <a:solidFill>
                  <a:srgbClr val="718096"/>
                </a:solidFill>
                <a:latin typeface="Nimbus Sans Narrow"/>
                <a:ea typeface="Nimbus Sans Narrow"/>
                <a:cs typeface="Nimbus Sans Narrow"/>
              </a:defRPr>
            </a:lvl7pPr>
            <a:lvl8pPr algn="ctr">
              <a:defRPr sz="1650" b="0">
                <a:solidFill>
                  <a:srgbClr val="718096"/>
                </a:solidFill>
                <a:latin typeface="Nimbus Sans Narrow"/>
                <a:ea typeface="Nimbus Sans Narrow"/>
                <a:cs typeface="Nimbus Sans Narrow"/>
              </a:defRPr>
            </a:lvl8pPr>
            <a:lvl9pPr algn="ctr">
              <a:defRPr sz="1650" b="0">
                <a:solidFill>
                  <a:srgbClr val="718096"/>
                </a:solidFill>
                <a:latin typeface="Nimbus Sans Narrow"/>
                <a:ea typeface="Nimbus Sans Narrow"/>
                <a:cs typeface="Nimbus Sans Narrow"/>
              </a:defRPr>
            </a:lvl9pPr>
          </a:lstStyle>
          <a:p>
            <a:pPr algn="ctr">
              <a:defRPr sz="1650" b="0">
                <a:solidFill>
                  <a:srgbClr val="718096"/>
                </a:solidFill>
                <a:latin typeface="Nimbus Sans Narrow"/>
                <a:ea typeface="Nimbus Sans Narrow"/>
                <a:cs typeface="Nimbus Sans Narrow"/>
              </a:defRPr>
            </a:pPr>
            <a:r>
              <a:rPr sz="1650" b="0">
                <a:solidFill>
                  <a:srgbClr val="718096"/>
                </a:solidFill>
                <a:latin typeface="Nimbus Sans Narrow"/>
                <a:ea typeface="Nimbus Sans Narrow"/>
                <a:cs typeface="Nimbus Sans Narrow"/>
              </a:rPr>
              <a:t>Observed diversity reflects biology and where surveillance looked.</a:t>
            </a:r>
          </a:p>
        </p:txBody>
      </p:sp>
      <p:sp>
        <p:nvSpPr>
          <p:cNvPr id="22" name="anomaly-label">
            <a:extLst>
              <a:ext uri="{FF2B5EF4-FFF2-40B4-BE49-F238E27FC236}">
                <a16:creationId xmlns:a16="http://schemas.microsoft.com/office/drawing/2014/main" id="{7749E998-D85F-4B7C-820E-B010FA806200}"/>
              </a:ext>
            </a:extLst>
          </p:cNvPr>
          <p:cNvSpPr>
            <a:spLocks noGrp="1"/>
          </p:cNvSpPr>
          <p:nvPr/>
        </p:nvSpPr>
        <p:spPr>
          <a:xfrm>
            <a:off x="6477000" y="1257300"/>
            <a:ext cx="4857750" cy="285750"/>
          </a:xfrm>
          <a:prstGeom prst="rect">
            <a:avLst/>
          </a:prstGeom>
          <a:noFill/>
          <a:ln w="0">
            <a:noFill/>
            <a:prstDash val="solid"/>
          </a:ln>
        </p:spPr>
        <p:txBody>
          <a:bodyPr lIns="0" tIns="0" rIns="0" bIns="0" anchor="ctr"/>
          <a:lstStyle>
            <a:defPPr algn="ctr">
              <a:defRPr sz="1500" b="1">
                <a:solidFill>
                  <a:srgbClr val="F4510B"/>
                </a:solidFill>
                <a:latin typeface="Nimbus Sans Narrow"/>
                <a:ea typeface="Nimbus Sans Narrow"/>
                <a:cs typeface="Nimbus Sans Narrow"/>
              </a:defRPr>
            </a:defPPr>
            <a:lvl1pPr algn="ctr">
              <a:defRPr sz="1500" b="1">
                <a:solidFill>
                  <a:srgbClr val="F4510B"/>
                </a:solidFill>
                <a:latin typeface="Nimbus Sans Narrow"/>
                <a:ea typeface="Nimbus Sans Narrow"/>
                <a:cs typeface="Nimbus Sans Narrow"/>
              </a:defRPr>
            </a:lvl1pPr>
            <a:lvl2pPr algn="ctr">
              <a:defRPr sz="1500" b="1">
                <a:solidFill>
                  <a:srgbClr val="F4510B"/>
                </a:solidFill>
                <a:latin typeface="Nimbus Sans Narrow"/>
                <a:ea typeface="Nimbus Sans Narrow"/>
                <a:cs typeface="Nimbus Sans Narrow"/>
              </a:defRPr>
            </a:lvl2pPr>
            <a:lvl3pPr algn="ctr">
              <a:defRPr sz="1500" b="1">
                <a:solidFill>
                  <a:srgbClr val="F4510B"/>
                </a:solidFill>
                <a:latin typeface="Nimbus Sans Narrow"/>
                <a:ea typeface="Nimbus Sans Narrow"/>
                <a:cs typeface="Nimbus Sans Narrow"/>
              </a:defRPr>
            </a:lvl3pPr>
            <a:lvl4pPr algn="ctr">
              <a:defRPr sz="1500" b="1">
                <a:solidFill>
                  <a:srgbClr val="F4510B"/>
                </a:solidFill>
                <a:latin typeface="Nimbus Sans Narrow"/>
                <a:ea typeface="Nimbus Sans Narrow"/>
                <a:cs typeface="Nimbus Sans Narrow"/>
              </a:defRPr>
            </a:lvl4pPr>
            <a:lvl5pPr algn="ctr">
              <a:defRPr sz="1500" b="1">
                <a:solidFill>
                  <a:srgbClr val="F4510B"/>
                </a:solidFill>
                <a:latin typeface="Nimbus Sans Narrow"/>
                <a:ea typeface="Nimbus Sans Narrow"/>
                <a:cs typeface="Nimbus Sans Narrow"/>
              </a:defRPr>
            </a:lvl5pPr>
            <a:lvl6pPr algn="ctr">
              <a:defRPr sz="1500" b="1">
                <a:solidFill>
                  <a:srgbClr val="F4510B"/>
                </a:solidFill>
                <a:latin typeface="Nimbus Sans Narrow"/>
                <a:ea typeface="Nimbus Sans Narrow"/>
                <a:cs typeface="Nimbus Sans Narrow"/>
              </a:defRPr>
            </a:lvl6pPr>
            <a:lvl7pPr algn="ctr">
              <a:defRPr sz="1500" b="1">
                <a:solidFill>
                  <a:srgbClr val="F4510B"/>
                </a:solidFill>
                <a:latin typeface="Nimbus Sans Narrow"/>
                <a:ea typeface="Nimbus Sans Narrow"/>
                <a:cs typeface="Nimbus Sans Narrow"/>
              </a:defRPr>
            </a:lvl7pPr>
            <a:lvl8pPr algn="ctr">
              <a:defRPr sz="1500" b="1">
                <a:solidFill>
                  <a:srgbClr val="F4510B"/>
                </a:solidFill>
                <a:latin typeface="Nimbus Sans Narrow"/>
                <a:ea typeface="Nimbus Sans Narrow"/>
                <a:cs typeface="Nimbus Sans Narrow"/>
              </a:defRPr>
            </a:lvl8pPr>
            <a:lvl9pPr algn="ctr">
              <a:defRPr sz="1500" b="1">
                <a:solidFill>
                  <a:srgbClr val="F4510B"/>
                </a:solidFill>
                <a:latin typeface="Nimbus Sans Narrow"/>
                <a:ea typeface="Nimbus Sans Narrow"/>
                <a:cs typeface="Nimbus Sans Narrow"/>
              </a:defRPr>
            </a:lvl9pPr>
          </a:lstStyle>
          <a:p>
            <a:pPr algn="ctr">
              <a:defRPr sz="1500" b="1">
                <a:solidFill>
                  <a:srgbClr val="F4510B"/>
                </a:solidFill>
                <a:latin typeface="Nimbus Sans Narrow"/>
                <a:ea typeface="Nimbus Sans Narrow"/>
                <a:cs typeface="Nimbus Sans Narrow"/>
              </a:defRPr>
            </a:pPr>
            <a:r>
              <a:rPr sz="1500" b="1">
                <a:solidFill>
                  <a:srgbClr val="F4510B"/>
                </a:solidFill>
                <a:latin typeface="Nimbus Sans Narrow"/>
                <a:ea typeface="Nimbus Sans Narrow"/>
                <a:cs typeface="Nimbus Sans Narrow"/>
              </a:rPr>
              <a:t>NEW OBSERVATION</a:t>
            </a:r>
          </a:p>
        </p:txBody>
      </p:sp>
      <p:sp>
        <p:nvSpPr>
          <p:cNvPr id="23" name="anomaly-field">
            <a:extLst>
              <a:ext uri="{FF2B5EF4-FFF2-40B4-BE49-F238E27FC236}">
                <a16:creationId xmlns:a16="http://schemas.microsoft.com/office/drawing/2014/main" id="{A8AFA39A-B469-48C5-BD69-10B2A750FAF2}"/>
              </a:ext>
            </a:extLst>
          </p:cNvPr>
          <p:cNvSpPr>
            <a:spLocks noGrp="1"/>
          </p:cNvSpPr>
          <p:nvPr/>
        </p:nvSpPr>
        <p:spPr>
          <a:xfrm>
            <a:off x="6419850" y="1657350"/>
            <a:ext cx="4953000" cy="3333750"/>
          </a:xfrm>
          <a:prstGeom prst="roundRect">
            <a:avLst>
              <a:gd name="adj" fmla="val 5143"/>
            </a:avLst>
          </a:prstGeom>
          <a:solidFill>
            <a:srgbClr val="FFF0E8"/>
          </a:solidFill>
          <a:ln w="14288">
            <a:solidFill>
              <a:srgbClr val="F4510B"/>
            </a:solidFill>
            <a:prstDash val="solid"/>
          </a:ln>
        </p:spPr>
        <p:txBody>
          <a:bodyPr/>
          <a:lstStyle/>
          <a:p>
            <a:endParaRPr lang="en-US"/>
          </a:p>
        </p:txBody>
      </p:sp>
      <p:sp>
        <p:nvSpPr>
          <p:cNvPr id="24" name="anomaly-dot">
            <a:extLst>
              <a:ext uri="{FF2B5EF4-FFF2-40B4-BE49-F238E27FC236}">
                <a16:creationId xmlns:a16="http://schemas.microsoft.com/office/drawing/2014/main" id="{AC7DFE35-D730-4480-A79A-C65E01F9FCB5}"/>
              </a:ext>
            </a:extLst>
          </p:cNvPr>
          <p:cNvSpPr>
            <a:spLocks noGrp="1"/>
          </p:cNvSpPr>
          <p:nvPr/>
        </p:nvSpPr>
        <p:spPr>
          <a:xfrm>
            <a:off x="8648700" y="3086100"/>
            <a:ext cx="457200" cy="457200"/>
          </a:xfrm>
          <a:prstGeom prst="ellipse">
            <a:avLst/>
          </a:prstGeom>
          <a:solidFill>
            <a:srgbClr val="F4510B"/>
          </a:solidFill>
          <a:ln w="28575">
            <a:solidFill>
              <a:srgbClr val="FFFFFF"/>
            </a:solidFill>
            <a:prstDash val="solid"/>
          </a:ln>
        </p:spPr>
        <p:txBody>
          <a:bodyPr/>
          <a:lstStyle/>
          <a:p>
            <a:endParaRPr lang="en-US"/>
          </a:p>
        </p:txBody>
      </p:sp>
      <p:sp>
        <p:nvSpPr>
          <p:cNvPr id="25" name="nearby-background-1">
            <a:extLst>
              <a:ext uri="{FF2B5EF4-FFF2-40B4-BE49-F238E27FC236}">
                <a16:creationId xmlns:a16="http://schemas.microsoft.com/office/drawing/2014/main" id="{7424E92F-2305-4F89-AFB8-C41A5C39D432}"/>
              </a:ext>
            </a:extLst>
          </p:cNvPr>
          <p:cNvSpPr>
            <a:spLocks noGrp="1"/>
          </p:cNvSpPr>
          <p:nvPr/>
        </p:nvSpPr>
        <p:spPr>
          <a:xfrm>
            <a:off x="7610475" y="2752725"/>
            <a:ext cx="209550" cy="209550"/>
          </a:xfrm>
          <a:prstGeom prst="ellipse">
            <a:avLst/>
          </a:prstGeom>
          <a:solidFill>
            <a:srgbClr val="B8C4D1"/>
          </a:solidFill>
          <a:ln w="19050">
            <a:solidFill>
              <a:srgbClr val="FFFFFF"/>
            </a:solidFill>
            <a:prstDash val="solid"/>
          </a:ln>
        </p:spPr>
        <p:txBody>
          <a:bodyPr/>
          <a:lstStyle/>
          <a:p>
            <a:endParaRPr lang="en-US"/>
          </a:p>
        </p:txBody>
      </p:sp>
      <p:sp>
        <p:nvSpPr>
          <p:cNvPr id="26" name="nearby-background-2">
            <a:extLst>
              <a:ext uri="{FF2B5EF4-FFF2-40B4-BE49-F238E27FC236}">
                <a16:creationId xmlns:a16="http://schemas.microsoft.com/office/drawing/2014/main" id="{98131052-BCA0-4048-8698-DE5785FFEFB3}"/>
              </a:ext>
            </a:extLst>
          </p:cNvPr>
          <p:cNvSpPr>
            <a:spLocks noGrp="1"/>
          </p:cNvSpPr>
          <p:nvPr/>
        </p:nvSpPr>
        <p:spPr>
          <a:xfrm>
            <a:off x="9944100" y="3752850"/>
            <a:ext cx="209550" cy="209550"/>
          </a:xfrm>
          <a:prstGeom prst="ellipse">
            <a:avLst/>
          </a:prstGeom>
          <a:solidFill>
            <a:srgbClr val="B8C4D1"/>
          </a:solidFill>
          <a:ln w="19050">
            <a:solidFill>
              <a:srgbClr val="FFFFFF"/>
            </a:solidFill>
            <a:prstDash val="solid"/>
          </a:ln>
        </p:spPr>
        <p:txBody>
          <a:bodyPr/>
          <a:lstStyle/>
          <a:p>
            <a:endParaRPr lang="en-US"/>
          </a:p>
        </p:txBody>
      </p:sp>
      <p:sp>
        <p:nvSpPr>
          <p:cNvPr id="27" name="anomaly-question">
            <a:extLst>
              <a:ext uri="{FF2B5EF4-FFF2-40B4-BE49-F238E27FC236}">
                <a16:creationId xmlns:a16="http://schemas.microsoft.com/office/drawing/2014/main" id="{784DC332-9B38-4DC7-AEA7-DBE11FCA0A91}"/>
              </a:ext>
            </a:extLst>
          </p:cNvPr>
          <p:cNvSpPr>
            <a:spLocks noGrp="1"/>
          </p:cNvSpPr>
          <p:nvPr/>
        </p:nvSpPr>
        <p:spPr>
          <a:xfrm>
            <a:off x="6934200" y="4000500"/>
            <a:ext cx="3943350" cy="552450"/>
          </a:xfrm>
          <a:prstGeom prst="rect">
            <a:avLst/>
          </a:prstGeom>
          <a:noFill/>
          <a:ln w="0">
            <a:noFill/>
            <a:prstDash val="solid"/>
          </a:ln>
        </p:spPr>
        <p:txBody>
          <a:bodyPr lIns="0" tIns="0" rIns="0" bIns="0" anchor="ctr"/>
          <a:lstStyle>
            <a:defPPr algn="ctr">
              <a:defRPr sz="2100" b="1">
                <a:solidFill>
                  <a:srgbClr val="F4510B"/>
                </a:solidFill>
                <a:latin typeface="Nimbus Sans Narrow"/>
                <a:ea typeface="Nimbus Sans Narrow"/>
                <a:cs typeface="Nimbus Sans Narrow"/>
              </a:defRPr>
            </a:defPPr>
            <a:lvl1pPr algn="ctr">
              <a:defRPr sz="2100" b="1">
                <a:solidFill>
                  <a:srgbClr val="F4510B"/>
                </a:solidFill>
                <a:latin typeface="Nimbus Sans Narrow"/>
                <a:ea typeface="Nimbus Sans Narrow"/>
                <a:cs typeface="Nimbus Sans Narrow"/>
              </a:defRPr>
            </a:lvl1pPr>
            <a:lvl2pPr algn="ctr">
              <a:defRPr sz="2100" b="1">
                <a:solidFill>
                  <a:srgbClr val="F4510B"/>
                </a:solidFill>
                <a:latin typeface="Nimbus Sans Narrow"/>
                <a:ea typeface="Nimbus Sans Narrow"/>
                <a:cs typeface="Nimbus Sans Narrow"/>
              </a:defRPr>
            </a:lvl2pPr>
            <a:lvl3pPr algn="ctr">
              <a:defRPr sz="2100" b="1">
                <a:solidFill>
                  <a:srgbClr val="F4510B"/>
                </a:solidFill>
                <a:latin typeface="Nimbus Sans Narrow"/>
                <a:ea typeface="Nimbus Sans Narrow"/>
                <a:cs typeface="Nimbus Sans Narrow"/>
              </a:defRPr>
            </a:lvl3pPr>
            <a:lvl4pPr algn="ctr">
              <a:defRPr sz="2100" b="1">
                <a:solidFill>
                  <a:srgbClr val="F4510B"/>
                </a:solidFill>
                <a:latin typeface="Nimbus Sans Narrow"/>
                <a:ea typeface="Nimbus Sans Narrow"/>
                <a:cs typeface="Nimbus Sans Narrow"/>
              </a:defRPr>
            </a:lvl4pPr>
            <a:lvl5pPr algn="ctr">
              <a:defRPr sz="2100" b="1">
                <a:solidFill>
                  <a:srgbClr val="F4510B"/>
                </a:solidFill>
                <a:latin typeface="Nimbus Sans Narrow"/>
                <a:ea typeface="Nimbus Sans Narrow"/>
                <a:cs typeface="Nimbus Sans Narrow"/>
              </a:defRPr>
            </a:lvl5pPr>
            <a:lvl6pPr algn="ctr">
              <a:defRPr sz="2100" b="1">
                <a:solidFill>
                  <a:srgbClr val="F4510B"/>
                </a:solidFill>
                <a:latin typeface="Nimbus Sans Narrow"/>
                <a:ea typeface="Nimbus Sans Narrow"/>
                <a:cs typeface="Nimbus Sans Narrow"/>
              </a:defRPr>
            </a:lvl6pPr>
            <a:lvl7pPr algn="ctr">
              <a:defRPr sz="2100" b="1">
                <a:solidFill>
                  <a:srgbClr val="F4510B"/>
                </a:solidFill>
                <a:latin typeface="Nimbus Sans Narrow"/>
                <a:ea typeface="Nimbus Sans Narrow"/>
                <a:cs typeface="Nimbus Sans Narrow"/>
              </a:defRPr>
            </a:lvl7pPr>
            <a:lvl8pPr algn="ctr">
              <a:defRPr sz="2100" b="1">
                <a:solidFill>
                  <a:srgbClr val="F4510B"/>
                </a:solidFill>
                <a:latin typeface="Nimbus Sans Narrow"/>
                <a:ea typeface="Nimbus Sans Narrow"/>
                <a:cs typeface="Nimbus Sans Narrow"/>
              </a:defRPr>
            </a:lvl8pPr>
            <a:lvl9pPr algn="ctr">
              <a:defRPr sz="2100" b="1">
                <a:solidFill>
                  <a:srgbClr val="F4510B"/>
                </a:solidFill>
                <a:latin typeface="Nimbus Sans Narrow"/>
                <a:ea typeface="Nimbus Sans Narrow"/>
                <a:cs typeface="Nimbus Sans Narrow"/>
              </a:defRPr>
            </a:lvl9pPr>
          </a:lstStyle>
          <a:p>
            <a:pPr algn="ctr">
              <a:defRPr sz="2100" b="1">
                <a:solidFill>
                  <a:srgbClr val="F4510B"/>
                </a:solidFill>
                <a:latin typeface="Nimbus Sans Narrow"/>
                <a:ea typeface="Nimbus Sans Narrow"/>
                <a:cs typeface="Nimbus Sans Narrow"/>
              </a:defRPr>
            </a:pPr>
            <a:r>
              <a:rPr sz="2100" b="1">
                <a:solidFill>
                  <a:srgbClr val="F4510B"/>
                </a:solidFill>
                <a:latin typeface="Nimbus Sans Narrow"/>
                <a:ea typeface="Nimbus Sans Narrow"/>
                <a:cs typeface="Nimbus Sans Narrow"/>
              </a:rPr>
              <a:t>Biological departure or surveillance gap?</a:t>
            </a:r>
          </a:p>
        </p:txBody>
      </p:sp>
      <p:sp>
        <p:nvSpPr>
          <p:cNvPr id="28" name="baseline-takeaway">
            <a:extLst>
              <a:ext uri="{FF2B5EF4-FFF2-40B4-BE49-F238E27FC236}">
                <a16:creationId xmlns:a16="http://schemas.microsoft.com/office/drawing/2014/main" id="{4A82C8B4-A656-433A-B6CC-B6ADA2120DF3}"/>
              </a:ext>
            </a:extLst>
          </p:cNvPr>
          <p:cNvSpPr>
            <a:spLocks noGrp="1"/>
          </p:cNvSpPr>
          <p:nvPr/>
        </p:nvSpPr>
        <p:spPr>
          <a:xfrm>
            <a:off x="1847850" y="5943600"/>
            <a:ext cx="8496300" cy="514350"/>
          </a:xfrm>
          <a:prstGeom prst="roundRect">
            <a:avLst>
              <a:gd name="adj" fmla="val 22222"/>
            </a:avLst>
          </a:prstGeom>
          <a:solidFill>
            <a:srgbClr val="FFFFFF"/>
          </a:solidFill>
          <a:ln w="14288">
            <a:solidFill>
              <a:srgbClr val="070D3A"/>
            </a:solidFill>
            <a:prstDash val="solid"/>
          </a:ln>
        </p:spPr>
        <p:txBody>
          <a:bodyPr/>
          <a:lstStyle/>
          <a:p>
            <a:endParaRPr lang="en-US"/>
          </a:p>
        </p:txBody>
      </p:sp>
      <p:sp>
        <p:nvSpPr>
          <p:cNvPr id="29" name="baseline-takeaway-text">
            <a:extLst>
              <a:ext uri="{FF2B5EF4-FFF2-40B4-BE49-F238E27FC236}">
                <a16:creationId xmlns:a16="http://schemas.microsoft.com/office/drawing/2014/main" id="{9DC9E982-8ACB-44A8-9D44-CCE59D16BED8}"/>
              </a:ext>
            </a:extLst>
          </p:cNvPr>
          <p:cNvSpPr>
            <a:spLocks noGrp="1"/>
          </p:cNvSpPr>
          <p:nvPr/>
        </p:nvSpPr>
        <p:spPr>
          <a:xfrm>
            <a:off x="2095500" y="6010275"/>
            <a:ext cx="8001000" cy="361950"/>
          </a:xfrm>
          <a:prstGeom prst="rect">
            <a:avLst/>
          </a:prstGeom>
          <a:noFill/>
          <a:ln w="0">
            <a:noFill/>
            <a:prstDash val="solid"/>
          </a:ln>
        </p:spPr>
        <p:txBody>
          <a:bodyPr lIns="0" tIns="0" rIns="0" bIns="0" anchor="ctr"/>
          <a:lstStyle>
            <a:defPPr algn="ctr">
              <a:defRPr sz="1875" b="1">
                <a:solidFill>
                  <a:srgbClr val="070D3A"/>
                </a:solidFill>
                <a:latin typeface="Nimbus Sans Narrow"/>
                <a:ea typeface="Nimbus Sans Narrow"/>
                <a:cs typeface="Nimbus Sans Narrow"/>
              </a:defRPr>
            </a:defPPr>
            <a:lvl1pPr algn="ctr">
              <a:defRPr sz="1875" b="1">
                <a:solidFill>
                  <a:srgbClr val="070D3A"/>
                </a:solidFill>
                <a:latin typeface="Nimbus Sans Narrow"/>
                <a:ea typeface="Nimbus Sans Narrow"/>
                <a:cs typeface="Nimbus Sans Narrow"/>
              </a:defRPr>
            </a:lvl1pPr>
            <a:lvl2pPr algn="ctr">
              <a:defRPr sz="1875" b="1">
                <a:solidFill>
                  <a:srgbClr val="070D3A"/>
                </a:solidFill>
                <a:latin typeface="Nimbus Sans Narrow"/>
                <a:ea typeface="Nimbus Sans Narrow"/>
                <a:cs typeface="Nimbus Sans Narrow"/>
              </a:defRPr>
            </a:lvl2pPr>
            <a:lvl3pPr algn="ctr">
              <a:defRPr sz="1875" b="1">
                <a:solidFill>
                  <a:srgbClr val="070D3A"/>
                </a:solidFill>
                <a:latin typeface="Nimbus Sans Narrow"/>
                <a:ea typeface="Nimbus Sans Narrow"/>
                <a:cs typeface="Nimbus Sans Narrow"/>
              </a:defRPr>
            </a:lvl3pPr>
            <a:lvl4pPr algn="ctr">
              <a:defRPr sz="1875" b="1">
                <a:solidFill>
                  <a:srgbClr val="070D3A"/>
                </a:solidFill>
                <a:latin typeface="Nimbus Sans Narrow"/>
                <a:ea typeface="Nimbus Sans Narrow"/>
                <a:cs typeface="Nimbus Sans Narrow"/>
              </a:defRPr>
            </a:lvl4pPr>
            <a:lvl5pPr algn="ctr">
              <a:defRPr sz="1875" b="1">
                <a:solidFill>
                  <a:srgbClr val="070D3A"/>
                </a:solidFill>
                <a:latin typeface="Nimbus Sans Narrow"/>
                <a:ea typeface="Nimbus Sans Narrow"/>
                <a:cs typeface="Nimbus Sans Narrow"/>
              </a:defRPr>
            </a:lvl5pPr>
            <a:lvl6pPr algn="ctr">
              <a:defRPr sz="1875" b="1">
                <a:solidFill>
                  <a:srgbClr val="070D3A"/>
                </a:solidFill>
                <a:latin typeface="Nimbus Sans Narrow"/>
                <a:ea typeface="Nimbus Sans Narrow"/>
                <a:cs typeface="Nimbus Sans Narrow"/>
              </a:defRPr>
            </a:lvl6pPr>
            <a:lvl7pPr algn="ctr">
              <a:defRPr sz="1875" b="1">
                <a:solidFill>
                  <a:srgbClr val="070D3A"/>
                </a:solidFill>
                <a:latin typeface="Nimbus Sans Narrow"/>
                <a:ea typeface="Nimbus Sans Narrow"/>
                <a:cs typeface="Nimbus Sans Narrow"/>
              </a:defRPr>
            </a:lvl7pPr>
            <a:lvl8pPr algn="ctr">
              <a:defRPr sz="1875" b="1">
                <a:solidFill>
                  <a:srgbClr val="070D3A"/>
                </a:solidFill>
                <a:latin typeface="Nimbus Sans Narrow"/>
                <a:ea typeface="Nimbus Sans Narrow"/>
                <a:cs typeface="Nimbus Sans Narrow"/>
              </a:defRPr>
            </a:lvl8pPr>
            <a:lvl9pPr algn="ctr">
              <a:defRPr sz="1875" b="1">
                <a:solidFill>
                  <a:srgbClr val="070D3A"/>
                </a:solidFill>
                <a:latin typeface="Nimbus Sans Narrow"/>
                <a:ea typeface="Nimbus Sans Narrow"/>
                <a:cs typeface="Nimbus Sans Narrow"/>
              </a:defRPr>
            </a:lvl9pPr>
          </a:lstStyle>
          <a:p>
            <a:pPr algn="ctr">
              <a:defRPr sz="1875" b="1">
                <a:solidFill>
                  <a:srgbClr val="070D3A"/>
                </a:solidFill>
                <a:latin typeface="Nimbus Sans Narrow"/>
                <a:ea typeface="Nimbus Sans Narrow"/>
                <a:cs typeface="Nimbus Sans Narrow"/>
              </a:defRPr>
            </a:pPr>
            <a:r>
              <a:rPr sz="1875" b="1">
                <a:solidFill>
                  <a:srgbClr val="070D3A"/>
                </a:solidFill>
                <a:latin typeface="Nimbus Sans Narrow"/>
                <a:ea typeface="Nimbus Sans Narrow"/>
                <a:cs typeface="Nimbus Sans Narrow"/>
              </a:rPr>
              <a:t>Without a credible baseline, novelty is partly a property of sampling.</a:t>
            </a:r>
          </a:p>
        </p:txBody>
      </p:sp>
    </p:spTree>
    <p:extLst>
      <p:ext uri="{BB962C8B-B14F-4D97-AF65-F5344CB8AC3E}">
        <p14:creationId xmlns:p14="http://schemas.microsoft.com/office/powerpoint/2010/main" val="786458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E36D4-AC3F-219C-59AB-2F78EC07B7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25290-776C-213F-2E39-580BFE81A467}"/>
              </a:ext>
            </a:extLst>
          </p:cNvPr>
          <p:cNvSpPr>
            <a:spLocks noGrp="1"/>
          </p:cNvSpPr>
          <p:nvPr>
            <p:ph type="title"/>
          </p:nvPr>
        </p:nvSpPr>
        <p:spPr/>
        <p:txBody>
          <a:bodyPr/>
          <a:lstStyle/>
          <a:p>
            <a:r>
              <a:rPr lang="en-US" dirty="0"/>
              <a:t>Spillover and transmission variation on a tree</a:t>
            </a:r>
            <a:endParaRPr dirty="0"/>
          </a:p>
        </p:txBody>
      </p:sp>
      <p:pic>
        <p:nvPicPr>
          <p:cNvPr id="5" name="Picture 4">
            <a:extLst>
              <a:ext uri="{FF2B5EF4-FFF2-40B4-BE49-F238E27FC236}">
                <a16:creationId xmlns:a16="http://schemas.microsoft.com/office/drawing/2014/main" id="{54E52AA5-7A43-2FA3-C2E0-1390205384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61292" y="2223873"/>
            <a:ext cx="7772400" cy="4369650"/>
          </a:xfrm>
          <a:prstGeom prst="rect">
            <a:avLst/>
          </a:prstGeom>
        </p:spPr>
      </p:pic>
    </p:spTree>
    <p:extLst>
      <p:ext uri="{BB962C8B-B14F-4D97-AF65-F5344CB8AC3E}">
        <p14:creationId xmlns:p14="http://schemas.microsoft.com/office/powerpoint/2010/main" val="3663222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200B3AC-710C-4E24-B07E-1A6218FEF045}"/>
              </a:ext>
            </a:extLst>
          </p:cNvPr>
          <p:cNvPicPr>
            <a:picLocks noChangeAspect="1"/>
          </p:cNvPicPr>
          <p:nvPr/>
        </p:nvPicPr>
        <p:blipFill>
          <a:blip r:embed="rId3"/>
          <a:srcRect l="39" r="39"/>
          <a:stretch>
            <a:fillRect/>
          </a:stretch>
        </p:blipFill>
        <p:spPr>
          <a:xfrm>
            <a:off x="0" y="0"/>
            <a:ext cx="12192000" cy="6858000"/>
          </a:xfrm>
          <a:prstGeom prst="rect">
            <a:avLst/>
          </a:prstGeom>
        </p:spPr>
      </p:pic>
    </p:spTree>
    <p:extLst>
      <p:ext uri="{BB962C8B-B14F-4D97-AF65-F5344CB8AC3E}">
        <p14:creationId xmlns:p14="http://schemas.microsoft.com/office/powerpoint/2010/main" val="1273873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563536-DA67-4A74-86D1-6C36A63E049F}"/>
              </a:ext>
            </a:extLst>
          </p:cNvPr>
          <p:cNvPicPr>
            <a:picLocks noChangeAspect="1"/>
          </p:cNvPicPr>
          <p:nvPr/>
        </p:nvPicPr>
        <p:blipFill>
          <a:blip r:embed="rId3"/>
          <a:srcRect l="39" r="39"/>
          <a:stretch>
            <a:fillRect/>
          </a:stretch>
        </p:blipFill>
        <p:spPr>
          <a:xfrm>
            <a:off x="0" y="0"/>
            <a:ext cx="12192000" cy="6858000"/>
          </a:xfrm>
          <a:prstGeom prst="rect">
            <a:avLst/>
          </a:prstGeom>
        </p:spPr>
      </p:pic>
    </p:spTree>
    <p:extLst>
      <p:ext uri="{BB962C8B-B14F-4D97-AF65-F5344CB8AC3E}">
        <p14:creationId xmlns:p14="http://schemas.microsoft.com/office/powerpoint/2010/main" val="98294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5A27AAA-0C4F-41CF-9E4D-88F71E3E20B1}"/>
              </a:ext>
            </a:extLst>
          </p:cNvPr>
          <p:cNvPicPr>
            <a:picLocks noChangeAspect="1"/>
          </p:cNvPicPr>
          <p:nvPr/>
        </p:nvPicPr>
        <p:blipFill>
          <a:blip r:embed="rId3"/>
          <a:srcRect l="39" r="39"/>
          <a:stretch>
            <a:fillRect/>
          </a:stretch>
        </p:blipFill>
        <p:spPr>
          <a:xfrm>
            <a:off x="0" y="0"/>
            <a:ext cx="12192000" cy="6858000"/>
          </a:xfrm>
          <a:prstGeom prst="rect">
            <a:avLst/>
          </a:prstGeom>
        </p:spPr>
      </p:pic>
    </p:spTree>
    <p:extLst>
      <p:ext uri="{BB962C8B-B14F-4D97-AF65-F5344CB8AC3E}">
        <p14:creationId xmlns:p14="http://schemas.microsoft.com/office/powerpoint/2010/main" val="667767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510B"/>
        </a:solidFill>
        <a:effectLst/>
      </p:bgPr>
    </p:bg>
    <p:spTree>
      <p:nvGrpSpPr>
        <p:cNvPr id="1" name=""/>
        <p:cNvGrpSpPr/>
        <p:nvPr/>
      </p:nvGrpSpPr>
      <p:grpSpPr>
        <a:xfrm>
          <a:off x="0" y="0"/>
          <a:ext cx="0" cy="0"/>
          <a:chOff x="0" y="0"/>
          <a:chExt cx="0" cy="0"/>
        </a:xfrm>
      </p:grpSpPr>
      <p:sp>
        <p:nvSpPr>
          <p:cNvPr id="9" name="section-number">
            <a:extLst>
              <a:ext uri="{FF2B5EF4-FFF2-40B4-BE49-F238E27FC236}">
                <a16:creationId xmlns:a16="http://schemas.microsoft.com/office/drawing/2014/main" id="{82E58D58-6161-4264-B484-CB375B3A4735}"/>
              </a:ext>
            </a:extLst>
          </p:cNvPr>
          <p:cNvSpPr>
            <a:spLocks noGrp="1"/>
          </p:cNvSpPr>
          <p:nvPr/>
        </p:nvSpPr>
        <p:spPr>
          <a:xfrm>
            <a:off x="723900" y="666750"/>
            <a:ext cx="1238250" cy="876300"/>
          </a:xfrm>
          <a:prstGeom prst="rect">
            <a:avLst/>
          </a:prstGeom>
          <a:noFill/>
          <a:ln w="0">
            <a:noFill/>
            <a:prstDash val="solid"/>
          </a:ln>
        </p:spPr>
        <p:txBody>
          <a:bodyPr lIns="0" tIns="0" rIns="0" bIns="0" anchor="ctr"/>
          <a:lstStyle>
            <a:defPPr algn="ctr">
              <a:defRPr sz="5400" b="1">
                <a:solidFill>
                  <a:srgbClr val="FFFFFF"/>
                </a:solidFill>
                <a:latin typeface="Nimbus Sans Narrow"/>
                <a:ea typeface="Nimbus Sans Narrow"/>
                <a:cs typeface="Nimbus Sans Narrow"/>
              </a:defRPr>
            </a:defPPr>
            <a:lvl1pPr algn="ctr">
              <a:defRPr sz="5400" b="1">
                <a:solidFill>
                  <a:srgbClr val="FFFFFF"/>
                </a:solidFill>
                <a:latin typeface="Nimbus Sans Narrow"/>
                <a:ea typeface="Nimbus Sans Narrow"/>
                <a:cs typeface="Nimbus Sans Narrow"/>
              </a:defRPr>
            </a:lvl1pPr>
            <a:lvl2pPr algn="ctr">
              <a:defRPr sz="5400" b="1">
                <a:solidFill>
                  <a:srgbClr val="FFFFFF"/>
                </a:solidFill>
                <a:latin typeface="Nimbus Sans Narrow"/>
                <a:ea typeface="Nimbus Sans Narrow"/>
                <a:cs typeface="Nimbus Sans Narrow"/>
              </a:defRPr>
            </a:lvl2pPr>
            <a:lvl3pPr algn="ctr">
              <a:defRPr sz="5400" b="1">
                <a:solidFill>
                  <a:srgbClr val="FFFFFF"/>
                </a:solidFill>
                <a:latin typeface="Nimbus Sans Narrow"/>
                <a:ea typeface="Nimbus Sans Narrow"/>
                <a:cs typeface="Nimbus Sans Narrow"/>
              </a:defRPr>
            </a:lvl3pPr>
            <a:lvl4pPr algn="ctr">
              <a:defRPr sz="5400" b="1">
                <a:solidFill>
                  <a:srgbClr val="FFFFFF"/>
                </a:solidFill>
                <a:latin typeface="Nimbus Sans Narrow"/>
                <a:ea typeface="Nimbus Sans Narrow"/>
                <a:cs typeface="Nimbus Sans Narrow"/>
              </a:defRPr>
            </a:lvl4pPr>
            <a:lvl5pPr algn="ctr">
              <a:defRPr sz="5400" b="1">
                <a:solidFill>
                  <a:srgbClr val="FFFFFF"/>
                </a:solidFill>
                <a:latin typeface="Nimbus Sans Narrow"/>
                <a:ea typeface="Nimbus Sans Narrow"/>
                <a:cs typeface="Nimbus Sans Narrow"/>
              </a:defRPr>
            </a:lvl5pPr>
            <a:lvl6pPr algn="ctr">
              <a:defRPr sz="5400" b="1">
                <a:solidFill>
                  <a:srgbClr val="FFFFFF"/>
                </a:solidFill>
                <a:latin typeface="Nimbus Sans Narrow"/>
                <a:ea typeface="Nimbus Sans Narrow"/>
                <a:cs typeface="Nimbus Sans Narrow"/>
              </a:defRPr>
            </a:lvl6pPr>
            <a:lvl7pPr algn="ctr">
              <a:defRPr sz="5400" b="1">
                <a:solidFill>
                  <a:srgbClr val="FFFFFF"/>
                </a:solidFill>
                <a:latin typeface="Nimbus Sans Narrow"/>
                <a:ea typeface="Nimbus Sans Narrow"/>
                <a:cs typeface="Nimbus Sans Narrow"/>
              </a:defRPr>
            </a:lvl7pPr>
            <a:lvl8pPr algn="ctr">
              <a:defRPr sz="5400" b="1">
                <a:solidFill>
                  <a:srgbClr val="FFFFFF"/>
                </a:solidFill>
                <a:latin typeface="Nimbus Sans Narrow"/>
                <a:ea typeface="Nimbus Sans Narrow"/>
                <a:cs typeface="Nimbus Sans Narrow"/>
              </a:defRPr>
            </a:lvl8pPr>
            <a:lvl9pPr algn="ctr">
              <a:defRPr sz="5400" b="1">
                <a:solidFill>
                  <a:srgbClr val="FFFFFF"/>
                </a:solidFill>
                <a:latin typeface="Nimbus Sans Narrow"/>
                <a:ea typeface="Nimbus Sans Narrow"/>
                <a:cs typeface="Nimbus Sans Narrow"/>
              </a:defRPr>
            </a:lvl9pPr>
          </a:lstStyle>
          <a:p>
            <a:pPr algn="ctr">
              <a:defRPr sz="5400" b="1">
                <a:solidFill>
                  <a:srgbClr val="FFFFFF"/>
                </a:solidFill>
                <a:latin typeface="Nimbus Sans Narrow"/>
                <a:ea typeface="Nimbus Sans Narrow"/>
                <a:cs typeface="Nimbus Sans Narrow"/>
              </a:defRPr>
            </a:pPr>
            <a:r>
              <a:rPr sz="5400" b="1">
                <a:solidFill>
                  <a:srgbClr val="FFFFFF"/>
                </a:solidFill>
                <a:latin typeface="Nimbus Sans Narrow"/>
                <a:ea typeface="Nimbus Sans Narrow"/>
                <a:cs typeface="Nimbus Sans Narrow"/>
              </a:rPr>
              <a:t>02</a:t>
            </a:r>
          </a:p>
        </p:txBody>
      </p:sp>
      <p:sp>
        <p:nvSpPr>
          <p:cNvPr id="2" name="section-title">
            <a:extLst>
              <a:ext uri="{FF2B5EF4-FFF2-40B4-BE49-F238E27FC236}">
                <a16:creationId xmlns:a16="http://schemas.microsoft.com/office/drawing/2014/main" id="{68D9A7A5-023C-439B-BCDE-9FE057952C9C}"/>
              </a:ext>
            </a:extLst>
          </p:cNvPr>
          <p:cNvSpPr>
            <a:spLocks noGrp="1"/>
          </p:cNvSpPr>
          <p:nvPr/>
        </p:nvSpPr>
        <p:spPr>
          <a:xfrm>
            <a:off x="2133600" y="628650"/>
            <a:ext cx="9029700" cy="990600"/>
          </a:xfrm>
          <a:prstGeom prst="rect">
            <a:avLst/>
          </a:prstGeom>
          <a:noFill/>
          <a:ln w="0">
            <a:noFill/>
            <a:prstDash val="solid"/>
          </a:ln>
        </p:spPr>
        <p:txBody>
          <a:bodyPr lIns="0" tIns="0" rIns="0" bIns="0" anchor="ctr"/>
          <a:lstStyle>
            <a:defPPr algn="l">
              <a:defRPr sz="3525" b="1">
                <a:solidFill>
                  <a:srgbClr val="FFFFFF"/>
                </a:solidFill>
                <a:latin typeface="Nimbus Sans Narrow"/>
                <a:ea typeface="Nimbus Sans Narrow"/>
                <a:cs typeface="Nimbus Sans Narrow"/>
              </a:defRPr>
            </a:defPPr>
            <a:lvl1pPr algn="l">
              <a:defRPr sz="3525" b="1">
                <a:solidFill>
                  <a:srgbClr val="FFFFFF"/>
                </a:solidFill>
                <a:latin typeface="Nimbus Sans Narrow"/>
                <a:ea typeface="Nimbus Sans Narrow"/>
                <a:cs typeface="Nimbus Sans Narrow"/>
              </a:defRPr>
            </a:lvl1pPr>
            <a:lvl2pPr algn="l">
              <a:defRPr sz="3525" b="1">
                <a:solidFill>
                  <a:srgbClr val="FFFFFF"/>
                </a:solidFill>
                <a:latin typeface="Nimbus Sans Narrow"/>
                <a:ea typeface="Nimbus Sans Narrow"/>
                <a:cs typeface="Nimbus Sans Narrow"/>
              </a:defRPr>
            </a:lvl2pPr>
            <a:lvl3pPr algn="l">
              <a:defRPr sz="3525" b="1">
                <a:solidFill>
                  <a:srgbClr val="FFFFFF"/>
                </a:solidFill>
                <a:latin typeface="Nimbus Sans Narrow"/>
                <a:ea typeface="Nimbus Sans Narrow"/>
                <a:cs typeface="Nimbus Sans Narrow"/>
              </a:defRPr>
            </a:lvl3pPr>
            <a:lvl4pPr algn="l">
              <a:defRPr sz="3525" b="1">
                <a:solidFill>
                  <a:srgbClr val="FFFFFF"/>
                </a:solidFill>
                <a:latin typeface="Nimbus Sans Narrow"/>
                <a:ea typeface="Nimbus Sans Narrow"/>
                <a:cs typeface="Nimbus Sans Narrow"/>
              </a:defRPr>
            </a:lvl4pPr>
            <a:lvl5pPr algn="l">
              <a:defRPr sz="3525" b="1">
                <a:solidFill>
                  <a:srgbClr val="FFFFFF"/>
                </a:solidFill>
                <a:latin typeface="Nimbus Sans Narrow"/>
                <a:ea typeface="Nimbus Sans Narrow"/>
                <a:cs typeface="Nimbus Sans Narrow"/>
              </a:defRPr>
            </a:lvl5pPr>
            <a:lvl6pPr algn="l">
              <a:defRPr sz="3525" b="1">
                <a:solidFill>
                  <a:srgbClr val="FFFFFF"/>
                </a:solidFill>
                <a:latin typeface="Nimbus Sans Narrow"/>
                <a:ea typeface="Nimbus Sans Narrow"/>
                <a:cs typeface="Nimbus Sans Narrow"/>
              </a:defRPr>
            </a:lvl6pPr>
            <a:lvl7pPr algn="l">
              <a:defRPr sz="3525" b="1">
                <a:solidFill>
                  <a:srgbClr val="FFFFFF"/>
                </a:solidFill>
                <a:latin typeface="Nimbus Sans Narrow"/>
                <a:ea typeface="Nimbus Sans Narrow"/>
                <a:cs typeface="Nimbus Sans Narrow"/>
              </a:defRPr>
            </a:lvl7pPr>
            <a:lvl8pPr algn="l">
              <a:defRPr sz="3525" b="1">
                <a:solidFill>
                  <a:srgbClr val="FFFFFF"/>
                </a:solidFill>
                <a:latin typeface="Nimbus Sans Narrow"/>
                <a:ea typeface="Nimbus Sans Narrow"/>
                <a:cs typeface="Nimbus Sans Narrow"/>
              </a:defRPr>
            </a:lvl8pPr>
            <a:lvl9pPr algn="l">
              <a:defRPr sz="3525" b="1">
                <a:solidFill>
                  <a:srgbClr val="FFFFFF"/>
                </a:solidFill>
                <a:latin typeface="Nimbus Sans Narrow"/>
                <a:ea typeface="Nimbus Sans Narrow"/>
                <a:cs typeface="Nimbus Sans Narrow"/>
              </a:defRPr>
            </a:lvl9pPr>
          </a:lstStyle>
          <a:p>
            <a:pPr algn="l">
              <a:defRPr sz="3525" b="1">
                <a:solidFill>
                  <a:srgbClr val="FFFFFF"/>
                </a:solidFill>
                <a:latin typeface="Nimbus Sans Narrow"/>
                <a:ea typeface="Nimbus Sans Narrow"/>
                <a:cs typeface="Nimbus Sans Narrow"/>
              </a:defRPr>
            </a:pPr>
            <a:r>
              <a:rPr sz="3525" b="1">
                <a:solidFill>
                  <a:srgbClr val="FFFFFF"/>
                </a:solidFill>
                <a:latin typeface="Nimbus Sans Narrow"/>
                <a:ea typeface="Nimbus Sans Narrow"/>
                <a:cs typeface="Nimbus Sans Narrow"/>
              </a:rPr>
              <a:t>Detect and verify an anomalous event</a:t>
            </a:r>
          </a:p>
        </p:txBody>
      </p:sp>
      <p:sp>
        <p:nvSpPr>
          <p:cNvPr id="3" name="section-rule">
            <a:extLst>
              <a:ext uri="{FF2B5EF4-FFF2-40B4-BE49-F238E27FC236}">
                <a16:creationId xmlns:a16="http://schemas.microsoft.com/office/drawing/2014/main" id="{334FF973-2A85-4742-A2C0-6181601CFD54}"/>
              </a:ext>
            </a:extLst>
          </p:cNvPr>
          <p:cNvSpPr>
            <a:spLocks noGrp="1"/>
          </p:cNvSpPr>
          <p:nvPr/>
        </p:nvSpPr>
        <p:spPr>
          <a:xfrm>
            <a:off x="1009650" y="1866900"/>
            <a:ext cx="10134600" cy="953"/>
          </a:xfrm>
          <a:custGeom>
            <a:avLst/>
            <a:gdLst/>
            <a:ahLst/>
            <a:cxnLst/>
            <a:rect l="0" t="0" r="0" b="0"/>
            <a:pathLst>
              <a:path w="10134600" h="953">
                <a:moveTo>
                  <a:pt x="0" y="0"/>
                </a:moveTo>
                <a:lnTo>
                  <a:pt x="10134600" y="0"/>
                </a:lnTo>
              </a:path>
            </a:pathLst>
          </a:custGeom>
          <a:noFill/>
          <a:ln w="19050">
            <a:solidFill>
              <a:srgbClr val="FFFFFF"/>
            </a:solidFill>
            <a:prstDash val="solid"/>
          </a:ln>
        </p:spPr>
        <p:txBody>
          <a:bodyPr/>
          <a:lstStyle/>
          <a:p>
            <a:endParaRPr lang="en-US"/>
          </a:p>
        </p:txBody>
      </p:sp>
      <p:sp>
        <p:nvSpPr>
          <p:cNvPr id="4" name="question-label">
            <a:extLst>
              <a:ext uri="{FF2B5EF4-FFF2-40B4-BE49-F238E27FC236}">
                <a16:creationId xmlns:a16="http://schemas.microsoft.com/office/drawing/2014/main" id="{184D2602-4995-4103-B271-3582FB446BA5}"/>
              </a:ext>
            </a:extLst>
          </p:cNvPr>
          <p:cNvSpPr>
            <a:spLocks noGrp="1"/>
          </p:cNvSpPr>
          <p:nvPr/>
        </p:nvSpPr>
        <p:spPr>
          <a:xfrm>
            <a:off x="1047750" y="2266950"/>
            <a:ext cx="3143250" cy="304800"/>
          </a:xfrm>
          <a:prstGeom prst="rect">
            <a:avLst/>
          </a:prstGeom>
          <a:noFill/>
          <a:ln w="0">
            <a:noFill/>
            <a:prstDash val="solid"/>
          </a:ln>
        </p:spPr>
        <p:txBody>
          <a:bodyPr lIns="0" tIns="0" rIns="0" bIns="0" anchor="ctr"/>
          <a:lstStyle>
            <a:defPPr algn="l">
              <a:defRPr sz="1500" b="1">
                <a:solidFill>
                  <a:srgbClr val="FFFFFF"/>
                </a:solidFill>
                <a:latin typeface="Nimbus Sans Narrow"/>
                <a:ea typeface="Nimbus Sans Narrow"/>
                <a:cs typeface="Nimbus Sans Narrow"/>
              </a:defRPr>
            </a:defPPr>
            <a:lvl1pPr algn="l">
              <a:defRPr sz="1500" b="1">
                <a:solidFill>
                  <a:srgbClr val="FFFFFF"/>
                </a:solidFill>
                <a:latin typeface="Nimbus Sans Narrow"/>
                <a:ea typeface="Nimbus Sans Narrow"/>
                <a:cs typeface="Nimbus Sans Narrow"/>
              </a:defRPr>
            </a:lvl1pPr>
            <a:lvl2pPr algn="l">
              <a:defRPr sz="1500" b="1">
                <a:solidFill>
                  <a:srgbClr val="FFFFFF"/>
                </a:solidFill>
                <a:latin typeface="Nimbus Sans Narrow"/>
                <a:ea typeface="Nimbus Sans Narrow"/>
                <a:cs typeface="Nimbus Sans Narrow"/>
              </a:defRPr>
            </a:lvl2pPr>
            <a:lvl3pPr algn="l">
              <a:defRPr sz="1500" b="1">
                <a:solidFill>
                  <a:srgbClr val="FFFFFF"/>
                </a:solidFill>
                <a:latin typeface="Nimbus Sans Narrow"/>
                <a:ea typeface="Nimbus Sans Narrow"/>
                <a:cs typeface="Nimbus Sans Narrow"/>
              </a:defRPr>
            </a:lvl3pPr>
            <a:lvl4pPr algn="l">
              <a:defRPr sz="1500" b="1">
                <a:solidFill>
                  <a:srgbClr val="FFFFFF"/>
                </a:solidFill>
                <a:latin typeface="Nimbus Sans Narrow"/>
                <a:ea typeface="Nimbus Sans Narrow"/>
                <a:cs typeface="Nimbus Sans Narrow"/>
              </a:defRPr>
            </a:lvl4pPr>
            <a:lvl5pPr algn="l">
              <a:defRPr sz="1500" b="1">
                <a:solidFill>
                  <a:srgbClr val="FFFFFF"/>
                </a:solidFill>
                <a:latin typeface="Nimbus Sans Narrow"/>
                <a:ea typeface="Nimbus Sans Narrow"/>
                <a:cs typeface="Nimbus Sans Narrow"/>
              </a:defRPr>
            </a:lvl5pPr>
            <a:lvl6pPr algn="l">
              <a:defRPr sz="1500" b="1">
                <a:solidFill>
                  <a:srgbClr val="FFFFFF"/>
                </a:solidFill>
                <a:latin typeface="Nimbus Sans Narrow"/>
                <a:ea typeface="Nimbus Sans Narrow"/>
                <a:cs typeface="Nimbus Sans Narrow"/>
              </a:defRPr>
            </a:lvl6pPr>
            <a:lvl7pPr algn="l">
              <a:defRPr sz="1500" b="1">
                <a:solidFill>
                  <a:srgbClr val="FFFFFF"/>
                </a:solidFill>
                <a:latin typeface="Nimbus Sans Narrow"/>
                <a:ea typeface="Nimbus Sans Narrow"/>
                <a:cs typeface="Nimbus Sans Narrow"/>
              </a:defRPr>
            </a:lvl7pPr>
            <a:lvl8pPr algn="l">
              <a:defRPr sz="1500" b="1">
                <a:solidFill>
                  <a:srgbClr val="FFFFFF"/>
                </a:solidFill>
                <a:latin typeface="Nimbus Sans Narrow"/>
                <a:ea typeface="Nimbus Sans Narrow"/>
                <a:cs typeface="Nimbus Sans Narrow"/>
              </a:defRPr>
            </a:lvl8pPr>
            <a:lvl9pPr algn="l">
              <a:defRPr sz="1500" b="1">
                <a:solidFill>
                  <a:srgbClr val="FFFFFF"/>
                </a:solidFill>
                <a:latin typeface="Nimbus Sans Narrow"/>
                <a:ea typeface="Nimbus Sans Narrow"/>
                <a:cs typeface="Nimbus Sans Narrow"/>
              </a:defRPr>
            </a:lvl9pPr>
          </a:lstStyle>
          <a:p>
            <a:pPr algn="l">
              <a:defRPr sz="1500" b="1">
                <a:solidFill>
                  <a:srgbClr val="FFFFFF"/>
                </a:solidFill>
                <a:latin typeface="Nimbus Sans Narrow"/>
                <a:ea typeface="Nimbus Sans Narrow"/>
                <a:cs typeface="Nimbus Sans Narrow"/>
              </a:defRPr>
            </a:pPr>
            <a:r>
              <a:rPr sz="1500" b="1">
                <a:solidFill>
                  <a:srgbClr val="FFFFFF"/>
                </a:solidFill>
                <a:latin typeface="Nimbus Sans Narrow"/>
                <a:ea typeface="Nimbus Sans Narrow"/>
                <a:cs typeface="Nimbus Sans Narrow"/>
              </a:rPr>
              <a:t>PUBLIC-HEALTH QUESTION</a:t>
            </a:r>
          </a:p>
        </p:txBody>
      </p:sp>
      <p:sp>
        <p:nvSpPr>
          <p:cNvPr id="5" name="question">
            <a:extLst>
              <a:ext uri="{FF2B5EF4-FFF2-40B4-BE49-F238E27FC236}">
                <a16:creationId xmlns:a16="http://schemas.microsoft.com/office/drawing/2014/main" id="{58FB42C7-D17B-4D15-8875-6C6841415088}"/>
              </a:ext>
            </a:extLst>
          </p:cNvPr>
          <p:cNvSpPr>
            <a:spLocks noGrp="1"/>
          </p:cNvSpPr>
          <p:nvPr/>
        </p:nvSpPr>
        <p:spPr>
          <a:xfrm>
            <a:off x="1047750" y="2628900"/>
            <a:ext cx="10001250" cy="933450"/>
          </a:xfrm>
          <a:prstGeom prst="rect">
            <a:avLst/>
          </a:prstGeom>
          <a:noFill/>
          <a:ln w="0">
            <a:noFill/>
            <a:prstDash val="solid"/>
          </a:ln>
        </p:spPr>
        <p:txBody>
          <a:bodyPr lIns="0" tIns="0" rIns="0" bIns="0" anchor="ctr"/>
          <a:lstStyle>
            <a:defPPr algn="l">
              <a:defRPr sz="2550" b="1">
                <a:solidFill>
                  <a:srgbClr val="FFFFFF"/>
                </a:solidFill>
                <a:latin typeface="Nimbus Sans Narrow"/>
                <a:ea typeface="Nimbus Sans Narrow"/>
                <a:cs typeface="Nimbus Sans Narrow"/>
              </a:defRPr>
            </a:defPPr>
            <a:lvl1pPr algn="l">
              <a:defRPr sz="2550" b="1">
                <a:solidFill>
                  <a:srgbClr val="FFFFFF"/>
                </a:solidFill>
                <a:latin typeface="Nimbus Sans Narrow"/>
                <a:ea typeface="Nimbus Sans Narrow"/>
                <a:cs typeface="Nimbus Sans Narrow"/>
              </a:defRPr>
            </a:lvl1pPr>
            <a:lvl2pPr algn="l">
              <a:defRPr sz="2550" b="1">
                <a:solidFill>
                  <a:srgbClr val="FFFFFF"/>
                </a:solidFill>
                <a:latin typeface="Nimbus Sans Narrow"/>
                <a:ea typeface="Nimbus Sans Narrow"/>
                <a:cs typeface="Nimbus Sans Narrow"/>
              </a:defRPr>
            </a:lvl2pPr>
            <a:lvl3pPr algn="l">
              <a:defRPr sz="2550" b="1">
                <a:solidFill>
                  <a:srgbClr val="FFFFFF"/>
                </a:solidFill>
                <a:latin typeface="Nimbus Sans Narrow"/>
                <a:ea typeface="Nimbus Sans Narrow"/>
                <a:cs typeface="Nimbus Sans Narrow"/>
              </a:defRPr>
            </a:lvl3pPr>
            <a:lvl4pPr algn="l">
              <a:defRPr sz="2550" b="1">
                <a:solidFill>
                  <a:srgbClr val="FFFFFF"/>
                </a:solidFill>
                <a:latin typeface="Nimbus Sans Narrow"/>
                <a:ea typeface="Nimbus Sans Narrow"/>
                <a:cs typeface="Nimbus Sans Narrow"/>
              </a:defRPr>
            </a:lvl4pPr>
            <a:lvl5pPr algn="l">
              <a:defRPr sz="2550" b="1">
                <a:solidFill>
                  <a:srgbClr val="FFFFFF"/>
                </a:solidFill>
                <a:latin typeface="Nimbus Sans Narrow"/>
                <a:ea typeface="Nimbus Sans Narrow"/>
                <a:cs typeface="Nimbus Sans Narrow"/>
              </a:defRPr>
            </a:lvl5pPr>
            <a:lvl6pPr algn="l">
              <a:defRPr sz="2550" b="1">
                <a:solidFill>
                  <a:srgbClr val="FFFFFF"/>
                </a:solidFill>
                <a:latin typeface="Nimbus Sans Narrow"/>
                <a:ea typeface="Nimbus Sans Narrow"/>
                <a:cs typeface="Nimbus Sans Narrow"/>
              </a:defRPr>
            </a:lvl6pPr>
            <a:lvl7pPr algn="l">
              <a:defRPr sz="2550" b="1">
                <a:solidFill>
                  <a:srgbClr val="FFFFFF"/>
                </a:solidFill>
                <a:latin typeface="Nimbus Sans Narrow"/>
                <a:ea typeface="Nimbus Sans Narrow"/>
                <a:cs typeface="Nimbus Sans Narrow"/>
              </a:defRPr>
            </a:lvl7pPr>
            <a:lvl8pPr algn="l">
              <a:defRPr sz="2550" b="1">
                <a:solidFill>
                  <a:srgbClr val="FFFFFF"/>
                </a:solidFill>
                <a:latin typeface="Nimbus Sans Narrow"/>
                <a:ea typeface="Nimbus Sans Narrow"/>
                <a:cs typeface="Nimbus Sans Narrow"/>
              </a:defRPr>
            </a:lvl8pPr>
            <a:lvl9pPr algn="l">
              <a:defRPr sz="2550" b="1">
                <a:solidFill>
                  <a:srgbClr val="FFFFFF"/>
                </a:solidFill>
                <a:latin typeface="Nimbus Sans Narrow"/>
                <a:ea typeface="Nimbus Sans Narrow"/>
                <a:cs typeface="Nimbus Sans Narrow"/>
              </a:defRPr>
            </a:lvl9pPr>
          </a:lstStyle>
          <a:p>
            <a:pPr algn="l">
              <a:defRPr sz="2550" b="1">
                <a:solidFill>
                  <a:srgbClr val="FFFFFF"/>
                </a:solidFill>
                <a:latin typeface="Nimbus Sans Narrow"/>
                <a:ea typeface="Nimbus Sans Narrow"/>
                <a:cs typeface="Nimbus Sans Narrow"/>
              </a:defRPr>
            </a:pPr>
            <a:r>
              <a:rPr sz="2550" b="1">
                <a:solidFill>
                  <a:srgbClr val="FFFFFF"/>
                </a:solidFill>
                <a:latin typeface="Nimbus Sans Narrow"/>
                <a:ea typeface="Nimbus Sans Narrow"/>
                <a:cs typeface="Nimbus Sans Narrow"/>
              </a:rPr>
              <a:t>Is this a genuine emergence event, and what exactly has emerged?</a:t>
            </a:r>
          </a:p>
        </p:txBody>
      </p:sp>
      <p:sp>
        <p:nvSpPr>
          <p:cNvPr id="6" name="contribution-label">
            <a:extLst>
              <a:ext uri="{FF2B5EF4-FFF2-40B4-BE49-F238E27FC236}">
                <a16:creationId xmlns:a16="http://schemas.microsoft.com/office/drawing/2014/main" id="{D8F115DD-B1DB-482D-BAAD-D3D7F5BBC9E2}"/>
              </a:ext>
            </a:extLst>
          </p:cNvPr>
          <p:cNvSpPr>
            <a:spLocks noGrp="1"/>
          </p:cNvSpPr>
          <p:nvPr/>
        </p:nvSpPr>
        <p:spPr>
          <a:xfrm>
            <a:off x="1047750" y="4000500"/>
            <a:ext cx="3143250" cy="304800"/>
          </a:xfrm>
          <a:prstGeom prst="rect">
            <a:avLst/>
          </a:prstGeom>
          <a:noFill/>
          <a:ln w="0">
            <a:noFill/>
            <a:prstDash val="solid"/>
          </a:ln>
        </p:spPr>
        <p:txBody>
          <a:bodyPr lIns="0" tIns="0" rIns="0" bIns="0" anchor="ctr"/>
          <a:lstStyle>
            <a:defPPr algn="l">
              <a:defRPr sz="1500" b="1">
                <a:solidFill>
                  <a:srgbClr val="FFFFFF"/>
                </a:solidFill>
                <a:latin typeface="Nimbus Sans Narrow"/>
                <a:ea typeface="Nimbus Sans Narrow"/>
                <a:cs typeface="Nimbus Sans Narrow"/>
              </a:defRPr>
            </a:defPPr>
            <a:lvl1pPr algn="l">
              <a:defRPr sz="1500" b="1">
                <a:solidFill>
                  <a:srgbClr val="FFFFFF"/>
                </a:solidFill>
                <a:latin typeface="Nimbus Sans Narrow"/>
                <a:ea typeface="Nimbus Sans Narrow"/>
                <a:cs typeface="Nimbus Sans Narrow"/>
              </a:defRPr>
            </a:lvl1pPr>
            <a:lvl2pPr algn="l">
              <a:defRPr sz="1500" b="1">
                <a:solidFill>
                  <a:srgbClr val="FFFFFF"/>
                </a:solidFill>
                <a:latin typeface="Nimbus Sans Narrow"/>
                <a:ea typeface="Nimbus Sans Narrow"/>
                <a:cs typeface="Nimbus Sans Narrow"/>
              </a:defRPr>
            </a:lvl2pPr>
            <a:lvl3pPr algn="l">
              <a:defRPr sz="1500" b="1">
                <a:solidFill>
                  <a:srgbClr val="FFFFFF"/>
                </a:solidFill>
                <a:latin typeface="Nimbus Sans Narrow"/>
                <a:ea typeface="Nimbus Sans Narrow"/>
                <a:cs typeface="Nimbus Sans Narrow"/>
              </a:defRPr>
            </a:lvl3pPr>
            <a:lvl4pPr algn="l">
              <a:defRPr sz="1500" b="1">
                <a:solidFill>
                  <a:srgbClr val="FFFFFF"/>
                </a:solidFill>
                <a:latin typeface="Nimbus Sans Narrow"/>
                <a:ea typeface="Nimbus Sans Narrow"/>
                <a:cs typeface="Nimbus Sans Narrow"/>
              </a:defRPr>
            </a:lvl4pPr>
            <a:lvl5pPr algn="l">
              <a:defRPr sz="1500" b="1">
                <a:solidFill>
                  <a:srgbClr val="FFFFFF"/>
                </a:solidFill>
                <a:latin typeface="Nimbus Sans Narrow"/>
                <a:ea typeface="Nimbus Sans Narrow"/>
                <a:cs typeface="Nimbus Sans Narrow"/>
              </a:defRPr>
            </a:lvl5pPr>
            <a:lvl6pPr algn="l">
              <a:defRPr sz="1500" b="1">
                <a:solidFill>
                  <a:srgbClr val="FFFFFF"/>
                </a:solidFill>
                <a:latin typeface="Nimbus Sans Narrow"/>
                <a:ea typeface="Nimbus Sans Narrow"/>
                <a:cs typeface="Nimbus Sans Narrow"/>
              </a:defRPr>
            </a:lvl6pPr>
            <a:lvl7pPr algn="l">
              <a:defRPr sz="1500" b="1">
                <a:solidFill>
                  <a:srgbClr val="FFFFFF"/>
                </a:solidFill>
                <a:latin typeface="Nimbus Sans Narrow"/>
                <a:ea typeface="Nimbus Sans Narrow"/>
                <a:cs typeface="Nimbus Sans Narrow"/>
              </a:defRPr>
            </a:lvl7pPr>
            <a:lvl8pPr algn="l">
              <a:defRPr sz="1500" b="1">
                <a:solidFill>
                  <a:srgbClr val="FFFFFF"/>
                </a:solidFill>
                <a:latin typeface="Nimbus Sans Narrow"/>
                <a:ea typeface="Nimbus Sans Narrow"/>
                <a:cs typeface="Nimbus Sans Narrow"/>
              </a:defRPr>
            </a:lvl8pPr>
            <a:lvl9pPr algn="l">
              <a:defRPr sz="1500" b="1">
                <a:solidFill>
                  <a:srgbClr val="FFFFFF"/>
                </a:solidFill>
                <a:latin typeface="Nimbus Sans Narrow"/>
                <a:ea typeface="Nimbus Sans Narrow"/>
                <a:cs typeface="Nimbus Sans Narrow"/>
              </a:defRPr>
            </a:lvl9pPr>
          </a:lstStyle>
          <a:p>
            <a:pPr algn="l">
              <a:defRPr sz="1500" b="1">
                <a:solidFill>
                  <a:srgbClr val="FFFFFF"/>
                </a:solidFill>
                <a:latin typeface="Nimbus Sans Narrow"/>
                <a:ea typeface="Nimbus Sans Narrow"/>
                <a:cs typeface="Nimbus Sans Narrow"/>
              </a:defRPr>
            </a:pPr>
            <a:r>
              <a:rPr sz="1500" b="1">
                <a:solidFill>
                  <a:srgbClr val="FFFFFF"/>
                </a:solidFill>
                <a:latin typeface="Nimbus Sans Narrow"/>
                <a:ea typeface="Nimbus Sans Narrow"/>
                <a:cs typeface="Nimbus Sans Narrow"/>
              </a:rPr>
              <a:t>MOLECULAR EPIDEMIOLOGY</a:t>
            </a:r>
          </a:p>
        </p:txBody>
      </p:sp>
      <p:sp>
        <p:nvSpPr>
          <p:cNvPr id="7" name="contribution">
            <a:extLst>
              <a:ext uri="{FF2B5EF4-FFF2-40B4-BE49-F238E27FC236}">
                <a16:creationId xmlns:a16="http://schemas.microsoft.com/office/drawing/2014/main" id="{183DE107-637A-4347-84F2-F723D2BE9038}"/>
              </a:ext>
            </a:extLst>
          </p:cNvPr>
          <p:cNvSpPr>
            <a:spLocks noGrp="1"/>
          </p:cNvSpPr>
          <p:nvPr/>
        </p:nvSpPr>
        <p:spPr>
          <a:xfrm>
            <a:off x="1047750" y="4362450"/>
            <a:ext cx="10001250" cy="1143000"/>
          </a:xfrm>
          <a:prstGeom prst="rect">
            <a:avLst/>
          </a:prstGeom>
          <a:noFill/>
          <a:ln w="0">
            <a:noFill/>
            <a:prstDash val="solid"/>
          </a:ln>
        </p:spPr>
        <p:txBody>
          <a:bodyPr lIns="0" tIns="0" rIns="0" bIns="0" anchor="ctr"/>
          <a:lstStyle>
            <a:defPPr algn="l">
              <a:defRPr sz="2250" b="0">
                <a:solidFill>
                  <a:srgbClr val="FFFFFF"/>
                </a:solidFill>
                <a:latin typeface="Nimbus Sans Narrow"/>
                <a:ea typeface="Nimbus Sans Narrow"/>
                <a:cs typeface="Nimbus Sans Narrow"/>
              </a:defRPr>
            </a:defPPr>
            <a:lvl1pPr algn="l">
              <a:defRPr sz="2250" b="0">
                <a:solidFill>
                  <a:srgbClr val="FFFFFF"/>
                </a:solidFill>
                <a:latin typeface="Nimbus Sans Narrow"/>
                <a:ea typeface="Nimbus Sans Narrow"/>
                <a:cs typeface="Nimbus Sans Narrow"/>
              </a:defRPr>
            </a:lvl1pPr>
            <a:lvl2pPr algn="l">
              <a:defRPr sz="2250" b="0">
                <a:solidFill>
                  <a:srgbClr val="FFFFFF"/>
                </a:solidFill>
                <a:latin typeface="Nimbus Sans Narrow"/>
                <a:ea typeface="Nimbus Sans Narrow"/>
                <a:cs typeface="Nimbus Sans Narrow"/>
              </a:defRPr>
            </a:lvl2pPr>
            <a:lvl3pPr algn="l">
              <a:defRPr sz="2250" b="0">
                <a:solidFill>
                  <a:srgbClr val="FFFFFF"/>
                </a:solidFill>
                <a:latin typeface="Nimbus Sans Narrow"/>
                <a:ea typeface="Nimbus Sans Narrow"/>
                <a:cs typeface="Nimbus Sans Narrow"/>
              </a:defRPr>
            </a:lvl3pPr>
            <a:lvl4pPr algn="l">
              <a:defRPr sz="2250" b="0">
                <a:solidFill>
                  <a:srgbClr val="FFFFFF"/>
                </a:solidFill>
                <a:latin typeface="Nimbus Sans Narrow"/>
                <a:ea typeface="Nimbus Sans Narrow"/>
                <a:cs typeface="Nimbus Sans Narrow"/>
              </a:defRPr>
            </a:lvl4pPr>
            <a:lvl5pPr algn="l">
              <a:defRPr sz="2250" b="0">
                <a:solidFill>
                  <a:srgbClr val="FFFFFF"/>
                </a:solidFill>
                <a:latin typeface="Nimbus Sans Narrow"/>
                <a:ea typeface="Nimbus Sans Narrow"/>
                <a:cs typeface="Nimbus Sans Narrow"/>
              </a:defRPr>
            </a:lvl5pPr>
            <a:lvl6pPr algn="l">
              <a:defRPr sz="2250" b="0">
                <a:solidFill>
                  <a:srgbClr val="FFFFFF"/>
                </a:solidFill>
                <a:latin typeface="Nimbus Sans Narrow"/>
                <a:ea typeface="Nimbus Sans Narrow"/>
                <a:cs typeface="Nimbus Sans Narrow"/>
              </a:defRPr>
            </a:lvl6pPr>
            <a:lvl7pPr algn="l">
              <a:defRPr sz="2250" b="0">
                <a:solidFill>
                  <a:srgbClr val="FFFFFF"/>
                </a:solidFill>
                <a:latin typeface="Nimbus Sans Narrow"/>
                <a:ea typeface="Nimbus Sans Narrow"/>
                <a:cs typeface="Nimbus Sans Narrow"/>
              </a:defRPr>
            </a:lvl7pPr>
            <a:lvl8pPr algn="l">
              <a:defRPr sz="2250" b="0">
                <a:solidFill>
                  <a:srgbClr val="FFFFFF"/>
                </a:solidFill>
                <a:latin typeface="Nimbus Sans Narrow"/>
                <a:ea typeface="Nimbus Sans Narrow"/>
                <a:cs typeface="Nimbus Sans Narrow"/>
              </a:defRPr>
            </a:lvl8pPr>
            <a:lvl9pPr algn="l">
              <a:defRPr sz="2250" b="0">
                <a:solidFill>
                  <a:srgbClr val="FFFFFF"/>
                </a:solidFill>
                <a:latin typeface="Nimbus Sans Narrow"/>
                <a:ea typeface="Nimbus Sans Narrow"/>
                <a:cs typeface="Nimbus Sans Narrow"/>
              </a:defRPr>
            </a:lvl9pPr>
          </a:lstStyle>
          <a:p>
            <a:pPr algn="l">
              <a:defRPr sz="2250" b="0">
                <a:solidFill>
                  <a:srgbClr val="FFFFFF"/>
                </a:solidFill>
                <a:latin typeface="Nimbus Sans Narrow"/>
                <a:ea typeface="Nimbus Sans Narrow"/>
                <a:cs typeface="Nimbus Sans Narrow"/>
              </a:defRPr>
            </a:pPr>
            <a:r>
              <a:rPr sz="2250" b="0">
                <a:solidFill>
                  <a:srgbClr val="FFFFFF"/>
                </a:solidFill>
                <a:latin typeface="Nimbus Sans Narrow"/>
                <a:ea typeface="Nimbus Sans Narrow"/>
                <a:cs typeface="Nimbus Sans Narrow"/>
              </a:rPr>
              <a:t>Identify the pathogen or lineage, validate the sequence, and place it within known diversity.</a:t>
            </a:r>
          </a:p>
        </p:txBody>
      </p:sp>
      <p:sp>
        <p:nvSpPr>
          <p:cNvPr id="8" name="overlap-note">
            <a:extLst>
              <a:ext uri="{FF2B5EF4-FFF2-40B4-BE49-F238E27FC236}">
                <a16:creationId xmlns:a16="http://schemas.microsoft.com/office/drawing/2014/main" id="{9CDC4C51-C325-462A-B18B-13348EF13F81}"/>
              </a:ext>
            </a:extLst>
          </p:cNvPr>
          <p:cNvSpPr>
            <a:spLocks noGrp="1"/>
          </p:cNvSpPr>
          <p:nvPr/>
        </p:nvSpPr>
        <p:spPr>
          <a:xfrm>
            <a:off x="1047750" y="6057900"/>
            <a:ext cx="10001250" cy="304800"/>
          </a:xfrm>
          <a:prstGeom prst="rect">
            <a:avLst/>
          </a:prstGeom>
          <a:noFill/>
          <a:ln w="0">
            <a:noFill/>
            <a:prstDash val="solid"/>
          </a:ln>
        </p:spPr>
        <p:txBody>
          <a:bodyPr lIns="0" tIns="0" rIns="0" bIns="0" anchor="ctr"/>
          <a:lstStyle>
            <a:defPPr algn="r">
              <a:defRPr sz="1500" b="0">
                <a:solidFill>
                  <a:srgbClr val="FFFFFF"/>
                </a:solidFill>
                <a:latin typeface="Nimbus Sans Narrow"/>
                <a:ea typeface="Nimbus Sans Narrow"/>
                <a:cs typeface="Nimbus Sans Narrow"/>
              </a:defRPr>
            </a:defPPr>
            <a:lvl1pPr algn="r">
              <a:defRPr sz="1500" b="0">
                <a:solidFill>
                  <a:srgbClr val="FFFFFF"/>
                </a:solidFill>
                <a:latin typeface="Nimbus Sans Narrow"/>
                <a:ea typeface="Nimbus Sans Narrow"/>
                <a:cs typeface="Nimbus Sans Narrow"/>
              </a:defRPr>
            </a:lvl1pPr>
            <a:lvl2pPr algn="r">
              <a:defRPr sz="1500" b="0">
                <a:solidFill>
                  <a:srgbClr val="FFFFFF"/>
                </a:solidFill>
                <a:latin typeface="Nimbus Sans Narrow"/>
                <a:ea typeface="Nimbus Sans Narrow"/>
                <a:cs typeface="Nimbus Sans Narrow"/>
              </a:defRPr>
            </a:lvl2pPr>
            <a:lvl3pPr algn="r">
              <a:defRPr sz="1500" b="0">
                <a:solidFill>
                  <a:srgbClr val="FFFFFF"/>
                </a:solidFill>
                <a:latin typeface="Nimbus Sans Narrow"/>
                <a:ea typeface="Nimbus Sans Narrow"/>
                <a:cs typeface="Nimbus Sans Narrow"/>
              </a:defRPr>
            </a:lvl3pPr>
            <a:lvl4pPr algn="r">
              <a:defRPr sz="1500" b="0">
                <a:solidFill>
                  <a:srgbClr val="FFFFFF"/>
                </a:solidFill>
                <a:latin typeface="Nimbus Sans Narrow"/>
                <a:ea typeface="Nimbus Sans Narrow"/>
                <a:cs typeface="Nimbus Sans Narrow"/>
              </a:defRPr>
            </a:lvl4pPr>
            <a:lvl5pPr algn="r">
              <a:defRPr sz="1500" b="0">
                <a:solidFill>
                  <a:srgbClr val="FFFFFF"/>
                </a:solidFill>
                <a:latin typeface="Nimbus Sans Narrow"/>
                <a:ea typeface="Nimbus Sans Narrow"/>
                <a:cs typeface="Nimbus Sans Narrow"/>
              </a:defRPr>
            </a:lvl5pPr>
            <a:lvl6pPr algn="r">
              <a:defRPr sz="1500" b="0">
                <a:solidFill>
                  <a:srgbClr val="FFFFFF"/>
                </a:solidFill>
                <a:latin typeface="Nimbus Sans Narrow"/>
                <a:ea typeface="Nimbus Sans Narrow"/>
                <a:cs typeface="Nimbus Sans Narrow"/>
              </a:defRPr>
            </a:lvl6pPr>
            <a:lvl7pPr algn="r">
              <a:defRPr sz="1500" b="0">
                <a:solidFill>
                  <a:srgbClr val="FFFFFF"/>
                </a:solidFill>
                <a:latin typeface="Nimbus Sans Narrow"/>
                <a:ea typeface="Nimbus Sans Narrow"/>
                <a:cs typeface="Nimbus Sans Narrow"/>
              </a:defRPr>
            </a:lvl7pPr>
            <a:lvl8pPr algn="r">
              <a:defRPr sz="1500" b="0">
                <a:solidFill>
                  <a:srgbClr val="FFFFFF"/>
                </a:solidFill>
                <a:latin typeface="Nimbus Sans Narrow"/>
                <a:ea typeface="Nimbus Sans Narrow"/>
                <a:cs typeface="Nimbus Sans Narrow"/>
              </a:defRPr>
            </a:lvl8pPr>
            <a:lvl9pPr algn="r">
              <a:defRPr sz="1500" b="0">
                <a:solidFill>
                  <a:srgbClr val="FFFFFF"/>
                </a:solidFill>
                <a:latin typeface="Nimbus Sans Narrow"/>
                <a:ea typeface="Nimbus Sans Narrow"/>
                <a:cs typeface="Nimbus Sans Narrow"/>
              </a:defRPr>
            </a:lvl9pPr>
          </a:lstStyle>
          <a:p>
            <a:pPr algn="r">
              <a:defRPr sz="1500" b="0">
                <a:solidFill>
                  <a:srgbClr val="FFFFFF"/>
                </a:solidFill>
                <a:latin typeface="Nimbus Sans Narrow"/>
                <a:ea typeface="Nimbus Sans Narrow"/>
                <a:cs typeface="Nimbus Sans Narrow"/>
              </a:defRPr>
            </a:pPr>
            <a:r>
              <a:rPr sz="1500" b="0">
                <a:solidFill>
                  <a:srgbClr val="FFFFFF"/>
                </a:solidFill>
                <a:latin typeface="Nimbus Sans Narrow"/>
                <a:ea typeface="Nimbus Sans Narrow"/>
                <a:cs typeface="Nimbus Sans Narrow"/>
              </a:rPr>
              <a:t>Operational states overlap across places and populations.</a:t>
            </a:r>
          </a:p>
        </p:txBody>
      </p:sp>
    </p:spTree>
    <p:extLst>
      <p:ext uri="{BB962C8B-B14F-4D97-AF65-F5344CB8AC3E}">
        <p14:creationId xmlns:p14="http://schemas.microsoft.com/office/powerpoint/2010/main" val="1813334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phase-slide-border">
            <a:extLst>
              <a:ext uri="{FF2B5EF4-FFF2-40B4-BE49-F238E27FC236}">
                <a16:creationId xmlns:a16="http://schemas.microsoft.com/office/drawing/2014/main" id="{F71CEE4D-44C4-4DBE-916A-B65937AEA026}"/>
              </a:ext>
            </a:extLst>
          </p:cNvPr>
          <p:cNvSpPr>
            <a:spLocks noGrp="1"/>
          </p:cNvSpPr>
          <p:nvPr/>
        </p:nvSpPr>
        <p:spPr>
          <a:xfrm>
            <a:off x="76200" y="76200"/>
            <a:ext cx="12039600" cy="6705600"/>
          </a:xfrm>
          <a:prstGeom prst="roundRect">
            <a:avLst>
              <a:gd name="adj" fmla="val 1705"/>
            </a:avLst>
          </a:prstGeom>
          <a:noFill/>
          <a:ln w="19050">
            <a:solidFill>
              <a:srgbClr val="F4510B"/>
            </a:solidFill>
            <a:prstDash val="solid"/>
          </a:ln>
        </p:spPr>
        <p:txBody>
          <a:bodyPr/>
          <a:lstStyle/>
          <a:p>
            <a:endParaRPr lang="en-US"/>
          </a:p>
        </p:txBody>
      </p:sp>
      <p:sp>
        <p:nvSpPr>
          <p:cNvPr id="2" name="slide-title">
            <a:extLst>
              <a:ext uri="{FF2B5EF4-FFF2-40B4-BE49-F238E27FC236}">
                <a16:creationId xmlns:a16="http://schemas.microsoft.com/office/drawing/2014/main" id="{05FD30F9-8C4D-42C2-B5C2-D628781A4AB7}"/>
              </a:ext>
            </a:extLst>
          </p:cNvPr>
          <p:cNvSpPr>
            <a:spLocks noGrp="1"/>
          </p:cNvSpPr>
          <p:nvPr/>
        </p:nvSpPr>
        <p:spPr>
          <a:xfrm>
            <a:off x="533400" y="266700"/>
            <a:ext cx="11125200" cy="552450"/>
          </a:xfrm>
          <a:prstGeom prst="rect">
            <a:avLst/>
          </a:prstGeom>
          <a:noFill/>
          <a:ln w="0">
            <a:noFill/>
            <a:prstDash val="solid"/>
          </a:ln>
        </p:spPr>
        <p:txBody>
          <a:bodyPr lIns="0" tIns="0" rIns="0" bIns="0" anchor="ctr"/>
          <a:lstStyle>
            <a:defPPr algn="ctr">
              <a:defRPr sz="3000" b="1">
                <a:solidFill>
                  <a:srgbClr val="070D3A"/>
                </a:solidFill>
                <a:latin typeface="Nimbus Sans Narrow"/>
                <a:ea typeface="Nimbus Sans Narrow"/>
                <a:cs typeface="Nimbus Sans Narrow"/>
              </a:defRPr>
            </a:defPPr>
            <a:lvl1pPr algn="ctr">
              <a:defRPr sz="3000" b="1">
                <a:solidFill>
                  <a:srgbClr val="070D3A"/>
                </a:solidFill>
                <a:latin typeface="Nimbus Sans Narrow"/>
                <a:ea typeface="Nimbus Sans Narrow"/>
                <a:cs typeface="Nimbus Sans Narrow"/>
              </a:defRPr>
            </a:lvl1pPr>
            <a:lvl2pPr algn="ctr">
              <a:defRPr sz="3000" b="1">
                <a:solidFill>
                  <a:srgbClr val="070D3A"/>
                </a:solidFill>
                <a:latin typeface="Nimbus Sans Narrow"/>
                <a:ea typeface="Nimbus Sans Narrow"/>
                <a:cs typeface="Nimbus Sans Narrow"/>
              </a:defRPr>
            </a:lvl2pPr>
            <a:lvl3pPr algn="ctr">
              <a:defRPr sz="3000" b="1">
                <a:solidFill>
                  <a:srgbClr val="070D3A"/>
                </a:solidFill>
                <a:latin typeface="Nimbus Sans Narrow"/>
                <a:ea typeface="Nimbus Sans Narrow"/>
                <a:cs typeface="Nimbus Sans Narrow"/>
              </a:defRPr>
            </a:lvl3pPr>
            <a:lvl4pPr algn="ctr">
              <a:defRPr sz="3000" b="1">
                <a:solidFill>
                  <a:srgbClr val="070D3A"/>
                </a:solidFill>
                <a:latin typeface="Nimbus Sans Narrow"/>
                <a:ea typeface="Nimbus Sans Narrow"/>
                <a:cs typeface="Nimbus Sans Narrow"/>
              </a:defRPr>
            </a:lvl4pPr>
            <a:lvl5pPr algn="ctr">
              <a:defRPr sz="3000" b="1">
                <a:solidFill>
                  <a:srgbClr val="070D3A"/>
                </a:solidFill>
                <a:latin typeface="Nimbus Sans Narrow"/>
                <a:ea typeface="Nimbus Sans Narrow"/>
                <a:cs typeface="Nimbus Sans Narrow"/>
              </a:defRPr>
            </a:lvl5pPr>
            <a:lvl6pPr algn="ctr">
              <a:defRPr sz="3000" b="1">
                <a:solidFill>
                  <a:srgbClr val="070D3A"/>
                </a:solidFill>
                <a:latin typeface="Nimbus Sans Narrow"/>
                <a:ea typeface="Nimbus Sans Narrow"/>
                <a:cs typeface="Nimbus Sans Narrow"/>
              </a:defRPr>
            </a:lvl6pPr>
            <a:lvl7pPr algn="ctr">
              <a:defRPr sz="3000" b="1">
                <a:solidFill>
                  <a:srgbClr val="070D3A"/>
                </a:solidFill>
                <a:latin typeface="Nimbus Sans Narrow"/>
                <a:ea typeface="Nimbus Sans Narrow"/>
                <a:cs typeface="Nimbus Sans Narrow"/>
              </a:defRPr>
            </a:lvl7pPr>
            <a:lvl8pPr algn="ctr">
              <a:defRPr sz="3000" b="1">
                <a:solidFill>
                  <a:srgbClr val="070D3A"/>
                </a:solidFill>
                <a:latin typeface="Nimbus Sans Narrow"/>
                <a:ea typeface="Nimbus Sans Narrow"/>
                <a:cs typeface="Nimbus Sans Narrow"/>
              </a:defRPr>
            </a:lvl8pPr>
            <a:lvl9pPr algn="ctr">
              <a:defRPr sz="3000" b="1">
                <a:solidFill>
                  <a:srgbClr val="070D3A"/>
                </a:solidFill>
                <a:latin typeface="Nimbus Sans Narrow"/>
                <a:ea typeface="Nimbus Sans Narrow"/>
                <a:cs typeface="Nimbus Sans Narrow"/>
              </a:defRPr>
            </a:lvl9pPr>
          </a:lstStyle>
          <a:p>
            <a:pPr algn="ctr">
              <a:defRPr sz="3000" b="1">
                <a:solidFill>
                  <a:srgbClr val="070D3A"/>
                </a:solidFill>
                <a:latin typeface="Nimbus Sans Narrow"/>
                <a:ea typeface="Nimbus Sans Narrow"/>
                <a:cs typeface="Nimbus Sans Narrow"/>
              </a:defRPr>
            </a:pPr>
            <a:r>
              <a:rPr sz="3000" b="1">
                <a:solidFill>
                  <a:srgbClr val="070D3A"/>
                </a:solidFill>
                <a:latin typeface="Nimbus Sans Narrow"/>
                <a:ea typeface="Nimbus Sans Narrow"/>
                <a:cs typeface="Nimbus Sans Narrow"/>
              </a:rPr>
              <a:t>Three claims require different evidence</a:t>
            </a:r>
          </a:p>
        </p:txBody>
      </p:sp>
      <p:sp>
        <p:nvSpPr>
          <p:cNvPr id="3" name="layer-circle-0">
            <a:extLst>
              <a:ext uri="{FF2B5EF4-FFF2-40B4-BE49-F238E27FC236}">
                <a16:creationId xmlns:a16="http://schemas.microsoft.com/office/drawing/2014/main" id="{E21C75AB-A3BE-45FB-84B4-F65B639F4A98}"/>
              </a:ext>
            </a:extLst>
          </p:cNvPr>
          <p:cNvSpPr>
            <a:spLocks noGrp="1"/>
          </p:cNvSpPr>
          <p:nvPr/>
        </p:nvSpPr>
        <p:spPr>
          <a:xfrm>
            <a:off x="1828800" y="1447800"/>
            <a:ext cx="1104900" cy="1104900"/>
          </a:xfrm>
          <a:prstGeom prst="ellipse">
            <a:avLst/>
          </a:prstGeom>
          <a:solidFill>
            <a:srgbClr val="0B69E8"/>
          </a:solidFill>
          <a:ln w="28575">
            <a:solidFill>
              <a:srgbClr val="FFFFFF"/>
            </a:solidFill>
            <a:prstDash val="solid"/>
          </a:ln>
        </p:spPr>
        <p:txBody>
          <a:bodyPr/>
          <a:lstStyle/>
          <a:p>
            <a:endParaRPr lang="en-US"/>
          </a:p>
        </p:txBody>
      </p:sp>
      <p:sp>
        <p:nvSpPr>
          <p:cNvPr id="4" name="layer-number-0">
            <a:extLst>
              <a:ext uri="{FF2B5EF4-FFF2-40B4-BE49-F238E27FC236}">
                <a16:creationId xmlns:a16="http://schemas.microsoft.com/office/drawing/2014/main" id="{D6668247-265F-4BCF-8254-CF9D9E1C6641}"/>
              </a:ext>
            </a:extLst>
          </p:cNvPr>
          <p:cNvSpPr>
            <a:spLocks noGrp="1"/>
          </p:cNvSpPr>
          <p:nvPr/>
        </p:nvSpPr>
        <p:spPr>
          <a:xfrm>
            <a:off x="2000250" y="1619250"/>
            <a:ext cx="762000" cy="762000"/>
          </a:xfrm>
          <a:prstGeom prst="rect">
            <a:avLst/>
          </a:prstGeom>
          <a:noFill/>
          <a:ln w="0">
            <a:noFill/>
            <a:prstDash val="solid"/>
          </a:ln>
        </p:spPr>
        <p:txBody>
          <a:bodyPr lIns="0" tIns="0" rIns="0" bIns="0" anchor="ctr"/>
          <a:lstStyle>
            <a:defPPr algn="ctr">
              <a:defRPr sz="3000" b="1">
                <a:solidFill>
                  <a:srgbClr val="FFFFFF"/>
                </a:solidFill>
                <a:latin typeface="Nimbus Sans Narrow"/>
                <a:ea typeface="Nimbus Sans Narrow"/>
                <a:cs typeface="Nimbus Sans Narrow"/>
              </a:defRPr>
            </a:defPPr>
            <a:lvl1pPr algn="ctr">
              <a:defRPr sz="3000" b="1">
                <a:solidFill>
                  <a:srgbClr val="FFFFFF"/>
                </a:solidFill>
                <a:latin typeface="Nimbus Sans Narrow"/>
                <a:ea typeface="Nimbus Sans Narrow"/>
                <a:cs typeface="Nimbus Sans Narrow"/>
              </a:defRPr>
            </a:lvl1pPr>
            <a:lvl2pPr algn="ctr">
              <a:defRPr sz="3000" b="1">
                <a:solidFill>
                  <a:srgbClr val="FFFFFF"/>
                </a:solidFill>
                <a:latin typeface="Nimbus Sans Narrow"/>
                <a:ea typeface="Nimbus Sans Narrow"/>
                <a:cs typeface="Nimbus Sans Narrow"/>
              </a:defRPr>
            </a:lvl2pPr>
            <a:lvl3pPr algn="ctr">
              <a:defRPr sz="3000" b="1">
                <a:solidFill>
                  <a:srgbClr val="FFFFFF"/>
                </a:solidFill>
                <a:latin typeface="Nimbus Sans Narrow"/>
                <a:ea typeface="Nimbus Sans Narrow"/>
                <a:cs typeface="Nimbus Sans Narrow"/>
              </a:defRPr>
            </a:lvl3pPr>
            <a:lvl4pPr algn="ctr">
              <a:defRPr sz="3000" b="1">
                <a:solidFill>
                  <a:srgbClr val="FFFFFF"/>
                </a:solidFill>
                <a:latin typeface="Nimbus Sans Narrow"/>
                <a:ea typeface="Nimbus Sans Narrow"/>
                <a:cs typeface="Nimbus Sans Narrow"/>
              </a:defRPr>
            </a:lvl4pPr>
            <a:lvl5pPr algn="ctr">
              <a:defRPr sz="3000" b="1">
                <a:solidFill>
                  <a:srgbClr val="FFFFFF"/>
                </a:solidFill>
                <a:latin typeface="Nimbus Sans Narrow"/>
                <a:ea typeface="Nimbus Sans Narrow"/>
                <a:cs typeface="Nimbus Sans Narrow"/>
              </a:defRPr>
            </a:lvl5pPr>
            <a:lvl6pPr algn="ctr">
              <a:defRPr sz="3000" b="1">
                <a:solidFill>
                  <a:srgbClr val="FFFFFF"/>
                </a:solidFill>
                <a:latin typeface="Nimbus Sans Narrow"/>
                <a:ea typeface="Nimbus Sans Narrow"/>
                <a:cs typeface="Nimbus Sans Narrow"/>
              </a:defRPr>
            </a:lvl6pPr>
            <a:lvl7pPr algn="ctr">
              <a:defRPr sz="3000" b="1">
                <a:solidFill>
                  <a:srgbClr val="FFFFFF"/>
                </a:solidFill>
                <a:latin typeface="Nimbus Sans Narrow"/>
                <a:ea typeface="Nimbus Sans Narrow"/>
                <a:cs typeface="Nimbus Sans Narrow"/>
              </a:defRPr>
            </a:lvl7pPr>
            <a:lvl8pPr algn="ctr">
              <a:defRPr sz="3000" b="1">
                <a:solidFill>
                  <a:srgbClr val="FFFFFF"/>
                </a:solidFill>
                <a:latin typeface="Nimbus Sans Narrow"/>
                <a:ea typeface="Nimbus Sans Narrow"/>
                <a:cs typeface="Nimbus Sans Narrow"/>
              </a:defRPr>
            </a:lvl8pPr>
            <a:lvl9pPr algn="ctr">
              <a:defRPr sz="3000" b="1">
                <a:solidFill>
                  <a:srgbClr val="FFFFFF"/>
                </a:solidFill>
                <a:latin typeface="Nimbus Sans Narrow"/>
                <a:ea typeface="Nimbus Sans Narrow"/>
                <a:cs typeface="Nimbus Sans Narrow"/>
              </a:defRPr>
            </a:lvl9pPr>
          </a:lstStyle>
          <a:p>
            <a:pPr algn="ctr">
              <a:defRPr sz="3000" b="1">
                <a:solidFill>
                  <a:srgbClr val="FFFFFF"/>
                </a:solidFill>
                <a:latin typeface="Nimbus Sans Narrow"/>
                <a:ea typeface="Nimbus Sans Narrow"/>
                <a:cs typeface="Nimbus Sans Narrow"/>
              </a:defRPr>
            </a:pPr>
            <a:r>
              <a:rPr sz="3000" b="1">
                <a:solidFill>
                  <a:srgbClr val="FFFFFF"/>
                </a:solidFill>
                <a:latin typeface="Nimbus Sans Narrow"/>
                <a:ea typeface="Nimbus Sans Narrow"/>
                <a:cs typeface="Nimbus Sans Narrow"/>
              </a:rPr>
              <a:t>1</a:t>
            </a:r>
          </a:p>
        </p:txBody>
      </p:sp>
      <p:sp>
        <p:nvSpPr>
          <p:cNvPr id="5" name="layer-title-0">
            <a:extLst>
              <a:ext uri="{FF2B5EF4-FFF2-40B4-BE49-F238E27FC236}">
                <a16:creationId xmlns:a16="http://schemas.microsoft.com/office/drawing/2014/main" id="{57EDB403-D91C-413B-8CE1-8B36F99D0F42}"/>
              </a:ext>
            </a:extLst>
          </p:cNvPr>
          <p:cNvSpPr>
            <a:spLocks noGrp="1"/>
          </p:cNvSpPr>
          <p:nvPr/>
        </p:nvSpPr>
        <p:spPr>
          <a:xfrm>
            <a:off x="666750" y="2781300"/>
            <a:ext cx="3429000" cy="457200"/>
          </a:xfrm>
          <a:prstGeom prst="rect">
            <a:avLst/>
          </a:prstGeom>
          <a:noFill/>
          <a:ln w="0">
            <a:noFill/>
            <a:prstDash val="solid"/>
          </a:ln>
        </p:spPr>
        <p:txBody>
          <a:bodyPr lIns="0" tIns="0" rIns="0" bIns="0" anchor="ctr"/>
          <a:lstStyle>
            <a:defPPr algn="ctr">
              <a:defRPr sz="2175" b="1">
                <a:solidFill>
                  <a:srgbClr val="0B69E8"/>
                </a:solidFill>
                <a:latin typeface="Nimbus Sans Narrow"/>
                <a:ea typeface="Nimbus Sans Narrow"/>
                <a:cs typeface="Nimbus Sans Narrow"/>
              </a:defRPr>
            </a:defPPr>
            <a:lvl1pPr algn="ctr">
              <a:defRPr sz="2175" b="1">
                <a:solidFill>
                  <a:srgbClr val="0B69E8"/>
                </a:solidFill>
                <a:latin typeface="Nimbus Sans Narrow"/>
                <a:ea typeface="Nimbus Sans Narrow"/>
                <a:cs typeface="Nimbus Sans Narrow"/>
              </a:defRPr>
            </a:lvl1pPr>
            <a:lvl2pPr algn="ctr">
              <a:defRPr sz="2175" b="1">
                <a:solidFill>
                  <a:srgbClr val="0B69E8"/>
                </a:solidFill>
                <a:latin typeface="Nimbus Sans Narrow"/>
                <a:ea typeface="Nimbus Sans Narrow"/>
                <a:cs typeface="Nimbus Sans Narrow"/>
              </a:defRPr>
            </a:lvl2pPr>
            <a:lvl3pPr algn="ctr">
              <a:defRPr sz="2175" b="1">
                <a:solidFill>
                  <a:srgbClr val="0B69E8"/>
                </a:solidFill>
                <a:latin typeface="Nimbus Sans Narrow"/>
                <a:ea typeface="Nimbus Sans Narrow"/>
                <a:cs typeface="Nimbus Sans Narrow"/>
              </a:defRPr>
            </a:lvl3pPr>
            <a:lvl4pPr algn="ctr">
              <a:defRPr sz="2175" b="1">
                <a:solidFill>
                  <a:srgbClr val="0B69E8"/>
                </a:solidFill>
                <a:latin typeface="Nimbus Sans Narrow"/>
                <a:ea typeface="Nimbus Sans Narrow"/>
                <a:cs typeface="Nimbus Sans Narrow"/>
              </a:defRPr>
            </a:lvl4pPr>
            <a:lvl5pPr algn="ctr">
              <a:defRPr sz="2175" b="1">
                <a:solidFill>
                  <a:srgbClr val="0B69E8"/>
                </a:solidFill>
                <a:latin typeface="Nimbus Sans Narrow"/>
                <a:ea typeface="Nimbus Sans Narrow"/>
                <a:cs typeface="Nimbus Sans Narrow"/>
              </a:defRPr>
            </a:lvl5pPr>
            <a:lvl6pPr algn="ctr">
              <a:defRPr sz="2175" b="1">
                <a:solidFill>
                  <a:srgbClr val="0B69E8"/>
                </a:solidFill>
                <a:latin typeface="Nimbus Sans Narrow"/>
                <a:ea typeface="Nimbus Sans Narrow"/>
                <a:cs typeface="Nimbus Sans Narrow"/>
              </a:defRPr>
            </a:lvl6pPr>
            <a:lvl7pPr algn="ctr">
              <a:defRPr sz="2175" b="1">
                <a:solidFill>
                  <a:srgbClr val="0B69E8"/>
                </a:solidFill>
                <a:latin typeface="Nimbus Sans Narrow"/>
                <a:ea typeface="Nimbus Sans Narrow"/>
                <a:cs typeface="Nimbus Sans Narrow"/>
              </a:defRPr>
            </a:lvl7pPr>
            <a:lvl8pPr algn="ctr">
              <a:defRPr sz="2175" b="1">
                <a:solidFill>
                  <a:srgbClr val="0B69E8"/>
                </a:solidFill>
                <a:latin typeface="Nimbus Sans Narrow"/>
                <a:ea typeface="Nimbus Sans Narrow"/>
                <a:cs typeface="Nimbus Sans Narrow"/>
              </a:defRPr>
            </a:lvl8pPr>
            <a:lvl9pPr algn="ctr">
              <a:defRPr sz="2175" b="1">
                <a:solidFill>
                  <a:srgbClr val="0B69E8"/>
                </a:solidFill>
                <a:latin typeface="Nimbus Sans Narrow"/>
                <a:ea typeface="Nimbus Sans Narrow"/>
                <a:cs typeface="Nimbus Sans Narrow"/>
              </a:defRPr>
            </a:lvl9pPr>
          </a:lstStyle>
          <a:p>
            <a:pPr algn="ctr">
              <a:defRPr sz="2175" b="1">
                <a:solidFill>
                  <a:srgbClr val="0B69E8"/>
                </a:solidFill>
                <a:latin typeface="Nimbus Sans Narrow"/>
                <a:ea typeface="Nimbus Sans Narrow"/>
                <a:cs typeface="Nimbus Sans Narrow"/>
              </a:defRPr>
            </a:pPr>
            <a:r>
              <a:rPr sz="2175" b="1">
                <a:solidFill>
                  <a:srgbClr val="0B69E8"/>
                </a:solidFill>
                <a:latin typeface="Nimbus Sans Narrow"/>
                <a:ea typeface="Nimbus Sans Narrow"/>
                <a:cs typeface="Nimbus Sans Narrow"/>
              </a:rPr>
              <a:t>Sequence novelty</a:t>
            </a:r>
          </a:p>
        </p:txBody>
      </p:sp>
      <p:sp>
        <p:nvSpPr>
          <p:cNvPr id="6" name="layer-body-0">
            <a:extLst>
              <a:ext uri="{FF2B5EF4-FFF2-40B4-BE49-F238E27FC236}">
                <a16:creationId xmlns:a16="http://schemas.microsoft.com/office/drawing/2014/main" id="{BDFEDDB8-AE4B-4BCD-B3F9-7730195B48A4}"/>
              </a:ext>
            </a:extLst>
          </p:cNvPr>
          <p:cNvSpPr>
            <a:spLocks noGrp="1"/>
          </p:cNvSpPr>
          <p:nvPr/>
        </p:nvSpPr>
        <p:spPr>
          <a:xfrm>
            <a:off x="800100" y="3371850"/>
            <a:ext cx="3162300" cy="1200150"/>
          </a:xfrm>
          <a:prstGeom prst="rect">
            <a:avLst/>
          </a:prstGeom>
          <a:noFill/>
          <a:ln w="0">
            <a:noFill/>
            <a:prstDash val="solid"/>
          </a:ln>
        </p:spPr>
        <p:txBody>
          <a:bodyPr lIns="0" tIns="0" rIns="0" bIns="0" anchor="ctr"/>
          <a:lstStyle>
            <a:defPPr algn="ctr">
              <a:defRPr sz="1725" b="0">
                <a:solidFill>
                  <a:srgbClr val="070D3A"/>
                </a:solidFill>
                <a:latin typeface="Nimbus Sans Narrow"/>
                <a:ea typeface="Nimbus Sans Narrow"/>
                <a:cs typeface="Nimbus Sans Narrow"/>
              </a:defRPr>
            </a:defPPr>
            <a:lvl1pPr algn="ctr">
              <a:defRPr sz="1725" b="0">
                <a:solidFill>
                  <a:srgbClr val="070D3A"/>
                </a:solidFill>
                <a:latin typeface="Nimbus Sans Narrow"/>
                <a:ea typeface="Nimbus Sans Narrow"/>
                <a:cs typeface="Nimbus Sans Narrow"/>
              </a:defRPr>
            </a:lvl1pPr>
            <a:lvl2pPr algn="ctr">
              <a:defRPr sz="1725" b="0">
                <a:solidFill>
                  <a:srgbClr val="070D3A"/>
                </a:solidFill>
                <a:latin typeface="Nimbus Sans Narrow"/>
                <a:ea typeface="Nimbus Sans Narrow"/>
                <a:cs typeface="Nimbus Sans Narrow"/>
              </a:defRPr>
            </a:lvl2pPr>
            <a:lvl3pPr algn="ctr">
              <a:defRPr sz="1725" b="0">
                <a:solidFill>
                  <a:srgbClr val="070D3A"/>
                </a:solidFill>
                <a:latin typeface="Nimbus Sans Narrow"/>
                <a:ea typeface="Nimbus Sans Narrow"/>
                <a:cs typeface="Nimbus Sans Narrow"/>
              </a:defRPr>
            </a:lvl3pPr>
            <a:lvl4pPr algn="ctr">
              <a:defRPr sz="1725" b="0">
                <a:solidFill>
                  <a:srgbClr val="070D3A"/>
                </a:solidFill>
                <a:latin typeface="Nimbus Sans Narrow"/>
                <a:ea typeface="Nimbus Sans Narrow"/>
                <a:cs typeface="Nimbus Sans Narrow"/>
              </a:defRPr>
            </a:lvl4pPr>
            <a:lvl5pPr algn="ctr">
              <a:defRPr sz="1725" b="0">
                <a:solidFill>
                  <a:srgbClr val="070D3A"/>
                </a:solidFill>
                <a:latin typeface="Nimbus Sans Narrow"/>
                <a:ea typeface="Nimbus Sans Narrow"/>
                <a:cs typeface="Nimbus Sans Narrow"/>
              </a:defRPr>
            </a:lvl5pPr>
            <a:lvl6pPr algn="ctr">
              <a:defRPr sz="1725" b="0">
                <a:solidFill>
                  <a:srgbClr val="070D3A"/>
                </a:solidFill>
                <a:latin typeface="Nimbus Sans Narrow"/>
                <a:ea typeface="Nimbus Sans Narrow"/>
                <a:cs typeface="Nimbus Sans Narrow"/>
              </a:defRPr>
            </a:lvl6pPr>
            <a:lvl7pPr algn="ctr">
              <a:defRPr sz="1725" b="0">
                <a:solidFill>
                  <a:srgbClr val="070D3A"/>
                </a:solidFill>
                <a:latin typeface="Nimbus Sans Narrow"/>
                <a:ea typeface="Nimbus Sans Narrow"/>
                <a:cs typeface="Nimbus Sans Narrow"/>
              </a:defRPr>
            </a:lvl7pPr>
            <a:lvl8pPr algn="ctr">
              <a:defRPr sz="1725" b="0">
                <a:solidFill>
                  <a:srgbClr val="070D3A"/>
                </a:solidFill>
                <a:latin typeface="Nimbus Sans Narrow"/>
                <a:ea typeface="Nimbus Sans Narrow"/>
                <a:cs typeface="Nimbus Sans Narrow"/>
              </a:defRPr>
            </a:lvl8pPr>
            <a:lvl9pPr algn="ctr">
              <a:defRPr sz="1725" b="0">
                <a:solidFill>
                  <a:srgbClr val="070D3A"/>
                </a:solidFill>
                <a:latin typeface="Nimbus Sans Narrow"/>
                <a:ea typeface="Nimbus Sans Narrow"/>
                <a:cs typeface="Nimbus Sans Narrow"/>
              </a:defRPr>
            </a:lvl9pPr>
          </a:lstStyle>
          <a:p>
            <a:pPr algn="ctr">
              <a:defRPr sz="1725" b="0">
                <a:solidFill>
                  <a:srgbClr val="070D3A"/>
                </a:solidFill>
                <a:latin typeface="Nimbus Sans Narrow"/>
                <a:ea typeface="Nimbus Sans Narrow"/>
                <a:cs typeface="Nimbus Sans Narrow"/>
              </a:defRPr>
            </a:pPr>
            <a:r>
              <a:rPr sz="1725" b="0">
                <a:solidFill>
                  <a:srgbClr val="070D3A"/>
                </a:solidFill>
                <a:latin typeface="Nimbus Sans Narrow"/>
                <a:ea typeface="Nimbus Sans Narrow"/>
                <a:cs typeface="Nimbus Sans Narrow"/>
              </a:rPr>
              <a:t>A genome differs from the sampled reference population.</a:t>
            </a:r>
          </a:p>
        </p:txBody>
      </p:sp>
      <p:sp>
        <p:nvSpPr>
          <p:cNvPr id="7" name="layer-link-0">
            <a:extLst>
              <a:ext uri="{FF2B5EF4-FFF2-40B4-BE49-F238E27FC236}">
                <a16:creationId xmlns:a16="http://schemas.microsoft.com/office/drawing/2014/main" id="{C20DB3BC-90AE-419A-A16C-03A7BA991D5E}"/>
              </a:ext>
            </a:extLst>
          </p:cNvPr>
          <p:cNvSpPr>
            <a:spLocks noGrp="1"/>
          </p:cNvSpPr>
          <p:nvPr/>
        </p:nvSpPr>
        <p:spPr>
          <a:xfrm>
            <a:off x="2952750" y="2000250"/>
            <a:ext cx="1000125" cy="953"/>
          </a:xfrm>
          <a:custGeom>
            <a:avLst/>
            <a:gdLst/>
            <a:ahLst/>
            <a:cxnLst/>
            <a:rect l="0" t="0" r="0" b="0"/>
            <a:pathLst>
              <a:path w="1000125" h="953">
                <a:moveTo>
                  <a:pt x="0" y="0"/>
                </a:moveTo>
                <a:lnTo>
                  <a:pt x="1000125" y="0"/>
                </a:lnTo>
              </a:path>
            </a:pathLst>
          </a:custGeom>
          <a:noFill/>
          <a:ln w="47625">
            <a:solidFill>
              <a:srgbClr val="D9E2EC"/>
            </a:solidFill>
            <a:prstDash val="solid"/>
          </a:ln>
        </p:spPr>
        <p:txBody>
          <a:bodyPr/>
          <a:lstStyle/>
          <a:p>
            <a:endParaRPr lang="en-US"/>
          </a:p>
        </p:txBody>
      </p:sp>
      <p:sp>
        <p:nvSpPr>
          <p:cNvPr id="8" name="layer-circle-1">
            <a:extLst>
              <a:ext uri="{FF2B5EF4-FFF2-40B4-BE49-F238E27FC236}">
                <a16:creationId xmlns:a16="http://schemas.microsoft.com/office/drawing/2014/main" id="{01D1C48D-887C-46EB-AB3E-05493703DB77}"/>
              </a:ext>
            </a:extLst>
          </p:cNvPr>
          <p:cNvSpPr>
            <a:spLocks noGrp="1"/>
          </p:cNvSpPr>
          <p:nvPr/>
        </p:nvSpPr>
        <p:spPr>
          <a:xfrm>
            <a:off x="5686425" y="1447800"/>
            <a:ext cx="1104900" cy="1104900"/>
          </a:xfrm>
          <a:prstGeom prst="ellipse">
            <a:avLst/>
          </a:prstGeom>
          <a:solidFill>
            <a:srgbClr val="F4510B"/>
          </a:solidFill>
          <a:ln w="28575">
            <a:solidFill>
              <a:srgbClr val="FFFFFF"/>
            </a:solidFill>
            <a:prstDash val="solid"/>
          </a:ln>
        </p:spPr>
        <p:txBody>
          <a:bodyPr/>
          <a:lstStyle/>
          <a:p>
            <a:endParaRPr lang="en-US"/>
          </a:p>
        </p:txBody>
      </p:sp>
      <p:sp>
        <p:nvSpPr>
          <p:cNvPr id="9" name="layer-number-1">
            <a:extLst>
              <a:ext uri="{FF2B5EF4-FFF2-40B4-BE49-F238E27FC236}">
                <a16:creationId xmlns:a16="http://schemas.microsoft.com/office/drawing/2014/main" id="{1EA1C06D-9F91-4C87-BAE3-CC8B166542E3}"/>
              </a:ext>
            </a:extLst>
          </p:cNvPr>
          <p:cNvSpPr>
            <a:spLocks noGrp="1"/>
          </p:cNvSpPr>
          <p:nvPr/>
        </p:nvSpPr>
        <p:spPr>
          <a:xfrm>
            <a:off x="5857875" y="1619250"/>
            <a:ext cx="762000" cy="762000"/>
          </a:xfrm>
          <a:prstGeom prst="rect">
            <a:avLst/>
          </a:prstGeom>
          <a:noFill/>
          <a:ln w="0">
            <a:noFill/>
            <a:prstDash val="solid"/>
          </a:ln>
        </p:spPr>
        <p:txBody>
          <a:bodyPr lIns="0" tIns="0" rIns="0" bIns="0" anchor="ctr"/>
          <a:lstStyle>
            <a:defPPr algn="ctr">
              <a:defRPr sz="3000" b="1">
                <a:solidFill>
                  <a:srgbClr val="FFFFFF"/>
                </a:solidFill>
                <a:latin typeface="Nimbus Sans Narrow"/>
                <a:ea typeface="Nimbus Sans Narrow"/>
                <a:cs typeface="Nimbus Sans Narrow"/>
              </a:defRPr>
            </a:defPPr>
            <a:lvl1pPr algn="ctr">
              <a:defRPr sz="3000" b="1">
                <a:solidFill>
                  <a:srgbClr val="FFFFFF"/>
                </a:solidFill>
                <a:latin typeface="Nimbus Sans Narrow"/>
                <a:ea typeface="Nimbus Sans Narrow"/>
                <a:cs typeface="Nimbus Sans Narrow"/>
              </a:defRPr>
            </a:lvl1pPr>
            <a:lvl2pPr algn="ctr">
              <a:defRPr sz="3000" b="1">
                <a:solidFill>
                  <a:srgbClr val="FFFFFF"/>
                </a:solidFill>
                <a:latin typeface="Nimbus Sans Narrow"/>
                <a:ea typeface="Nimbus Sans Narrow"/>
                <a:cs typeface="Nimbus Sans Narrow"/>
              </a:defRPr>
            </a:lvl2pPr>
            <a:lvl3pPr algn="ctr">
              <a:defRPr sz="3000" b="1">
                <a:solidFill>
                  <a:srgbClr val="FFFFFF"/>
                </a:solidFill>
                <a:latin typeface="Nimbus Sans Narrow"/>
                <a:ea typeface="Nimbus Sans Narrow"/>
                <a:cs typeface="Nimbus Sans Narrow"/>
              </a:defRPr>
            </a:lvl3pPr>
            <a:lvl4pPr algn="ctr">
              <a:defRPr sz="3000" b="1">
                <a:solidFill>
                  <a:srgbClr val="FFFFFF"/>
                </a:solidFill>
                <a:latin typeface="Nimbus Sans Narrow"/>
                <a:ea typeface="Nimbus Sans Narrow"/>
                <a:cs typeface="Nimbus Sans Narrow"/>
              </a:defRPr>
            </a:lvl4pPr>
            <a:lvl5pPr algn="ctr">
              <a:defRPr sz="3000" b="1">
                <a:solidFill>
                  <a:srgbClr val="FFFFFF"/>
                </a:solidFill>
                <a:latin typeface="Nimbus Sans Narrow"/>
                <a:ea typeface="Nimbus Sans Narrow"/>
                <a:cs typeface="Nimbus Sans Narrow"/>
              </a:defRPr>
            </a:lvl5pPr>
            <a:lvl6pPr algn="ctr">
              <a:defRPr sz="3000" b="1">
                <a:solidFill>
                  <a:srgbClr val="FFFFFF"/>
                </a:solidFill>
                <a:latin typeface="Nimbus Sans Narrow"/>
                <a:ea typeface="Nimbus Sans Narrow"/>
                <a:cs typeface="Nimbus Sans Narrow"/>
              </a:defRPr>
            </a:lvl6pPr>
            <a:lvl7pPr algn="ctr">
              <a:defRPr sz="3000" b="1">
                <a:solidFill>
                  <a:srgbClr val="FFFFFF"/>
                </a:solidFill>
                <a:latin typeface="Nimbus Sans Narrow"/>
                <a:ea typeface="Nimbus Sans Narrow"/>
                <a:cs typeface="Nimbus Sans Narrow"/>
              </a:defRPr>
            </a:lvl7pPr>
            <a:lvl8pPr algn="ctr">
              <a:defRPr sz="3000" b="1">
                <a:solidFill>
                  <a:srgbClr val="FFFFFF"/>
                </a:solidFill>
                <a:latin typeface="Nimbus Sans Narrow"/>
                <a:ea typeface="Nimbus Sans Narrow"/>
                <a:cs typeface="Nimbus Sans Narrow"/>
              </a:defRPr>
            </a:lvl8pPr>
            <a:lvl9pPr algn="ctr">
              <a:defRPr sz="3000" b="1">
                <a:solidFill>
                  <a:srgbClr val="FFFFFF"/>
                </a:solidFill>
                <a:latin typeface="Nimbus Sans Narrow"/>
                <a:ea typeface="Nimbus Sans Narrow"/>
                <a:cs typeface="Nimbus Sans Narrow"/>
              </a:defRPr>
            </a:lvl9pPr>
          </a:lstStyle>
          <a:p>
            <a:pPr algn="ctr">
              <a:defRPr sz="3000" b="1">
                <a:solidFill>
                  <a:srgbClr val="FFFFFF"/>
                </a:solidFill>
                <a:latin typeface="Nimbus Sans Narrow"/>
                <a:ea typeface="Nimbus Sans Narrow"/>
                <a:cs typeface="Nimbus Sans Narrow"/>
              </a:defRPr>
            </a:pPr>
            <a:r>
              <a:rPr sz="3000" b="1">
                <a:solidFill>
                  <a:srgbClr val="FFFFFF"/>
                </a:solidFill>
                <a:latin typeface="Nimbus Sans Narrow"/>
                <a:ea typeface="Nimbus Sans Narrow"/>
                <a:cs typeface="Nimbus Sans Narrow"/>
              </a:rPr>
              <a:t>2</a:t>
            </a:r>
          </a:p>
        </p:txBody>
      </p:sp>
      <p:sp>
        <p:nvSpPr>
          <p:cNvPr id="10" name="layer-title-1">
            <a:extLst>
              <a:ext uri="{FF2B5EF4-FFF2-40B4-BE49-F238E27FC236}">
                <a16:creationId xmlns:a16="http://schemas.microsoft.com/office/drawing/2014/main" id="{DE570501-74C0-4340-92D2-DF11502D528F}"/>
              </a:ext>
            </a:extLst>
          </p:cNvPr>
          <p:cNvSpPr>
            <a:spLocks noGrp="1"/>
          </p:cNvSpPr>
          <p:nvPr/>
        </p:nvSpPr>
        <p:spPr>
          <a:xfrm>
            <a:off x="4524375" y="2781300"/>
            <a:ext cx="3429000" cy="457200"/>
          </a:xfrm>
          <a:prstGeom prst="rect">
            <a:avLst/>
          </a:prstGeom>
          <a:noFill/>
          <a:ln w="0">
            <a:noFill/>
            <a:prstDash val="solid"/>
          </a:ln>
        </p:spPr>
        <p:txBody>
          <a:bodyPr lIns="0" tIns="0" rIns="0" bIns="0" anchor="ctr"/>
          <a:lstStyle>
            <a:defPPr algn="ctr">
              <a:defRPr sz="2175" b="1">
                <a:solidFill>
                  <a:srgbClr val="F4510B"/>
                </a:solidFill>
                <a:latin typeface="Nimbus Sans Narrow"/>
                <a:ea typeface="Nimbus Sans Narrow"/>
                <a:cs typeface="Nimbus Sans Narrow"/>
              </a:defRPr>
            </a:defPPr>
            <a:lvl1pPr algn="ctr">
              <a:defRPr sz="2175" b="1">
                <a:solidFill>
                  <a:srgbClr val="F4510B"/>
                </a:solidFill>
                <a:latin typeface="Nimbus Sans Narrow"/>
                <a:ea typeface="Nimbus Sans Narrow"/>
                <a:cs typeface="Nimbus Sans Narrow"/>
              </a:defRPr>
            </a:lvl1pPr>
            <a:lvl2pPr algn="ctr">
              <a:defRPr sz="2175" b="1">
                <a:solidFill>
                  <a:srgbClr val="F4510B"/>
                </a:solidFill>
                <a:latin typeface="Nimbus Sans Narrow"/>
                <a:ea typeface="Nimbus Sans Narrow"/>
                <a:cs typeface="Nimbus Sans Narrow"/>
              </a:defRPr>
            </a:lvl2pPr>
            <a:lvl3pPr algn="ctr">
              <a:defRPr sz="2175" b="1">
                <a:solidFill>
                  <a:srgbClr val="F4510B"/>
                </a:solidFill>
                <a:latin typeface="Nimbus Sans Narrow"/>
                <a:ea typeface="Nimbus Sans Narrow"/>
                <a:cs typeface="Nimbus Sans Narrow"/>
              </a:defRPr>
            </a:lvl3pPr>
            <a:lvl4pPr algn="ctr">
              <a:defRPr sz="2175" b="1">
                <a:solidFill>
                  <a:srgbClr val="F4510B"/>
                </a:solidFill>
                <a:latin typeface="Nimbus Sans Narrow"/>
                <a:ea typeface="Nimbus Sans Narrow"/>
                <a:cs typeface="Nimbus Sans Narrow"/>
              </a:defRPr>
            </a:lvl4pPr>
            <a:lvl5pPr algn="ctr">
              <a:defRPr sz="2175" b="1">
                <a:solidFill>
                  <a:srgbClr val="F4510B"/>
                </a:solidFill>
                <a:latin typeface="Nimbus Sans Narrow"/>
                <a:ea typeface="Nimbus Sans Narrow"/>
                <a:cs typeface="Nimbus Sans Narrow"/>
              </a:defRPr>
            </a:lvl5pPr>
            <a:lvl6pPr algn="ctr">
              <a:defRPr sz="2175" b="1">
                <a:solidFill>
                  <a:srgbClr val="F4510B"/>
                </a:solidFill>
                <a:latin typeface="Nimbus Sans Narrow"/>
                <a:ea typeface="Nimbus Sans Narrow"/>
                <a:cs typeface="Nimbus Sans Narrow"/>
              </a:defRPr>
            </a:lvl6pPr>
            <a:lvl7pPr algn="ctr">
              <a:defRPr sz="2175" b="1">
                <a:solidFill>
                  <a:srgbClr val="F4510B"/>
                </a:solidFill>
                <a:latin typeface="Nimbus Sans Narrow"/>
                <a:ea typeface="Nimbus Sans Narrow"/>
                <a:cs typeface="Nimbus Sans Narrow"/>
              </a:defRPr>
            </a:lvl7pPr>
            <a:lvl8pPr algn="ctr">
              <a:defRPr sz="2175" b="1">
                <a:solidFill>
                  <a:srgbClr val="F4510B"/>
                </a:solidFill>
                <a:latin typeface="Nimbus Sans Narrow"/>
                <a:ea typeface="Nimbus Sans Narrow"/>
                <a:cs typeface="Nimbus Sans Narrow"/>
              </a:defRPr>
            </a:lvl8pPr>
            <a:lvl9pPr algn="ctr">
              <a:defRPr sz="2175" b="1">
                <a:solidFill>
                  <a:srgbClr val="F4510B"/>
                </a:solidFill>
                <a:latin typeface="Nimbus Sans Narrow"/>
                <a:ea typeface="Nimbus Sans Narrow"/>
                <a:cs typeface="Nimbus Sans Narrow"/>
              </a:defRPr>
            </a:lvl9pPr>
          </a:lstStyle>
          <a:p>
            <a:pPr algn="ctr">
              <a:defRPr sz="2175" b="1">
                <a:solidFill>
                  <a:srgbClr val="F4510B"/>
                </a:solidFill>
                <a:latin typeface="Nimbus Sans Narrow"/>
                <a:ea typeface="Nimbus Sans Narrow"/>
                <a:cs typeface="Nimbus Sans Narrow"/>
              </a:defRPr>
            </a:pPr>
            <a:r>
              <a:rPr sz="2175" b="1">
                <a:solidFill>
                  <a:srgbClr val="F4510B"/>
                </a:solidFill>
                <a:latin typeface="Nimbus Sans Narrow"/>
                <a:ea typeface="Nimbus Sans Narrow"/>
                <a:cs typeface="Nimbus Sans Narrow"/>
              </a:rPr>
              <a:t>Phenotypic novelty</a:t>
            </a:r>
          </a:p>
        </p:txBody>
      </p:sp>
      <p:sp>
        <p:nvSpPr>
          <p:cNvPr id="11" name="layer-body-1">
            <a:extLst>
              <a:ext uri="{FF2B5EF4-FFF2-40B4-BE49-F238E27FC236}">
                <a16:creationId xmlns:a16="http://schemas.microsoft.com/office/drawing/2014/main" id="{18226C53-227A-4904-AC23-2D0EDA85F42F}"/>
              </a:ext>
            </a:extLst>
          </p:cNvPr>
          <p:cNvSpPr>
            <a:spLocks noGrp="1"/>
          </p:cNvSpPr>
          <p:nvPr/>
        </p:nvSpPr>
        <p:spPr>
          <a:xfrm>
            <a:off x="4657725" y="3371850"/>
            <a:ext cx="3162300" cy="1200150"/>
          </a:xfrm>
          <a:prstGeom prst="rect">
            <a:avLst/>
          </a:prstGeom>
          <a:noFill/>
          <a:ln w="0">
            <a:noFill/>
            <a:prstDash val="solid"/>
          </a:ln>
        </p:spPr>
        <p:txBody>
          <a:bodyPr lIns="0" tIns="0" rIns="0" bIns="0" anchor="ctr"/>
          <a:lstStyle>
            <a:defPPr algn="ctr">
              <a:defRPr sz="1725" b="0">
                <a:solidFill>
                  <a:srgbClr val="070D3A"/>
                </a:solidFill>
                <a:latin typeface="Nimbus Sans Narrow"/>
                <a:ea typeface="Nimbus Sans Narrow"/>
                <a:cs typeface="Nimbus Sans Narrow"/>
              </a:defRPr>
            </a:defPPr>
            <a:lvl1pPr algn="ctr">
              <a:defRPr sz="1725" b="0">
                <a:solidFill>
                  <a:srgbClr val="070D3A"/>
                </a:solidFill>
                <a:latin typeface="Nimbus Sans Narrow"/>
                <a:ea typeface="Nimbus Sans Narrow"/>
                <a:cs typeface="Nimbus Sans Narrow"/>
              </a:defRPr>
            </a:lvl1pPr>
            <a:lvl2pPr algn="ctr">
              <a:defRPr sz="1725" b="0">
                <a:solidFill>
                  <a:srgbClr val="070D3A"/>
                </a:solidFill>
                <a:latin typeface="Nimbus Sans Narrow"/>
                <a:ea typeface="Nimbus Sans Narrow"/>
                <a:cs typeface="Nimbus Sans Narrow"/>
              </a:defRPr>
            </a:lvl2pPr>
            <a:lvl3pPr algn="ctr">
              <a:defRPr sz="1725" b="0">
                <a:solidFill>
                  <a:srgbClr val="070D3A"/>
                </a:solidFill>
                <a:latin typeface="Nimbus Sans Narrow"/>
                <a:ea typeface="Nimbus Sans Narrow"/>
                <a:cs typeface="Nimbus Sans Narrow"/>
              </a:defRPr>
            </a:lvl3pPr>
            <a:lvl4pPr algn="ctr">
              <a:defRPr sz="1725" b="0">
                <a:solidFill>
                  <a:srgbClr val="070D3A"/>
                </a:solidFill>
                <a:latin typeface="Nimbus Sans Narrow"/>
                <a:ea typeface="Nimbus Sans Narrow"/>
                <a:cs typeface="Nimbus Sans Narrow"/>
              </a:defRPr>
            </a:lvl4pPr>
            <a:lvl5pPr algn="ctr">
              <a:defRPr sz="1725" b="0">
                <a:solidFill>
                  <a:srgbClr val="070D3A"/>
                </a:solidFill>
                <a:latin typeface="Nimbus Sans Narrow"/>
                <a:ea typeface="Nimbus Sans Narrow"/>
                <a:cs typeface="Nimbus Sans Narrow"/>
              </a:defRPr>
            </a:lvl5pPr>
            <a:lvl6pPr algn="ctr">
              <a:defRPr sz="1725" b="0">
                <a:solidFill>
                  <a:srgbClr val="070D3A"/>
                </a:solidFill>
                <a:latin typeface="Nimbus Sans Narrow"/>
                <a:ea typeface="Nimbus Sans Narrow"/>
                <a:cs typeface="Nimbus Sans Narrow"/>
              </a:defRPr>
            </a:lvl6pPr>
            <a:lvl7pPr algn="ctr">
              <a:defRPr sz="1725" b="0">
                <a:solidFill>
                  <a:srgbClr val="070D3A"/>
                </a:solidFill>
                <a:latin typeface="Nimbus Sans Narrow"/>
                <a:ea typeface="Nimbus Sans Narrow"/>
                <a:cs typeface="Nimbus Sans Narrow"/>
              </a:defRPr>
            </a:lvl7pPr>
            <a:lvl8pPr algn="ctr">
              <a:defRPr sz="1725" b="0">
                <a:solidFill>
                  <a:srgbClr val="070D3A"/>
                </a:solidFill>
                <a:latin typeface="Nimbus Sans Narrow"/>
                <a:ea typeface="Nimbus Sans Narrow"/>
                <a:cs typeface="Nimbus Sans Narrow"/>
              </a:defRPr>
            </a:lvl8pPr>
            <a:lvl9pPr algn="ctr">
              <a:defRPr sz="1725" b="0">
                <a:solidFill>
                  <a:srgbClr val="070D3A"/>
                </a:solidFill>
                <a:latin typeface="Nimbus Sans Narrow"/>
                <a:ea typeface="Nimbus Sans Narrow"/>
                <a:cs typeface="Nimbus Sans Narrow"/>
              </a:defRPr>
            </a:lvl9pPr>
          </a:lstStyle>
          <a:p>
            <a:pPr algn="ctr">
              <a:defRPr sz="1725" b="0">
                <a:solidFill>
                  <a:srgbClr val="070D3A"/>
                </a:solidFill>
                <a:latin typeface="Nimbus Sans Narrow"/>
                <a:ea typeface="Nimbus Sans Narrow"/>
                <a:cs typeface="Nimbus Sans Narrow"/>
              </a:defRPr>
            </a:pPr>
            <a:r>
              <a:rPr sz="1725" b="0">
                <a:solidFill>
                  <a:srgbClr val="070D3A"/>
                </a:solidFill>
                <a:latin typeface="Nimbus Sans Narrow"/>
                <a:ea typeface="Nimbus Sans Narrow"/>
                <a:cs typeface="Nimbus Sans Narrow"/>
              </a:rPr>
              <a:t>The change affects transmissibility, severity, immunity, diagnostics, or treatment.</a:t>
            </a:r>
          </a:p>
        </p:txBody>
      </p:sp>
      <p:sp>
        <p:nvSpPr>
          <p:cNvPr id="12" name="layer-link-1">
            <a:extLst>
              <a:ext uri="{FF2B5EF4-FFF2-40B4-BE49-F238E27FC236}">
                <a16:creationId xmlns:a16="http://schemas.microsoft.com/office/drawing/2014/main" id="{81438E3B-018B-4679-AF4E-BBE0ED31FB16}"/>
              </a:ext>
            </a:extLst>
          </p:cNvPr>
          <p:cNvSpPr>
            <a:spLocks noGrp="1"/>
          </p:cNvSpPr>
          <p:nvPr/>
        </p:nvSpPr>
        <p:spPr>
          <a:xfrm>
            <a:off x="6810375" y="2000250"/>
            <a:ext cx="1000125" cy="953"/>
          </a:xfrm>
          <a:custGeom>
            <a:avLst/>
            <a:gdLst/>
            <a:ahLst/>
            <a:cxnLst/>
            <a:rect l="0" t="0" r="0" b="0"/>
            <a:pathLst>
              <a:path w="1000125" h="953">
                <a:moveTo>
                  <a:pt x="0" y="0"/>
                </a:moveTo>
                <a:lnTo>
                  <a:pt x="1000125" y="0"/>
                </a:lnTo>
              </a:path>
            </a:pathLst>
          </a:custGeom>
          <a:noFill/>
          <a:ln w="47625">
            <a:solidFill>
              <a:srgbClr val="D9E2EC"/>
            </a:solidFill>
            <a:prstDash val="solid"/>
          </a:ln>
        </p:spPr>
        <p:txBody>
          <a:bodyPr/>
          <a:lstStyle/>
          <a:p>
            <a:endParaRPr lang="en-US"/>
          </a:p>
        </p:txBody>
      </p:sp>
      <p:sp>
        <p:nvSpPr>
          <p:cNvPr id="13" name="layer-circle-2">
            <a:extLst>
              <a:ext uri="{FF2B5EF4-FFF2-40B4-BE49-F238E27FC236}">
                <a16:creationId xmlns:a16="http://schemas.microsoft.com/office/drawing/2014/main" id="{6943F9C3-C3E9-4F15-A63E-5F70B341FA79}"/>
              </a:ext>
            </a:extLst>
          </p:cNvPr>
          <p:cNvSpPr>
            <a:spLocks noGrp="1"/>
          </p:cNvSpPr>
          <p:nvPr/>
        </p:nvSpPr>
        <p:spPr>
          <a:xfrm>
            <a:off x="9544050" y="1447800"/>
            <a:ext cx="1104900" cy="1104900"/>
          </a:xfrm>
          <a:prstGeom prst="ellipse">
            <a:avLst/>
          </a:prstGeom>
          <a:solidFill>
            <a:srgbClr val="070D3A"/>
          </a:solidFill>
          <a:ln w="28575">
            <a:solidFill>
              <a:srgbClr val="FFFFFF"/>
            </a:solidFill>
            <a:prstDash val="solid"/>
          </a:ln>
        </p:spPr>
        <p:txBody>
          <a:bodyPr/>
          <a:lstStyle/>
          <a:p>
            <a:endParaRPr lang="en-US"/>
          </a:p>
        </p:txBody>
      </p:sp>
      <p:sp>
        <p:nvSpPr>
          <p:cNvPr id="14" name="layer-number-2">
            <a:extLst>
              <a:ext uri="{FF2B5EF4-FFF2-40B4-BE49-F238E27FC236}">
                <a16:creationId xmlns:a16="http://schemas.microsoft.com/office/drawing/2014/main" id="{C3C23AE4-C5DB-4B4A-B378-3931493D6AAF}"/>
              </a:ext>
            </a:extLst>
          </p:cNvPr>
          <p:cNvSpPr>
            <a:spLocks noGrp="1"/>
          </p:cNvSpPr>
          <p:nvPr/>
        </p:nvSpPr>
        <p:spPr>
          <a:xfrm>
            <a:off x="9715500" y="1619250"/>
            <a:ext cx="762000" cy="762000"/>
          </a:xfrm>
          <a:prstGeom prst="rect">
            <a:avLst/>
          </a:prstGeom>
          <a:noFill/>
          <a:ln w="0">
            <a:noFill/>
            <a:prstDash val="solid"/>
          </a:ln>
        </p:spPr>
        <p:txBody>
          <a:bodyPr lIns="0" tIns="0" rIns="0" bIns="0" anchor="ctr"/>
          <a:lstStyle>
            <a:defPPr algn="ctr">
              <a:defRPr sz="3000" b="1">
                <a:solidFill>
                  <a:srgbClr val="FFFFFF"/>
                </a:solidFill>
                <a:latin typeface="Nimbus Sans Narrow"/>
                <a:ea typeface="Nimbus Sans Narrow"/>
                <a:cs typeface="Nimbus Sans Narrow"/>
              </a:defRPr>
            </a:defPPr>
            <a:lvl1pPr algn="ctr">
              <a:defRPr sz="3000" b="1">
                <a:solidFill>
                  <a:srgbClr val="FFFFFF"/>
                </a:solidFill>
                <a:latin typeface="Nimbus Sans Narrow"/>
                <a:ea typeface="Nimbus Sans Narrow"/>
                <a:cs typeface="Nimbus Sans Narrow"/>
              </a:defRPr>
            </a:lvl1pPr>
            <a:lvl2pPr algn="ctr">
              <a:defRPr sz="3000" b="1">
                <a:solidFill>
                  <a:srgbClr val="FFFFFF"/>
                </a:solidFill>
                <a:latin typeface="Nimbus Sans Narrow"/>
                <a:ea typeface="Nimbus Sans Narrow"/>
                <a:cs typeface="Nimbus Sans Narrow"/>
              </a:defRPr>
            </a:lvl2pPr>
            <a:lvl3pPr algn="ctr">
              <a:defRPr sz="3000" b="1">
                <a:solidFill>
                  <a:srgbClr val="FFFFFF"/>
                </a:solidFill>
                <a:latin typeface="Nimbus Sans Narrow"/>
                <a:ea typeface="Nimbus Sans Narrow"/>
                <a:cs typeface="Nimbus Sans Narrow"/>
              </a:defRPr>
            </a:lvl3pPr>
            <a:lvl4pPr algn="ctr">
              <a:defRPr sz="3000" b="1">
                <a:solidFill>
                  <a:srgbClr val="FFFFFF"/>
                </a:solidFill>
                <a:latin typeface="Nimbus Sans Narrow"/>
                <a:ea typeface="Nimbus Sans Narrow"/>
                <a:cs typeface="Nimbus Sans Narrow"/>
              </a:defRPr>
            </a:lvl4pPr>
            <a:lvl5pPr algn="ctr">
              <a:defRPr sz="3000" b="1">
                <a:solidFill>
                  <a:srgbClr val="FFFFFF"/>
                </a:solidFill>
                <a:latin typeface="Nimbus Sans Narrow"/>
                <a:ea typeface="Nimbus Sans Narrow"/>
                <a:cs typeface="Nimbus Sans Narrow"/>
              </a:defRPr>
            </a:lvl5pPr>
            <a:lvl6pPr algn="ctr">
              <a:defRPr sz="3000" b="1">
                <a:solidFill>
                  <a:srgbClr val="FFFFFF"/>
                </a:solidFill>
                <a:latin typeface="Nimbus Sans Narrow"/>
                <a:ea typeface="Nimbus Sans Narrow"/>
                <a:cs typeface="Nimbus Sans Narrow"/>
              </a:defRPr>
            </a:lvl6pPr>
            <a:lvl7pPr algn="ctr">
              <a:defRPr sz="3000" b="1">
                <a:solidFill>
                  <a:srgbClr val="FFFFFF"/>
                </a:solidFill>
                <a:latin typeface="Nimbus Sans Narrow"/>
                <a:ea typeface="Nimbus Sans Narrow"/>
                <a:cs typeface="Nimbus Sans Narrow"/>
              </a:defRPr>
            </a:lvl7pPr>
            <a:lvl8pPr algn="ctr">
              <a:defRPr sz="3000" b="1">
                <a:solidFill>
                  <a:srgbClr val="FFFFFF"/>
                </a:solidFill>
                <a:latin typeface="Nimbus Sans Narrow"/>
                <a:ea typeface="Nimbus Sans Narrow"/>
                <a:cs typeface="Nimbus Sans Narrow"/>
              </a:defRPr>
            </a:lvl8pPr>
            <a:lvl9pPr algn="ctr">
              <a:defRPr sz="3000" b="1">
                <a:solidFill>
                  <a:srgbClr val="FFFFFF"/>
                </a:solidFill>
                <a:latin typeface="Nimbus Sans Narrow"/>
                <a:ea typeface="Nimbus Sans Narrow"/>
                <a:cs typeface="Nimbus Sans Narrow"/>
              </a:defRPr>
            </a:lvl9pPr>
          </a:lstStyle>
          <a:p>
            <a:pPr algn="ctr">
              <a:defRPr sz="3000" b="1">
                <a:solidFill>
                  <a:srgbClr val="FFFFFF"/>
                </a:solidFill>
                <a:latin typeface="Nimbus Sans Narrow"/>
                <a:ea typeface="Nimbus Sans Narrow"/>
                <a:cs typeface="Nimbus Sans Narrow"/>
              </a:defRPr>
            </a:pPr>
            <a:r>
              <a:rPr sz="3000" b="1">
                <a:solidFill>
                  <a:srgbClr val="FFFFFF"/>
                </a:solidFill>
                <a:latin typeface="Nimbus Sans Narrow"/>
                <a:ea typeface="Nimbus Sans Narrow"/>
                <a:cs typeface="Nimbus Sans Narrow"/>
              </a:rPr>
              <a:t>3</a:t>
            </a:r>
          </a:p>
        </p:txBody>
      </p:sp>
      <p:sp>
        <p:nvSpPr>
          <p:cNvPr id="15" name="layer-title-2">
            <a:extLst>
              <a:ext uri="{FF2B5EF4-FFF2-40B4-BE49-F238E27FC236}">
                <a16:creationId xmlns:a16="http://schemas.microsoft.com/office/drawing/2014/main" id="{AC915CCC-7219-4D57-87BE-53250FBAF6FB}"/>
              </a:ext>
            </a:extLst>
          </p:cNvPr>
          <p:cNvSpPr>
            <a:spLocks noGrp="1"/>
          </p:cNvSpPr>
          <p:nvPr/>
        </p:nvSpPr>
        <p:spPr>
          <a:xfrm>
            <a:off x="8382000" y="2781300"/>
            <a:ext cx="3429000" cy="457200"/>
          </a:xfrm>
          <a:prstGeom prst="rect">
            <a:avLst/>
          </a:prstGeom>
          <a:noFill/>
          <a:ln w="0">
            <a:noFill/>
            <a:prstDash val="solid"/>
          </a:ln>
        </p:spPr>
        <p:txBody>
          <a:bodyPr lIns="0" tIns="0" rIns="0" bIns="0" anchor="ctr"/>
          <a:lstStyle>
            <a:defPPr algn="ctr">
              <a:defRPr sz="2175" b="1">
                <a:solidFill>
                  <a:srgbClr val="070D3A"/>
                </a:solidFill>
                <a:latin typeface="Nimbus Sans Narrow"/>
                <a:ea typeface="Nimbus Sans Narrow"/>
                <a:cs typeface="Nimbus Sans Narrow"/>
              </a:defRPr>
            </a:defPPr>
            <a:lvl1pPr algn="ctr">
              <a:defRPr sz="2175" b="1">
                <a:solidFill>
                  <a:srgbClr val="070D3A"/>
                </a:solidFill>
                <a:latin typeface="Nimbus Sans Narrow"/>
                <a:ea typeface="Nimbus Sans Narrow"/>
                <a:cs typeface="Nimbus Sans Narrow"/>
              </a:defRPr>
            </a:lvl1pPr>
            <a:lvl2pPr algn="ctr">
              <a:defRPr sz="2175" b="1">
                <a:solidFill>
                  <a:srgbClr val="070D3A"/>
                </a:solidFill>
                <a:latin typeface="Nimbus Sans Narrow"/>
                <a:ea typeface="Nimbus Sans Narrow"/>
                <a:cs typeface="Nimbus Sans Narrow"/>
              </a:defRPr>
            </a:lvl2pPr>
            <a:lvl3pPr algn="ctr">
              <a:defRPr sz="2175" b="1">
                <a:solidFill>
                  <a:srgbClr val="070D3A"/>
                </a:solidFill>
                <a:latin typeface="Nimbus Sans Narrow"/>
                <a:ea typeface="Nimbus Sans Narrow"/>
                <a:cs typeface="Nimbus Sans Narrow"/>
              </a:defRPr>
            </a:lvl3pPr>
            <a:lvl4pPr algn="ctr">
              <a:defRPr sz="2175" b="1">
                <a:solidFill>
                  <a:srgbClr val="070D3A"/>
                </a:solidFill>
                <a:latin typeface="Nimbus Sans Narrow"/>
                <a:ea typeface="Nimbus Sans Narrow"/>
                <a:cs typeface="Nimbus Sans Narrow"/>
              </a:defRPr>
            </a:lvl4pPr>
            <a:lvl5pPr algn="ctr">
              <a:defRPr sz="2175" b="1">
                <a:solidFill>
                  <a:srgbClr val="070D3A"/>
                </a:solidFill>
                <a:latin typeface="Nimbus Sans Narrow"/>
                <a:ea typeface="Nimbus Sans Narrow"/>
                <a:cs typeface="Nimbus Sans Narrow"/>
              </a:defRPr>
            </a:lvl5pPr>
            <a:lvl6pPr algn="ctr">
              <a:defRPr sz="2175" b="1">
                <a:solidFill>
                  <a:srgbClr val="070D3A"/>
                </a:solidFill>
                <a:latin typeface="Nimbus Sans Narrow"/>
                <a:ea typeface="Nimbus Sans Narrow"/>
                <a:cs typeface="Nimbus Sans Narrow"/>
              </a:defRPr>
            </a:lvl6pPr>
            <a:lvl7pPr algn="ctr">
              <a:defRPr sz="2175" b="1">
                <a:solidFill>
                  <a:srgbClr val="070D3A"/>
                </a:solidFill>
                <a:latin typeface="Nimbus Sans Narrow"/>
                <a:ea typeface="Nimbus Sans Narrow"/>
                <a:cs typeface="Nimbus Sans Narrow"/>
              </a:defRPr>
            </a:lvl7pPr>
            <a:lvl8pPr algn="ctr">
              <a:defRPr sz="2175" b="1">
                <a:solidFill>
                  <a:srgbClr val="070D3A"/>
                </a:solidFill>
                <a:latin typeface="Nimbus Sans Narrow"/>
                <a:ea typeface="Nimbus Sans Narrow"/>
                <a:cs typeface="Nimbus Sans Narrow"/>
              </a:defRPr>
            </a:lvl8pPr>
            <a:lvl9pPr algn="ctr">
              <a:defRPr sz="2175" b="1">
                <a:solidFill>
                  <a:srgbClr val="070D3A"/>
                </a:solidFill>
                <a:latin typeface="Nimbus Sans Narrow"/>
                <a:ea typeface="Nimbus Sans Narrow"/>
                <a:cs typeface="Nimbus Sans Narrow"/>
              </a:defRPr>
            </a:lvl9pPr>
          </a:lstStyle>
          <a:p>
            <a:pPr algn="ctr">
              <a:defRPr sz="2175" b="1">
                <a:solidFill>
                  <a:srgbClr val="070D3A"/>
                </a:solidFill>
                <a:latin typeface="Nimbus Sans Narrow"/>
                <a:ea typeface="Nimbus Sans Narrow"/>
                <a:cs typeface="Nimbus Sans Narrow"/>
              </a:defRPr>
            </a:pPr>
            <a:r>
              <a:rPr sz="2175" b="1">
                <a:solidFill>
                  <a:srgbClr val="070D3A"/>
                </a:solidFill>
                <a:latin typeface="Nimbus Sans Narrow"/>
                <a:ea typeface="Nimbus Sans Narrow"/>
                <a:cs typeface="Nimbus Sans Narrow"/>
              </a:rPr>
              <a:t>Epidemiological importance</a:t>
            </a:r>
          </a:p>
        </p:txBody>
      </p:sp>
      <p:sp>
        <p:nvSpPr>
          <p:cNvPr id="16" name="layer-body-2">
            <a:extLst>
              <a:ext uri="{FF2B5EF4-FFF2-40B4-BE49-F238E27FC236}">
                <a16:creationId xmlns:a16="http://schemas.microsoft.com/office/drawing/2014/main" id="{4897FED6-D9A0-4101-A7C1-B8F164A723D3}"/>
              </a:ext>
            </a:extLst>
          </p:cNvPr>
          <p:cNvSpPr>
            <a:spLocks noGrp="1"/>
          </p:cNvSpPr>
          <p:nvPr/>
        </p:nvSpPr>
        <p:spPr>
          <a:xfrm>
            <a:off x="8515350" y="3371850"/>
            <a:ext cx="3162300" cy="1200150"/>
          </a:xfrm>
          <a:prstGeom prst="rect">
            <a:avLst/>
          </a:prstGeom>
          <a:noFill/>
          <a:ln w="0">
            <a:noFill/>
            <a:prstDash val="solid"/>
          </a:ln>
        </p:spPr>
        <p:txBody>
          <a:bodyPr lIns="0" tIns="0" rIns="0" bIns="0" anchor="ctr"/>
          <a:lstStyle>
            <a:defPPr algn="ctr">
              <a:defRPr sz="1725" b="0">
                <a:solidFill>
                  <a:srgbClr val="070D3A"/>
                </a:solidFill>
                <a:latin typeface="Nimbus Sans Narrow"/>
                <a:ea typeface="Nimbus Sans Narrow"/>
                <a:cs typeface="Nimbus Sans Narrow"/>
              </a:defRPr>
            </a:defPPr>
            <a:lvl1pPr algn="ctr">
              <a:defRPr sz="1725" b="0">
                <a:solidFill>
                  <a:srgbClr val="070D3A"/>
                </a:solidFill>
                <a:latin typeface="Nimbus Sans Narrow"/>
                <a:ea typeface="Nimbus Sans Narrow"/>
                <a:cs typeface="Nimbus Sans Narrow"/>
              </a:defRPr>
            </a:lvl1pPr>
            <a:lvl2pPr algn="ctr">
              <a:defRPr sz="1725" b="0">
                <a:solidFill>
                  <a:srgbClr val="070D3A"/>
                </a:solidFill>
                <a:latin typeface="Nimbus Sans Narrow"/>
                <a:ea typeface="Nimbus Sans Narrow"/>
                <a:cs typeface="Nimbus Sans Narrow"/>
              </a:defRPr>
            </a:lvl2pPr>
            <a:lvl3pPr algn="ctr">
              <a:defRPr sz="1725" b="0">
                <a:solidFill>
                  <a:srgbClr val="070D3A"/>
                </a:solidFill>
                <a:latin typeface="Nimbus Sans Narrow"/>
                <a:ea typeface="Nimbus Sans Narrow"/>
                <a:cs typeface="Nimbus Sans Narrow"/>
              </a:defRPr>
            </a:lvl3pPr>
            <a:lvl4pPr algn="ctr">
              <a:defRPr sz="1725" b="0">
                <a:solidFill>
                  <a:srgbClr val="070D3A"/>
                </a:solidFill>
                <a:latin typeface="Nimbus Sans Narrow"/>
                <a:ea typeface="Nimbus Sans Narrow"/>
                <a:cs typeface="Nimbus Sans Narrow"/>
              </a:defRPr>
            </a:lvl4pPr>
            <a:lvl5pPr algn="ctr">
              <a:defRPr sz="1725" b="0">
                <a:solidFill>
                  <a:srgbClr val="070D3A"/>
                </a:solidFill>
                <a:latin typeface="Nimbus Sans Narrow"/>
                <a:ea typeface="Nimbus Sans Narrow"/>
                <a:cs typeface="Nimbus Sans Narrow"/>
              </a:defRPr>
            </a:lvl5pPr>
            <a:lvl6pPr algn="ctr">
              <a:defRPr sz="1725" b="0">
                <a:solidFill>
                  <a:srgbClr val="070D3A"/>
                </a:solidFill>
                <a:latin typeface="Nimbus Sans Narrow"/>
                <a:ea typeface="Nimbus Sans Narrow"/>
                <a:cs typeface="Nimbus Sans Narrow"/>
              </a:defRPr>
            </a:lvl6pPr>
            <a:lvl7pPr algn="ctr">
              <a:defRPr sz="1725" b="0">
                <a:solidFill>
                  <a:srgbClr val="070D3A"/>
                </a:solidFill>
                <a:latin typeface="Nimbus Sans Narrow"/>
                <a:ea typeface="Nimbus Sans Narrow"/>
                <a:cs typeface="Nimbus Sans Narrow"/>
              </a:defRPr>
            </a:lvl7pPr>
            <a:lvl8pPr algn="ctr">
              <a:defRPr sz="1725" b="0">
                <a:solidFill>
                  <a:srgbClr val="070D3A"/>
                </a:solidFill>
                <a:latin typeface="Nimbus Sans Narrow"/>
                <a:ea typeface="Nimbus Sans Narrow"/>
                <a:cs typeface="Nimbus Sans Narrow"/>
              </a:defRPr>
            </a:lvl8pPr>
            <a:lvl9pPr algn="ctr">
              <a:defRPr sz="1725" b="0">
                <a:solidFill>
                  <a:srgbClr val="070D3A"/>
                </a:solidFill>
                <a:latin typeface="Nimbus Sans Narrow"/>
                <a:ea typeface="Nimbus Sans Narrow"/>
                <a:cs typeface="Nimbus Sans Narrow"/>
              </a:defRPr>
            </a:lvl9pPr>
          </a:lstStyle>
          <a:p>
            <a:pPr algn="ctr">
              <a:defRPr sz="1725" b="0">
                <a:solidFill>
                  <a:srgbClr val="070D3A"/>
                </a:solidFill>
                <a:latin typeface="Nimbus Sans Narrow"/>
                <a:ea typeface="Nimbus Sans Narrow"/>
                <a:cs typeface="Nimbus Sans Narrow"/>
              </a:defRPr>
            </a:pPr>
            <a:r>
              <a:rPr sz="1725" b="0">
                <a:solidFill>
                  <a:srgbClr val="070D3A"/>
                </a:solidFill>
                <a:latin typeface="Nimbus Sans Narrow"/>
                <a:ea typeface="Nimbus Sans Narrow"/>
                <a:cs typeface="Nimbus Sans Narrow"/>
              </a:rPr>
              <a:t>The phenotype changes population risk or the expected value of an intervention.</a:t>
            </a:r>
          </a:p>
        </p:txBody>
      </p:sp>
      <p:sp>
        <p:nvSpPr>
          <p:cNvPr id="17" name="layers-caution">
            <a:extLst>
              <a:ext uri="{FF2B5EF4-FFF2-40B4-BE49-F238E27FC236}">
                <a16:creationId xmlns:a16="http://schemas.microsoft.com/office/drawing/2014/main" id="{69D3CC32-C4CC-410B-B149-47F6AC6A15C1}"/>
              </a:ext>
            </a:extLst>
          </p:cNvPr>
          <p:cNvSpPr>
            <a:spLocks noGrp="1"/>
          </p:cNvSpPr>
          <p:nvPr/>
        </p:nvSpPr>
        <p:spPr>
          <a:xfrm>
            <a:off x="1371600" y="5238750"/>
            <a:ext cx="9448800" cy="838200"/>
          </a:xfrm>
          <a:prstGeom prst="roundRect">
            <a:avLst>
              <a:gd name="adj" fmla="val 18182"/>
            </a:avLst>
          </a:prstGeom>
          <a:solidFill>
            <a:srgbClr val="FFF0E8"/>
          </a:solidFill>
          <a:ln w="14288">
            <a:solidFill>
              <a:srgbClr val="F4510B"/>
            </a:solidFill>
            <a:prstDash val="solid"/>
          </a:ln>
        </p:spPr>
        <p:txBody>
          <a:bodyPr/>
          <a:lstStyle/>
          <a:p>
            <a:endParaRPr lang="en-US"/>
          </a:p>
        </p:txBody>
      </p:sp>
      <p:sp>
        <p:nvSpPr>
          <p:cNvPr id="18" name="layers-caution-text">
            <a:extLst>
              <a:ext uri="{FF2B5EF4-FFF2-40B4-BE49-F238E27FC236}">
                <a16:creationId xmlns:a16="http://schemas.microsoft.com/office/drawing/2014/main" id="{25B9FE0C-D1D1-42C5-88BA-AA8102A636C5}"/>
              </a:ext>
            </a:extLst>
          </p:cNvPr>
          <p:cNvSpPr>
            <a:spLocks noGrp="1"/>
          </p:cNvSpPr>
          <p:nvPr/>
        </p:nvSpPr>
        <p:spPr>
          <a:xfrm>
            <a:off x="1733550" y="5381625"/>
            <a:ext cx="8724900" cy="552450"/>
          </a:xfrm>
          <a:prstGeom prst="rect">
            <a:avLst/>
          </a:prstGeom>
          <a:noFill/>
          <a:ln w="0">
            <a:noFill/>
            <a:prstDash val="solid"/>
          </a:ln>
        </p:spPr>
        <p:txBody>
          <a:bodyPr lIns="0" tIns="0" rIns="0" bIns="0" anchor="ctr"/>
          <a:lstStyle>
            <a:defPPr algn="ctr">
              <a:defRPr sz="2025" b="1">
                <a:solidFill>
                  <a:srgbClr val="070D3A"/>
                </a:solidFill>
                <a:latin typeface="Nimbus Sans Narrow"/>
                <a:ea typeface="Nimbus Sans Narrow"/>
                <a:cs typeface="Nimbus Sans Narrow"/>
              </a:defRPr>
            </a:defPPr>
            <a:lvl1pPr algn="ctr">
              <a:defRPr sz="2025" b="1">
                <a:solidFill>
                  <a:srgbClr val="070D3A"/>
                </a:solidFill>
                <a:latin typeface="Nimbus Sans Narrow"/>
                <a:ea typeface="Nimbus Sans Narrow"/>
                <a:cs typeface="Nimbus Sans Narrow"/>
              </a:defRPr>
            </a:lvl1pPr>
            <a:lvl2pPr algn="ctr">
              <a:defRPr sz="2025" b="1">
                <a:solidFill>
                  <a:srgbClr val="070D3A"/>
                </a:solidFill>
                <a:latin typeface="Nimbus Sans Narrow"/>
                <a:ea typeface="Nimbus Sans Narrow"/>
                <a:cs typeface="Nimbus Sans Narrow"/>
              </a:defRPr>
            </a:lvl2pPr>
            <a:lvl3pPr algn="ctr">
              <a:defRPr sz="2025" b="1">
                <a:solidFill>
                  <a:srgbClr val="070D3A"/>
                </a:solidFill>
                <a:latin typeface="Nimbus Sans Narrow"/>
                <a:ea typeface="Nimbus Sans Narrow"/>
                <a:cs typeface="Nimbus Sans Narrow"/>
              </a:defRPr>
            </a:lvl3pPr>
            <a:lvl4pPr algn="ctr">
              <a:defRPr sz="2025" b="1">
                <a:solidFill>
                  <a:srgbClr val="070D3A"/>
                </a:solidFill>
                <a:latin typeface="Nimbus Sans Narrow"/>
                <a:ea typeface="Nimbus Sans Narrow"/>
                <a:cs typeface="Nimbus Sans Narrow"/>
              </a:defRPr>
            </a:lvl4pPr>
            <a:lvl5pPr algn="ctr">
              <a:defRPr sz="2025" b="1">
                <a:solidFill>
                  <a:srgbClr val="070D3A"/>
                </a:solidFill>
                <a:latin typeface="Nimbus Sans Narrow"/>
                <a:ea typeface="Nimbus Sans Narrow"/>
                <a:cs typeface="Nimbus Sans Narrow"/>
              </a:defRPr>
            </a:lvl5pPr>
            <a:lvl6pPr algn="ctr">
              <a:defRPr sz="2025" b="1">
                <a:solidFill>
                  <a:srgbClr val="070D3A"/>
                </a:solidFill>
                <a:latin typeface="Nimbus Sans Narrow"/>
                <a:ea typeface="Nimbus Sans Narrow"/>
                <a:cs typeface="Nimbus Sans Narrow"/>
              </a:defRPr>
            </a:lvl6pPr>
            <a:lvl7pPr algn="ctr">
              <a:defRPr sz="2025" b="1">
                <a:solidFill>
                  <a:srgbClr val="070D3A"/>
                </a:solidFill>
                <a:latin typeface="Nimbus Sans Narrow"/>
                <a:ea typeface="Nimbus Sans Narrow"/>
                <a:cs typeface="Nimbus Sans Narrow"/>
              </a:defRPr>
            </a:lvl7pPr>
            <a:lvl8pPr algn="ctr">
              <a:defRPr sz="2025" b="1">
                <a:solidFill>
                  <a:srgbClr val="070D3A"/>
                </a:solidFill>
                <a:latin typeface="Nimbus Sans Narrow"/>
                <a:ea typeface="Nimbus Sans Narrow"/>
                <a:cs typeface="Nimbus Sans Narrow"/>
              </a:defRPr>
            </a:lvl8pPr>
            <a:lvl9pPr algn="ctr">
              <a:defRPr sz="2025" b="1">
                <a:solidFill>
                  <a:srgbClr val="070D3A"/>
                </a:solidFill>
                <a:latin typeface="Nimbus Sans Narrow"/>
                <a:ea typeface="Nimbus Sans Narrow"/>
                <a:cs typeface="Nimbus Sans Narrow"/>
              </a:defRPr>
            </a:lvl9pPr>
          </a:lstStyle>
          <a:p>
            <a:pPr algn="ctr">
              <a:defRPr sz="2025" b="1">
                <a:solidFill>
                  <a:srgbClr val="070D3A"/>
                </a:solidFill>
                <a:latin typeface="Nimbus Sans Narrow"/>
                <a:ea typeface="Nimbus Sans Narrow"/>
                <a:cs typeface="Nimbus Sans Narrow"/>
              </a:defRPr>
            </a:pPr>
            <a:r>
              <a:rPr sz="2025" b="1">
                <a:solidFill>
                  <a:srgbClr val="070D3A"/>
                </a:solidFill>
                <a:latin typeface="Nimbus Sans Narrow"/>
                <a:ea typeface="Nimbus Sans Narrow"/>
                <a:cs typeface="Nimbus Sans Narrow"/>
              </a:rPr>
              <a:t>A sequence can establish the first claim. The next two require epidemiologic and experimental evidence.</a:t>
            </a:r>
          </a:p>
        </p:txBody>
      </p:sp>
    </p:spTree>
    <p:extLst>
      <p:ext uri="{BB962C8B-B14F-4D97-AF65-F5344CB8AC3E}">
        <p14:creationId xmlns:p14="http://schemas.microsoft.com/office/powerpoint/2010/main" val="830018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E480691-ADAC-0A66-DDB1-8F3AD5F29C27}"/>
              </a:ext>
            </a:extLst>
          </p:cNvPr>
          <p:cNvSpPr txBox="1">
            <a:spLocks/>
          </p:cNvSpPr>
          <p:nvPr/>
        </p:nvSpPr>
        <p:spPr bwMode="auto">
          <a:xfrm>
            <a:off x="1981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4400">
                <a:latin typeface="Calibri" panose="020F0502020204030204" pitchFamily="34" charset="0"/>
              </a:rPr>
              <a:t>Timeline</a:t>
            </a:r>
          </a:p>
        </p:txBody>
      </p:sp>
      <p:sp>
        <p:nvSpPr>
          <p:cNvPr id="4" name="Content Placeholder 2">
            <a:extLst>
              <a:ext uri="{FF2B5EF4-FFF2-40B4-BE49-F238E27FC236}">
                <a16:creationId xmlns:a16="http://schemas.microsoft.com/office/drawing/2014/main" id="{CBFACFD7-ADD4-60CB-D8D2-3EC79E6FEAF8}"/>
              </a:ext>
            </a:extLst>
          </p:cNvPr>
          <p:cNvSpPr txBox="1">
            <a:spLocks/>
          </p:cNvSpPr>
          <p:nvPr/>
        </p:nvSpPr>
        <p:spPr bwMode="auto">
          <a:xfrm>
            <a:off x="1981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90000"/>
              </a:lnSpc>
              <a:spcBef>
                <a:spcPct val="20000"/>
              </a:spcBef>
              <a:buFont typeface="Arial" panose="020B0604020202020204" pitchFamily="34" charset="0"/>
              <a:buChar char="•"/>
            </a:pPr>
            <a:r>
              <a:rPr lang="en-US" altLang="en-US" sz="2800" dirty="0"/>
              <a:t>Early reports of of a respiratory illness in La Gloria Mexico</a:t>
            </a:r>
          </a:p>
          <a:p>
            <a:pPr eaLnBrk="1" hangingPunct="1">
              <a:lnSpc>
                <a:spcPct val="90000"/>
              </a:lnSpc>
              <a:spcBef>
                <a:spcPct val="20000"/>
              </a:spcBef>
              <a:buFont typeface="Arial" panose="020B0604020202020204" pitchFamily="34" charset="0"/>
              <a:buChar char="•"/>
            </a:pPr>
            <a:r>
              <a:rPr lang="en-US" altLang="en-US" sz="2800" dirty="0"/>
              <a:t>April 15 and April 17, 2009, novel swine-origin</a:t>
            </a:r>
            <a:r>
              <a:rPr lang="en-US" altLang="en-US" sz="2800" baseline="30000" dirty="0"/>
              <a:t> </a:t>
            </a:r>
            <a:r>
              <a:rPr lang="en-US" altLang="en-US" sz="2800" dirty="0"/>
              <a:t>influenza A (H1N1) virus (S-OIV) was identified in two epidemiologically unlinked patients in the</a:t>
            </a:r>
            <a:r>
              <a:rPr lang="en-US" altLang="en-US" sz="2800" baseline="30000" dirty="0"/>
              <a:t> </a:t>
            </a:r>
            <a:r>
              <a:rPr lang="en-US" altLang="en-US" sz="2800" dirty="0"/>
              <a:t>United States</a:t>
            </a:r>
          </a:p>
          <a:p>
            <a:pPr eaLnBrk="1" hangingPunct="1">
              <a:lnSpc>
                <a:spcPct val="90000"/>
              </a:lnSpc>
              <a:spcBef>
                <a:spcPct val="20000"/>
              </a:spcBef>
              <a:buFont typeface="Arial" panose="020B0604020202020204" pitchFamily="34" charset="0"/>
              <a:buChar char="•"/>
            </a:pPr>
            <a:r>
              <a:rPr lang="en-US" altLang="en-US" sz="2800" dirty="0"/>
              <a:t>Related cases and viruses were identified in</a:t>
            </a:r>
            <a:r>
              <a:rPr lang="en-US" altLang="en-US" sz="2800" baseline="30000" dirty="0"/>
              <a:t> </a:t>
            </a:r>
            <a:r>
              <a:rPr lang="en-US" altLang="en-US" sz="2800" dirty="0"/>
              <a:t>Mexico, Canada</a:t>
            </a:r>
          </a:p>
        </p:txBody>
      </p:sp>
    </p:spTree>
    <p:extLst>
      <p:ext uri="{BB962C8B-B14F-4D97-AF65-F5344CB8AC3E}">
        <p14:creationId xmlns:p14="http://schemas.microsoft.com/office/powerpoint/2010/main" val="1950112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44A0C31-74A1-006C-0D97-7150BEB5759D}"/>
              </a:ext>
            </a:extLst>
          </p:cNvPr>
          <p:cNvSpPr txBox="1">
            <a:spLocks/>
          </p:cNvSpPr>
          <p:nvPr/>
        </p:nvSpPr>
        <p:spPr bwMode="auto">
          <a:xfrm>
            <a:off x="1981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4400">
                <a:latin typeface="Calibri" panose="020F0502020204030204" pitchFamily="34" charset="0"/>
              </a:rPr>
              <a:t>Timeline</a:t>
            </a:r>
          </a:p>
        </p:txBody>
      </p:sp>
      <p:sp>
        <p:nvSpPr>
          <p:cNvPr id="4" name="Content Placeholder 2">
            <a:extLst>
              <a:ext uri="{FF2B5EF4-FFF2-40B4-BE49-F238E27FC236}">
                <a16:creationId xmlns:a16="http://schemas.microsoft.com/office/drawing/2014/main" id="{29F13ED6-4A4E-3CED-D108-AD70C7BE299A}"/>
              </a:ext>
            </a:extLst>
          </p:cNvPr>
          <p:cNvSpPr txBox="1">
            <a:spLocks/>
          </p:cNvSpPr>
          <p:nvPr/>
        </p:nvSpPr>
        <p:spPr bwMode="auto">
          <a:xfrm>
            <a:off x="1981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90000"/>
              </a:lnSpc>
              <a:spcBef>
                <a:spcPct val="20000"/>
              </a:spcBef>
              <a:buFont typeface="Arial" panose="020B0604020202020204" pitchFamily="34" charset="0"/>
              <a:buChar char="•"/>
            </a:pPr>
            <a:r>
              <a:rPr lang="en-US" altLang="en-US" sz="2800" dirty="0">
                <a:cs typeface="Arial" panose="020B0604020202020204" pitchFamily="34" charset="0"/>
              </a:rPr>
              <a:t>Spread across the globe in weeks</a:t>
            </a:r>
          </a:p>
          <a:p>
            <a:pPr eaLnBrk="1" hangingPunct="1">
              <a:lnSpc>
                <a:spcPct val="90000"/>
              </a:lnSpc>
              <a:spcBef>
                <a:spcPct val="20000"/>
              </a:spcBef>
              <a:buFont typeface="Arial" panose="020B0604020202020204" pitchFamily="34" charset="0"/>
              <a:buChar char="•"/>
            </a:pPr>
            <a:r>
              <a:rPr lang="en-US" altLang="en-US" sz="2800" dirty="0">
                <a:cs typeface="Arial" panose="020B0604020202020204" pitchFamily="34" charset="0"/>
              </a:rPr>
              <a:t>Global network of scientists was made aware of the new threat April 23/24</a:t>
            </a:r>
            <a:r>
              <a:rPr lang="en-US" altLang="en-US" sz="2800" baseline="30000" dirty="0">
                <a:cs typeface="Arial" panose="020B0604020202020204" pitchFamily="34" charset="0"/>
              </a:rPr>
              <a:t>th</a:t>
            </a:r>
            <a:endParaRPr lang="en-US" altLang="en-US" sz="2800" dirty="0">
              <a:cs typeface="Arial" panose="020B0604020202020204" pitchFamily="34" charset="0"/>
            </a:endParaRPr>
          </a:p>
          <a:p>
            <a:pPr eaLnBrk="1" hangingPunct="1">
              <a:lnSpc>
                <a:spcPct val="90000"/>
              </a:lnSpc>
              <a:spcBef>
                <a:spcPct val="20000"/>
              </a:spcBef>
              <a:buFont typeface="Arial" panose="020B0604020202020204" pitchFamily="34" charset="0"/>
              <a:buChar char="•"/>
            </a:pPr>
            <a:r>
              <a:rPr lang="en-US" altLang="en-US" sz="2800" dirty="0">
                <a:cs typeface="Arial" panose="020B0604020202020204" pitchFamily="34" charset="0"/>
              </a:rPr>
              <a:t>First sequences of the novel influenza virus was available April 24</a:t>
            </a:r>
            <a:r>
              <a:rPr lang="en-US" altLang="en-US" sz="2800" baseline="30000" dirty="0">
                <a:cs typeface="Arial" panose="020B0604020202020204" pitchFamily="34" charset="0"/>
              </a:rPr>
              <a:t>th</a:t>
            </a:r>
            <a:r>
              <a:rPr lang="en-US" altLang="en-US" sz="2800" dirty="0">
                <a:cs typeface="Arial" panose="020B0604020202020204" pitchFamily="34" charset="0"/>
              </a:rPr>
              <a:t> </a:t>
            </a:r>
            <a:endParaRPr lang="en-US" altLang="en-US" sz="2700" dirty="0">
              <a:cs typeface="Arial" panose="020B0604020202020204" pitchFamily="34" charset="0"/>
            </a:endParaRPr>
          </a:p>
        </p:txBody>
      </p:sp>
    </p:spTree>
    <p:extLst>
      <p:ext uri="{BB962C8B-B14F-4D97-AF65-F5344CB8AC3E}">
        <p14:creationId xmlns:p14="http://schemas.microsoft.com/office/powerpoint/2010/main" val="900513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9BE84B5-2C1A-48A8-A7CC-10CE7A76A8C0}"/>
              </a:ext>
            </a:extLst>
          </p:cNvPr>
          <p:cNvPicPr>
            <a:picLocks noChangeAspect="1"/>
          </p:cNvPicPr>
          <p:nvPr/>
        </p:nvPicPr>
        <p:blipFill>
          <a:blip r:embed="rId3"/>
          <a:srcRect l="39" r="39"/>
          <a:stretch>
            <a:fillRect/>
          </a:stretch>
        </p:blipFill>
        <p:spPr>
          <a:xfrm>
            <a:off x="0" y="0"/>
            <a:ext cx="12192000" cy="6858000"/>
          </a:xfrm>
          <a:prstGeom prst="rect">
            <a:avLst/>
          </a:prstGeom>
        </p:spPr>
      </p:pic>
    </p:spTree>
    <p:extLst>
      <p:ext uri="{BB962C8B-B14F-4D97-AF65-F5344CB8AC3E}">
        <p14:creationId xmlns:p14="http://schemas.microsoft.com/office/powerpoint/2010/main" val="1727073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4">
            <a:extLst>
              <a:ext uri="{FF2B5EF4-FFF2-40B4-BE49-F238E27FC236}">
                <a16:creationId xmlns:a16="http://schemas.microsoft.com/office/drawing/2014/main" id="{FCE6ABBA-380C-7AA2-5219-BD029D1AA4CE}"/>
              </a:ext>
            </a:extLst>
          </p:cNvPr>
          <p:cNvSpPr txBox="1">
            <a:spLocks noChangeArrowheads="1"/>
          </p:cNvSpPr>
          <p:nvPr/>
        </p:nvSpPr>
        <p:spPr bwMode="auto">
          <a:xfrm>
            <a:off x="331076" y="6427057"/>
            <a:ext cx="7620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defTabSz="828675">
              <a:tabLst>
                <a:tab pos="657225" algn="l"/>
                <a:tab pos="1312863" algn="l"/>
                <a:tab pos="1970088" algn="l"/>
                <a:tab pos="2627313" algn="l"/>
                <a:tab pos="3282950" algn="l"/>
                <a:tab pos="3940175" algn="l"/>
                <a:tab pos="4595813" algn="l"/>
                <a:tab pos="5253038" algn="l"/>
                <a:tab pos="5910263" algn="l"/>
              </a:tabLst>
              <a:defRPr>
                <a:solidFill>
                  <a:schemeClr val="tx1"/>
                </a:solidFill>
                <a:latin typeface="Arial" panose="020B0604020202020204" pitchFamily="34" charset="0"/>
              </a:defRPr>
            </a:lvl1pPr>
            <a:lvl2pPr marL="414338" algn="l" defTabSz="828675">
              <a:tabLst>
                <a:tab pos="657225" algn="l"/>
                <a:tab pos="1312863" algn="l"/>
                <a:tab pos="1970088" algn="l"/>
                <a:tab pos="2627313" algn="l"/>
                <a:tab pos="3282950" algn="l"/>
                <a:tab pos="3940175" algn="l"/>
                <a:tab pos="4595813" algn="l"/>
                <a:tab pos="5253038" algn="l"/>
                <a:tab pos="5910263" algn="l"/>
              </a:tabLst>
              <a:defRPr>
                <a:solidFill>
                  <a:schemeClr val="tx1"/>
                </a:solidFill>
                <a:latin typeface="Arial" panose="020B0604020202020204" pitchFamily="34" charset="0"/>
              </a:defRPr>
            </a:lvl2pPr>
            <a:lvl3pPr marL="828675" algn="l" defTabSz="828675">
              <a:tabLst>
                <a:tab pos="657225" algn="l"/>
                <a:tab pos="1312863" algn="l"/>
                <a:tab pos="1970088" algn="l"/>
                <a:tab pos="2627313" algn="l"/>
                <a:tab pos="3282950" algn="l"/>
                <a:tab pos="3940175" algn="l"/>
                <a:tab pos="4595813" algn="l"/>
                <a:tab pos="5253038" algn="l"/>
                <a:tab pos="5910263" algn="l"/>
              </a:tabLst>
              <a:defRPr>
                <a:solidFill>
                  <a:schemeClr val="tx1"/>
                </a:solidFill>
                <a:latin typeface="Arial" panose="020B0604020202020204" pitchFamily="34" charset="0"/>
              </a:defRPr>
            </a:lvl3pPr>
            <a:lvl4pPr marL="1244600" algn="l" defTabSz="828675">
              <a:tabLst>
                <a:tab pos="657225" algn="l"/>
                <a:tab pos="1312863" algn="l"/>
                <a:tab pos="1970088" algn="l"/>
                <a:tab pos="2627313" algn="l"/>
                <a:tab pos="3282950" algn="l"/>
                <a:tab pos="3940175" algn="l"/>
                <a:tab pos="4595813" algn="l"/>
                <a:tab pos="5253038" algn="l"/>
                <a:tab pos="5910263" algn="l"/>
              </a:tabLst>
              <a:defRPr>
                <a:solidFill>
                  <a:schemeClr val="tx1"/>
                </a:solidFill>
                <a:latin typeface="Arial" panose="020B0604020202020204" pitchFamily="34" charset="0"/>
              </a:defRPr>
            </a:lvl4pPr>
            <a:lvl5pPr marL="1658938" algn="l" defTabSz="828675">
              <a:tabLst>
                <a:tab pos="657225" algn="l"/>
                <a:tab pos="1312863" algn="l"/>
                <a:tab pos="1970088" algn="l"/>
                <a:tab pos="2627313" algn="l"/>
                <a:tab pos="3282950" algn="l"/>
                <a:tab pos="3940175" algn="l"/>
                <a:tab pos="4595813" algn="l"/>
                <a:tab pos="5253038" algn="l"/>
                <a:tab pos="5910263" algn="l"/>
              </a:tabLst>
              <a:defRPr>
                <a:solidFill>
                  <a:schemeClr val="tx1"/>
                </a:solidFill>
                <a:latin typeface="Arial" panose="020B0604020202020204" pitchFamily="34" charset="0"/>
              </a:defRPr>
            </a:lvl5pPr>
            <a:lvl6pPr marL="2116138" defTabSz="828675" fontAlgn="base">
              <a:spcBef>
                <a:spcPct val="0"/>
              </a:spcBef>
              <a:spcAft>
                <a:spcPct val="0"/>
              </a:spcAft>
              <a:tabLst>
                <a:tab pos="657225" algn="l"/>
                <a:tab pos="1312863" algn="l"/>
                <a:tab pos="1970088" algn="l"/>
                <a:tab pos="2627313" algn="l"/>
                <a:tab pos="3282950" algn="l"/>
                <a:tab pos="3940175" algn="l"/>
                <a:tab pos="4595813" algn="l"/>
                <a:tab pos="5253038" algn="l"/>
                <a:tab pos="5910263" algn="l"/>
              </a:tabLst>
              <a:defRPr>
                <a:solidFill>
                  <a:schemeClr val="tx1"/>
                </a:solidFill>
                <a:latin typeface="Arial" panose="020B0604020202020204" pitchFamily="34" charset="0"/>
              </a:defRPr>
            </a:lvl6pPr>
            <a:lvl7pPr marL="2573338" defTabSz="828675" fontAlgn="base">
              <a:spcBef>
                <a:spcPct val="0"/>
              </a:spcBef>
              <a:spcAft>
                <a:spcPct val="0"/>
              </a:spcAft>
              <a:tabLst>
                <a:tab pos="657225" algn="l"/>
                <a:tab pos="1312863" algn="l"/>
                <a:tab pos="1970088" algn="l"/>
                <a:tab pos="2627313" algn="l"/>
                <a:tab pos="3282950" algn="l"/>
                <a:tab pos="3940175" algn="l"/>
                <a:tab pos="4595813" algn="l"/>
                <a:tab pos="5253038" algn="l"/>
                <a:tab pos="5910263" algn="l"/>
              </a:tabLst>
              <a:defRPr>
                <a:solidFill>
                  <a:schemeClr val="tx1"/>
                </a:solidFill>
                <a:latin typeface="Arial" panose="020B0604020202020204" pitchFamily="34" charset="0"/>
              </a:defRPr>
            </a:lvl7pPr>
            <a:lvl8pPr marL="3030538" defTabSz="828675" fontAlgn="base">
              <a:spcBef>
                <a:spcPct val="0"/>
              </a:spcBef>
              <a:spcAft>
                <a:spcPct val="0"/>
              </a:spcAft>
              <a:tabLst>
                <a:tab pos="657225" algn="l"/>
                <a:tab pos="1312863" algn="l"/>
                <a:tab pos="1970088" algn="l"/>
                <a:tab pos="2627313" algn="l"/>
                <a:tab pos="3282950" algn="l"/>
                <a:tab pos="3940175" algn="l"/>
                <a:tab pos="4595813" algn="l"/>
                <a:tab pos="5253038" algn="l"/>
                <a:tab pos="5910263" algn="l"/>
              </a:tabLst>
              <a:defRPr>
                <a:solidFill>
                  <a:schemeClr val="tx1"/>
                </a:solidFill>
                <a:latin typeface="Arial" panose="020B0604020202020204" pitchFamily="34" charset="0"/>
              </a:defRPr>
            </a:lvl8pPr>
            <a:lvl9pPr marL="3487738" defTabSz="828675" fontAlgn="base">
              <a:spcBef>
                <a:spcPct val="0"/>
              </a:spcBef>
              <a:spcAft>
                <a:spcPct val="0"/>
              </a:spcAft>
              <a:tabLst>
                <a:tab pos="657225" algn="l"/>
                <a:tab pos="1312863" algn="l"/>
                <a:tab pos="1970088" algn="l"/>
                <a:tab pos="2627313" algn="l"/>
                <a:tab pos="3282950" algn="l"/>
                <a:tab pos="3940175" algn="l"/>
                <a:tab pos="4595813" algn="l"/>
                <a:tab pos="5253038" algn="l"/>
                <a:tab pos="5910263" algn="l"/>
              </a:tabLst>
              <a:defRPr>
                <a:solidFill>
                  <a:schemeClr val="tx1"/>
                </a:solidFill>
                <a:latin typeface="Arial" panose="020B0604020202020204" pitchFamily="34" charset="0"/>
              </a:defRPr>
            </a:lvl9pPr>
          </a:lstStyle>
          <a:p>
            <a:pPr algn="ctr"/>
            <a:r>
              <a:rPr lang="en-GB" altLang="en-US" dirty="0"/>
              <a:t>GJD Smith </a:t>
            </a:r>
            <a:r>
              <a:rPr lang="en-GB" altLang="en-US" i="1" dirty="0"/>
              <a:t>et al.</a:t>
            </a:r>
            <a:r>
              <a:rPr lang="en-GB" altLang="en-US" dirty="0"/>
              <a:t> </a:t>
            </a:r>
            <a:r>
              <a:rPr lang="en-GB" altLang="en-US" i="1" dirty="0"/>
              <a:t>Nature</a:t>
            </a:r>
            <a:r>
              <a:rPr lang="en-GB" altLang="en-US" dirty="0"/>
              <a:t> </a:t>
            </a:r>
            <a:r>
              <a:rPr lang="en-GB" altLang="en-US" b="1" dirty="0"/>
              <a:t>459</a:t>
            </a:r>
            <a:r>
              <a:rPr lang="en-GB" altLang="en-US" dirty="0"/>
              <a:t>, 1</a:t>
            </a:r>
            <a:r>
              <a:rPr lang="en-GB" altLang="zh-CN" dirty="0">
                <a:ea typeface="宋体" panose="02010600030101010101" pitchFamily="2" charset="-122"/>
              </a:rPr>
              <a:t>122</a:t>
            </a:r>
            <a:r>
              <a:rPr lang="en-GB" altLang="en-US" dirty="0"/>
              <a:t>-11</a:t>
            </a:r>
            <a:r>
              <a:rPr lang="en-GB" altLang="zh-CN" dirty="0">
                <a:ea typeface="宋体" panose="02010600030101010101" pitchFamily="2" charset="-122"/>
              </a:rPr>
              <a:t>25</a:t>
            </a:r>
            <a:r>
              <a:rPr lang="en-GB" altLang="en-US" dirty="0"/>
              <a:t> (2009) doi:10.1038/nature08</a:t>
            </a:r>
            <a:r>
              <a:rPr lang="en-GB" altLang="zh-CN" dirty="0">
                <a:ea typeface="宋体" panose="02010600030101010101" pitchFamily="2" charset="-122"/>
              </a:rPr>
              <a:t>182</a:t>
            </a:r>
            <a:endParaRPr lang="en-GB" altLang="en-US" dirty="0">
              <a:ea typeface="宋体" panose="02010600030101010101" pitchFamily="2" charset="-122"/>
            </a:endParaRPr>
          </a:p>
        </p:txBody>
      </p:sp>
      <p:sp>
        <p:nvSpPr>
          <p:cNvPr id="7176" name="Text Box 8">
            <a:extLst>
              <a:ext uri="{FF2B5EF4-FFF2-40B4-BE49-F238E27FC236}">
                <a16:creationId xmlns:a16="http://schemas.microsoft.com/office/drawing/2014/main" id="{4FB46FDF-E99A-F159-8936-F674E3430F26}"/>
              </a:ext>
            </a:extLst>
          </p:cNvPr>
          <p:cNvSpPr txBox="1">
            <a:spLocks noChangeArrowheads="1"/>
          </p:cNvSpPr>
          <p:nvPr/>
        </p:nvSpPr>
        <p:spPr bwMode="auto">
          <a:xfrm>
            <a:off x="331076" y="403206"/>
            <a:ext cx="1130387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b" anchorCtr="1">
            <a:spAutoFit/>
          </a:bodyPr>
          <a:lstStyle/>
          <a:p>
            <a:pPr algn="ctr"/>
            <a:r>
              <a:rPr lang="en-GB" altLang="zh-CN" sz="2800" dirty="0">
                <a:ea typeface="宋体" panose="02010600030101010101" pitchFamily="2" charset="-122"/>
              </a:rPr>
              <a:t>Reconstruction of the sequence of reassortment events leading up to the emergence of S-OIV.</a:t>
            </a:r>
          </a:p>
        </p:txBody>
      </p:sp>
      <p:pic>
        <p:nvPicPr>
          <p:cNvPr id="7199" name="Picture 31">
            <a:extLst>
              <a:ext uri="{FF2B5EF4-FFF2-40B4-BE49-F238E27FC236}">
                <a16:creationId xmlns:a16="http://schemas.microsoft.com/office/drawing/2014/main" id="{6C6A009C-9685-D15D-2234-8197AF02CA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9389" y="6471374"/>
            <a:ext cx="1230313" cy="276225"/>
          </a:xfrm>
          <a:prstGeom prst="rect">
            <a:avLst/>
          </a:prstGeom>
          <a:noFill/>
          <a:extLst>
            <a:ext uri="{909E8E84-426E-40DD-AFC4-6F175D3DCCD1}">
              <a14:hiddenFill xmlns:a14="http://schemas.microsoft.com/office/drawing/2010/main">
                <a:solidFill>
                  <a:srgbClr val="FFFFFF"/>
                </a:solidFill>
              </a14:hiddenFill>
            </a:ext>
          </a:extLst>
        </p:spPr>
      </p:pic>
      <p:pic>
        <p:nvPicPr>
          <p:cNvPr id="7327" name="Picture 159">
            <a:extLst>
              <a:ext uri="{FF2B5EF4-FFF2-40B4-BE49-F238E27FC236}">
                <a16:creationId xmlns:a16="http://schemas.microsoft.com/office/drawing/2014/main" id="{197D5998-E098-2B5C-E0B7-A7CA8D2C71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360" y="1468425"/>
            <a:ext cx="7140123" cy="4904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9197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BE02EF4-4638-450A-9482-ED0C7CCF1E5F}"/>
              </a:ext>
            </a:extLst>
          </p:cNvPr>
          <p:cNvPicPr>
            <a:picLocks noChangeAspect="1"/>
          </p:cNvPicPr>
          <p:nvPr/>
        </p:nvPicPr>
        <p:blipFill>
          <a:blip r:embed="rId3"/>
          <a:srcRect l="39" r="39"/>
          <a:stretch>
            <a:fillRect/>
          </a:stretch>
        </p:blipFill>
        <p:spPr>
          <a:xfrm>
            <a:off x="0" y="0"/>
            <a:ext cx="12192000" cy="6858000"/>
          </a:xfrm>
          <a:prstGeom prst="rect">
            <a:avLst/>
          </a:prstGeom>
        </p:spPr>
      </p:pic>
    </p:spTree>
    <p:extLst>
      <p:ext uri="{BB962C8B-B14F-4D97-AF65-F5344CB8AC3E}">
        <p14:creationId xmlns:p14="http://schemas.microsoft.com/office/powerpoint/2010/main" val="21432053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CB9D97-F34B-AB82-5F67-2C65F6BD7E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468" y="350715"/>
            <a:ext cx="10345064" cy="5816005"/>
          </a:xfrm>
          <a:prstGeom prst="rect">
            <a:avLst/>
          </a:prstGeom>
        </p:spPr>
      </p:pic>
    </p:spTree>
    <p:extLst>
      <p:ext uri="{BB962C8B-B14F-4D97-AF65-F5344CB8AC3E}">
        <p14:creationId xmlns:p14="http://schemas.microsoft.com/office/powerpoint/2010/main" val="2190021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69E8"/>
        </a:solidFill>
        <a:effectLst/>
      </p:bgPr>
    </p:bg>
    <p:spTree>
      <p:nvGrpSpPr>
        <p:cNvPr id="1" name=""/>
        <p:cNvGrpSpPr/>
        <p:nvPr/>
      </p:nvGrpSpPr>
      <p:grpSpPr>
        <a:xfrm>
          <a:off x="0" y="0"/>
          <a:ext cx="0" cy="0"/>
          <a:chOff x="0" y="0"/>
          <a:chExt cx="0" cy="0"/>
        </a:xfrm>
      </p:grpSpPr>
      <p:sp>
        <p:nvSpPr>
          <p:cNvPr id="9" name="section-number">
            <a:extLst>
              <a:ext uri="{FF2B5EF4-FFF2-40B4-BE49-F238E27FC236}">
                <a16:creationId xmlns:a16="http://schemas.microsoft.com/office/drawing/2014/main" id="{56FBBBBD-7B9A-4EA0-B946-AD80897037D5}"/>
              </a:ext>
            </a:extLst>
          </p:cNvPr>
          <p:cNvSpPr>
            <a:spLocks noGrp="1"/>
          </p:cNvSpPr>
          <p:nvPr/>
        </p:nvSpPr>
        <p:spPr>
          <a:xfrm>
            <a:off x="723900" y="666750"/>
            <a:ext cx="1238250" cy="876300"/>
          </a:xfrm>
          <a:prstGeom prst="rect">
            <a:avLst/>
          </a:prstGeom>
          <a:noFill/>
          <a:ln w="0">
            <a:noFill/>
            <a:prstDash val="solid"/>
          </a:ln>
        </p:spPr>
        <p:txBody>
          <a:bodyPr lIns="0" tIns="0" rIns="0" bIns="0" anchor="ctr"/>
          <a:lstStyle>
            <a:defPPr algn="ctr">
              <a:defRPr sz="5400" b="1">
                <a:solidFill>
                  <a:srgbClr val="FFFFFF"/>
                </a:solidFill>
                <a:latin typeface="Nimbus Sans Narrow"/>
                <a:ea typeface="Nimbus Sans Narrow"/>
                <a:cs typeface="Nimbus Sans Narrow"/>
              </a:defRPr>
            </a:defPPr>
            <a:lvl1pPr algn="ctr">
              <a:defRPr sz="5400" b="1">
                <a:solidFill>
                  <a:srgbClr val="FFFFFF"/>
                </a:solidFill>
                <a:latin typeface="Nimbus Sans Narrow"/>
                <a:ea typeface="Nimbus Sans Narrow"/>
                <a:cs typeface="Nimbus Sans Narrow"/>
              </a:defRPr>
            </a:lvl1pPr>
            <a:lvl2pPr algn="ctr">
              <a:defRPr sz="5400" b="1">
                <a:solidFill>
                  <a:srgbClr val="FFFFFF"/>
                </a:solidFill>
                <a:latin typeface="Nimbus Sans Narrow"/>
                <a:ea typeface="Nimbus Sans Narrow"/>
                <a:cs typeface="Nimbus Sans Narrow"/>
              </a:defRPr>
            </a:lvl2pPr>
            <a:lvl3pPr algn="ctr">
              <a:defRPr sz="5400" b="1">
                <a:solidFill>
                  <a:srgbClr val="FFFFFF"/>
                </a:solidFill>
                <a:latin typeface="Nimbus Sans Narrow"/>
                <a:ea typeface="Nimbus Sans Narrow"/>
                <a:cs typeface="Nimbus Sans Narrow"/>
              </a:defRPr>
            </a:lvl3pPr>
            <a:lvl4pPr algn="ctr">
              <a:defRPr sz="5400" b="1">
                <a:solidFill>
                  <a:srgbClr val="FFFFFF"/>
                </a:solidFill>
                <a:latin typeface="Nimbus Sans Narrow"/>
                <a:ea typeface="Nimbus Sans Narrow"/>
                <a:cs typeface="Nimbus Sans Narrow"/>
              </a:defRPr>
            </a:lvl4pPr>
            <a:lvl5pPr algn="ctr">
              <a:defRPr sz="5400" b="1">
                <a:solidFill>
                  <a:srgbClr val="FFFFFF"/>
                </a:solidFill>
                <a:latin typeface="Nimbus Sans Narrow"/>
                <a:ea typeface="Nimbus Sans Narrow"/>
                <a:cs typeface="Nimbus Sans Narrow"/>
              </a:defRPr>
            </a:lvl5pPr>
            <a:lvl6pPr algn="ctr">
              <a:defRPr sz="5400" b="1">
                <a:solidFill>
                  <a:srgbClr val="FFFFFF"/>
                </a:solidFill>
                <a:latin typeface="Nimbus Sans Narrow"/>
                <a:ea typeface="Nimbus Sans Narrow"/>
                <a:cs typeface="Nimbus Sans Narrow"/>
              </a:defRPr>
            </a:lvl6pPr>
            <a:lvl7pPr algn="ctr">
              <a:defRPr sz="5400" b="1">
                <a:solidFill>
                  <a:srgbClr val="FFFFFF"/>
                </a:solidFill>
                <a:latin typeface="Nimbus Sans Narrow"/>
                <a:ea typeface="Nimbus Sans Narrow"/>
                <a:cs typeface="Nimbus Sans Narrow"/>
              </a:defRPr>
            </a:lvl7pPr>
            <a:lvl8pPr algn="ctr">
              <a:defRPr sz="5400" b="1">
                <a:solidFill>
                  <a:srgbClr val="FFFFFF"/>
                </a:solidFill>
                <a:latin typeface="Nimbus Sans Narrow"/>
                <a:ea typeface="Nimbus Sans Narrow"/>
                <a:cs typeface="Nimbus Sans Narrow"/>
              </a:defRPr>
            </a:lvl8pPr>
            <a:lvl9pPr algn="ctr">
              <a:defRPr sz="5400" b="1">
                <a:solidFill>
                  <a:srgbClr val="FFFFFF"/>
                </a:solidFill>
                <a:latin typeface="Nimbus Sans Narrow"/>
                <a:ea typeface="Nimbus Sans Narrow"/>
                <a:cs typeface="Nimbus Sans Narrow"/>
              </a:defRPr>
            </a:lvl9pPr>
          </a:lstStyle>
          <a:p>
            <a:pPr algn="ctr">
              <a:defRPr sz="5400" b="1">
                <a:solidFill>
                  <a:srgbClr val="FFFFFF"/>
                </a:solidFill>
                <a:latin typeface="Nimbus Sans Narrow"/>
                <a:ea typeface="Nimbus Sans Narrow"/>
                <a:cs typeface="Nimbus Sans Narrow"/>
              </a:defRPr>
            </a:pPr>
            <a:r>
              <a:rPr sz="5400" b="1">
                <a:solidFill>
                  <a:srgbClr val="FFFFFF"/>
                </a:solidFill>
                <a:latin typeface="Nimbus Sans Narrow"/>
                <a:ea typeface="Nimbus Sans Narrow"/>
                <a:cs typeface="Nimbus Sans Narrow"/>
              </a:rPr>
              <a:t>03</a:t>
            </a:r>
          </a:p>
        </p:txBody>
      </p:sp>
      <p:sp>
        <p:nvSpPr>
          <p:cNvPr id="2" name="section-title">
            <a:extLst>
              <a:ext uri="{FF2B5EF4-FFF2-40B4-BE49-F238E27FC236}">
                <a16:creationId xmlns:a16="http://schemas.microsoft.com/office/drawing/2014/main" id="{5DCD0C97-AB9E-4BD1-975B-DE7D1C58241C}"/>
              </a:ext>
            </a:extLst>
          </p:cNvPr>
          <p:cNvSpPr>
            <a:spLocks noGrp="1"/>
          </p:cNvSpPr>
          <p:nvPr/>
        </p:nvSpPr>
        <p:spPr>
          <a:xfrm>
            <a:off x="2133600" y="628650"/>
            <a:ext cx="9029700" cy="990600"/>
          </a:xfrm>
          <a:prstGeom prst="rect">
            <a:avLst/>
          </a:prstGeom>
          <a:noFill/>
          <a:ln w="0">
            <a:noFill/>
            <a:prstDash val="solid"/>
          </a:ln>
        </p:spPr>
        <p:txBody>
          <a:bodyPr lIns="0" tIns="0" rIns="0" bIns="0" anchor="ctr"/>
          <a:lstStyle>
            <a:defPPr algn="l">
              <a:defRPr sz="3525" b="1">
                <a:solidFill>
                  <a:srgbClr val="FFFFFF"/>
                </a:solidFill>
                <a:latin typeface="Nimbus Sans Narrow"/>
                <a:ea typeface="Nimbus Sans Narrow"/>
                <a:cs typeface="Nimbus Sans Narrow"/>
              </a:defRPr>
            </a:defPPr>
            <a:lvl1pPr algn="l">
              <a:defRPr sz="3525" b="1">
                <a:solidFill>
                  <a:srgbClr val="FFFFFF"/>
                </a:solidFill>
                <a:latin typeface="Nimbus Sans Narrow"/>
                <a:ea typeface="Nimbus Sans Narrow"/>
                <a:cs typeface="Nimbus Sans Narrow"/>
              </a:defRPr>
            </a:lvl1pPr>
            <a:lvl2pPr algn="l">
              <a:defRPr sz="3525" b="1">
                <a:solidFill>
                  <a:srgbClr val="FFFFFF"/>
                </a:solidFill>
                <a:latin typeface="Nimbus Sans Narrow"/>
                <a:ea typeface="Nimbus Sans Narrow"/>
                <a:cs typeface="Nimbus Sans Narrow"/>
              </a:defRPr>
            </a:lvl2pPr>
            <a:lvl3pPr algn="l">
              <a:defRPr sz="3525" b="1">
                <a:solidFill>
                  <a:srgbClr val="FFFFFF"/>
                </a:solidFill>
                <a:latin typeface="Nimbus Sans Narrow"/>
                <a:ea typeface="Nimbus Sans Narrow"/>
                <a:cs typeface="Nimbus Sans Narrow"/>
              </a:defRPr>
            </a:lvl3pPr>
            <a:lvl4pPr algn="l">
              <a:defRPr sz="3525" b="1">
                <a:solidFill>
                  <a:srgbClr val="FFFFFF"/>
                </a:solidFill>
                <a:latin typeface="Nimbus Sans Narrow"/>
                <a:ea typeface="Nimbus Sans Narrow"/>
                <a:cs typeface="Nimbus Sans Narrow"/>
              </a:defRPr>
            </a:lvl4pPr>
            <a:lvl5pPr algn="l">
              <a:defRPr sz="3525" b="1">
                <a:solidFill>
                  <a:srgbClr val="FFFFFF"/>
                </a:solidFill>
                <a:latin typeface="Nimbus Sans Narrow"/>
                <a:ea typeface="Nimbus Sans Narrow"/>
                <a:cs typeface="Nimbus Sans Narrow"/>
              </a:defRPr>
            </a:lvl5pPr>
            <a:lvl6pPr algn="l">
              <a:defRPr sz="3525" b="1">
                <a:solidFill>
                  <a:srgbClr val="FFFFFF"/>
                </a:solidFill>
                <a:latin typeface="Nimbus Sans Narrow"/>
                <a:ea typeface="Nimbus Sans Narrow"/>
                <a:cs typeface="Nimbus Sans Narrow"/>
              </a:defRPr>
            </a:lvl6pPr>
            <a:lvl7pPr algn="l">
              <a:defRPr sz="3525" b="1">
                <a:solidFill>
                  <a:srgbClr val="FFFFFF"/>
                </a:solidFill>
                <a:latin typeface="Nimbus Sans Narrow"/>
                <a:ea typeface="Nimbus Sans Narrow"/>
                <a:cs typeface="Nimbus Sans Narrow"/>
              </a:defRPr>
            </a:lvl7pPr>
            <a:lvl8pPr algn="l">
              <a:defRPr sz="3525" b="1">
                <a:solidFill>
                  <a:srgbClr val="FFFFFF"/>
                </a:solidFill>
                <a:latin typeface="Nimbus Sans Narrow"/>
                <a:ea typeface="Nimbus Sans Narrow"/>
                <a:cs typeface="Nimbus Sans Narrow"/>
              </a:defRPr>
            </a:lvl8pPr>
            <a:lvl9pPr algn="l">
              <a:defRPr sz="3525" b="1">
                <a:solidFill>
                  <a:srgbClr val="FFFFFF"/>
                </a:solidFill>
                <a:latin typeface="Nimbus Sans Narrow"/>
                <a:ea typeface="Nimbus Sans Narrow"/>
                <a:cs typeface="Nimbus Sans Narrow"/>
              </a:defRPr>
            </a:lvl9pPr>
          </a:lstStyle>
          <a:p>
            <a:pPr algn="l">
              <a:defRPr sz="3525" b="1">
                <a:solidFill>
                  <a:srgbClr val="FFFFFF"/>
                </a:solidFill>
                <a:latin typeface="Nimbus Sans Narrow"/>
                <a:ea typeface="Nimbus Sans Narrow"/>
                <a:cs typeface="Nimbus Sans Narrow"/>
              </a:defRPr>
            </a:pPr>
            <a:r>
              <a:rPr sz="3525" b="1">
                <a:solidFill>
                  <a:srgbClr val="FFFFFF"/>
                </a:solidFill>
                <a:latin typeface="Nimbus Sans Narrow"/>
                <a:ea typeface="Nimbus Sans Narrow"/>
                <a:cs typeface="Nimbus Sans Narrow"/>
              </a:rPr>
              <a:t>Prevent establishment</a:t>
            </a:r>
          </a:p>
        </p:txBody>
      </p:sp>
      <p:sp>
        <p:nvSpPr>
          <p:cNvPr id="3" name="section-rule">
            <a:extLst>
              <a:ext uri="{FF2B5EF4-FFF2-40B4-BE49-F238E27FC236}">
                <a16:creationId xmlns:a16="http://schemas.microsoft.com/office/drawing/2014/main" id="{5864FCCB-996A-430D-84AF-02A35C307E5D}"/>
              </a:ext>
            </a:extLst>
          </p:cNvPr>
          <p:cNvSpPr>
            <a:spLocks noGrp="1"/>
          </p:cNvSpPr>
          <p:nvPr/>
        </p:nvSpPr>
        <p:spPr>
          <a:xfrm>
            <a:off x="1009650" y="1866900"/>
            <a:ext cx="10134600" cy="953"/>
          </a:xfrm>
          <a:custGeom>
            <a:avLst/>
            <a:gdLst/>
            <a:ahLst/>
            <a:cxnLst/>
            <a:rect l="0" t="0" r="0" b="0"/>
            <a:pathLst>
              <a:path w="10134600" h="953">
                <a:moveTo>
                  <a:pt x="0" y="0"/>
                </a:moveTo>
                <a:lnTo>
                  <a:pt x="10134600" y="0"/>
                </a:lnTo>
              </a:path>
            </a:pathLst>
          </a:custGeom>
          <a:noFill/>
          <a:ln w="19050">
            <a:solidFill>
              <a:srgbClr val="FFFFFF"/>
            </a:solidFill>
            <a:prstDash val="solid"/>
          </a:ln>
        </p:spPr>
        <p:txBody>
          <a:bodyPr/>
          <a:lstStyle/>
          <a:p>
            <a:endParaRPr lang="en-US"/>
          </a:p>
        </p:txBody>
      </p:sp>
      <p:sp>
        <p:nvSpPr>
          <p:cNvPr id="4" name="question-label">
            <a:extLst>
              <a:ext uri="{FF2B5EF4-FFF2-40B4-BE49-F238E27FC236}">
                <a16:creationId xmlns:a16="http://schemas.microsoft.com/office/drawing/2014/main" id="{5F5B0C6C-D116-4DD3-BC35-2620C466D5E2}"/>
              </a:ext>
            </a:extLst>
          </p:cNvPr>
          <p:cNvSpPr>
            <a:spLocks noGrp="1"/>
          </p:cNvSpPr>
          <p:nvPr/>
        </p:nvSpPr>
        <p:spPr>
          <a:xfrm>
            <a:off x="1047750" y="2266950"/>
            <a:ext cx="3143250" cy="304800"/>
          </a:xfrm>
          <a:prstGeom prst="rect">
            <a:avLst/>
          </a:prstGeom>
          <a:noFill/>
          <a:ln w="0">
            <a:noFill/>
            <a:prstDash val="solid"/>
          </a:ln>
        </p:spPr>
        <p:txBody>
          <a:bodyPr lIns="0" tIns="0" rIns="0" bIns="0" anchor="ctr"/>
          <a:lstStyle>
            <a:defPPr algn="l">
              <a:defRPr sz="1500" b="1">
                <a:solidFill>
                  <a:srgbClr val="FFFFFF"/>
                </a:solidFill>
                <a:latin typeface="Nimbus Sans Narrow"/>
                <a:ea typeface="Nimbus Sans Narrow"/>
                <a:cs typeface="Nimbus Sans Narrow"/>
              </a:defRPr>
            </a:defPPr>
            <a:lvl1pPr algn="l">
              <a:defRPr sz="1500" b="1">
                <a:solidFill>
                  <a:srgbClr val="FFFFFF"/>
                </a:solidFill>
                <a:latin typeface="Nimbus Sans Narrow"/>
                <a:ea typeface="Nimbus Sans Narrow"/>
                <a:cs typeface="Nimbus Sans Narrow"/>
              </a:defRPr>
            </a:lvl1pPr>
            <a:lvl2pPr algn="l">
              <a:defRPr sz="1500" b="1">
                <a:solidFill>
                  <a:srgbClr val="FFFFFF"/>
                </a:solidFill>
                <a:latin typeface="Nimbus Sans Narrow"/>
                <a:ea typeface="Nimbus Sans Narrow"/>
                <a:cs typeface="Nimbus Sans Narrow"/>
              </a:defRPr>
            </a:lvl2pPr>
            <a:lvl3pPr algn="l">
              <a:defRPr sz="1500" b="1">
                <a:solidFill>
                  <a:srgbClr val="FFFFFF"/>
                </a:solidFill>
                <a:latin typeface="Nimbus Sans Narrow"/>
                <a:ea typeface="Nimbus Sans Narrow"/>
                <a:cs typeface="Nimbus Sans Narrow"/>
              </a:defRPr>
            </a:lvl3pPr>
            <a:lvl4pPr algn="l">
              <a:defRPr sz="1500" b="1">
                <a:solidFill>
                  <a:srgbClr val="FFFFFF"/>
                </a:solidFill>
                <a:latin typeface="Nimbus Sans Narrow"/>
                <a:ea typeface="Nimbus Sans Narrow"/>
                <a:cs typeface="Nimbus Sans Narrow"/>
              </a:defRPr>
            </a:lvl4pPr>
            <a:lvl5pPr algn="l">
              <a:defRPr sz="1500" b="1">
                <a:solidFill>
                  <a:srgbClr val="FFFFFF"/>
                </a:solidFill>
                <a:latin typeface="Nimbus Sans Narrow"/>
                <a:ea typeface="Nimbus Sans Narrow"/>
                <a:cs typeface="Nimbus Sans Narrow"/>
              </a:defRPr>
            </a:lvl5pPr>
            <a:lvl6pPr algn="l">
              <a:defRPr sz="1500" b="1">
                <a:solidFill>
                  <a:srgbClr val="FFFFFF"/>
                </a:solidFill>
                <a:latin typeface="Nimbus Sans Narrow"/>
                <a:ea typeface="Nimbus Sans Narrow"/>
                <a:cs typeface="Nimbus Sans Narrow"/>
              </a:defRPr>
            </a:lvl6pPr>
            <a:lvl7pPr algn="l">
              <a:defRPr sz="1500" b="1">
                <a:solidFill>
                  <a:srgbClr val="FFFFFF"/>
                </a:solidFill>
                <a:latin typeface="Nimbus Sans Narrow"/>
                <a:ea typeface="Nimbus Sans Narrow"/>
                <a:cs typeface="Nimbus Sans Narrow"/>
              </a:defRPr>
            </a:lvl7pPr>
            <a:lvl8pPr algn="l">
              <a:defRPr sz="1500" b="1">
                <a:solidFill>
                  <a:srgbClr val="FFFFFF"/>
                </a:solidFill>
                <a:latin typeface="Nimbus Sans Narrow"/>
                <a:ea typeface="Nimbus Sans Narrow"/>
                <a:cs typeface="Nimbus Sans Narrow"/>
              </a:defRPr>
            </a:lvl8pPr>
            <a:lvl9pPr algn="l">
              <a:defRPr sz="1500" b="1">
                <a:solidFill>
                  <a:srgbClr val="FFFFFF"/>
                </a:solidFill>
                <a:latin typeface="Nimbus Sans Narrow"/>
                <a:ea typeface="Nimbus Sans Narrow"/>
                <a:cs typeface="Nimbus Sans Narrow"/>
              </a:defRPr>
            </a:lvl9pPr>
          </a:lstStyle>
          <a:p>
            <a:pPr algn="l">
              <a:defRPr sz="1500" b="1">
                <a:solidFill>
                  <a:srgbClr val="FFFFFF"/>
                </a:solidFill>
                <a:latin typeface="Nimbus Sans Narrow"/>
                <a:ea typeface="Nimbus Sans Narrow"/>
                <a:cs typeface="Nimbus Sans Narrow"/>
              </a:defRPr>
            </a:pPr>
            <a:r>
              <a:rPr sz="1500" b="1">
                <a:solidFill>
                  <a:srgbClr val="FFFFFF"/>
                </a:solidFill>
                <a:latin typeface="Nimbus Sans Narrow"/>
                <a:ea typeface="Nimbus Sans Narrow"/>
                <a:cs typeface="Nimbus Sans Narrow"/>
              </a:rPr>
              <a:t>PUBLIC-HEALTH QUESTION</a:t>
            </a:r>
          </a:p>
        </p:txBody>
      </p:sp>
      <p:sp>
        <p:nvSpPr>
          <p:cNvPr id="5" name="question">
            <a:extLst>
              <a:ext uri="{FF2B5EF4-FFF2-40B4-BE49-F238E27FC236}">
                <a16:creationId xmlns:a16="http://schemas.microsoft.com/office/drawing/2014/main" id="{0260A378-F9CE-4EB0-8CA7-5E4E86C0F403}"/>
              </a:ext>
            </a:extLst>
          </p:cNvPr>
          <p:cNvSpPr>
            <a:spLocks noGrp="1"/>
          </p:cNvSpPr>
          <p:nvPr/>
        </p:nvSpPr>
        <p:spPr>
          <a:xfrm>
            <a:off x="1047750" y="2628900"/>
            <a:ext cx="10001250" cy="933450"/>
          </a:xfrm>
          <a:prstGeom prst="rect">
            <a:avLst/>
          </a:prstGeom>
          <a:noFill/>
          <a:ln w="0">
            <a:noFill/>
            <a:prstDash val="solid"/>
          </a:ln>
        </p:spPr>
        <p:txBody>
          <a:bodyPr lIns="0" tIns="0" rIns="0" bIns="0" anchor="ctr"/>
          <a:lstStyle>
            <a:defPPr algn="l">
              <a:defRPr sz="2550" b="1">
                <a:solidFill>
                  <a:srgbClr val="FFFFFF"/>
                </a:solidFill>
                <a:latin typeface="Nimbus Sans Narrow"/>
                <a:ea typeface="Nimbus Sans Narrow"/>
                <a:cs typeface="Nimbus Sans Narrow"/>
              </a:defRPr>
            </a:defPPr>
            <a:lvl1pPr algn="l">
              <a:defRPr sz="2550" b="1">
                <a:solidFill>
                  <a:srgbClr val="FFFFFF"/>
                </a:solidFill>
                <a:latin typeface="Nimbus Sans Narrow"/>
                <a:ea typeface="Nimbus Sans Narrow"/>
                <a:cs typeface="Nimbus Sans Narrow"/>
              </a:defRPr>
            </a:lvl1pPr>
            <a:lvl2pPr algn="l">
              <a:defRPr sz="2550" b="1">
                <a:solidFill>
                  <a:srgbClr val="FFFFFF"/>
                </a:solidFill>
                <a:latin typeface="Nimbus Sans Narrow"/>
                <a:ea typeface="Nimbus Sans Narrow"/>
                <a:cs typeface="Nimbus Sans Narrow"/>
              </a:defRPr>
            </a:lvl2pPr>
            <a:lvl3pPr algn="l">
              <a:defRPr sz="2550" b="1">
                <a:solidFill>
                  <a:srgbClr val="FFFFFF"/>
                </a:solidFill>
                <a:latin typeface="Nimbus Sans Narrow"/>
                <a:ea typeface="Nimbus Sans Narrow"/>
                <a:cs typeface="Nimbus Sans Narrow"/>
              </a:defRPr>
            </a:lvl3pPr>
            <a:lvl4pPr algn="l">
              <a:defRPr sz="2550" b="1">
                <a:solidFill>
                  <a:srgbClr val="FFFFFF"/>
                </a:solidFill>
                <a:latin typeface="Nimbus Sans Narrow"/>
                <a:ea typeface="Nimbus Sans Narrow"/>
                <a:cs typeface="Nimbus Sans Narrow"/>
              </a:defRPr>
            </a:lvl4pPr>
            <a:lvl5pPr algn="l">
              <a:defRPr sz="2550" b="1">
                <a:solidFill>
                  <a:srgbClr val="FFFFFF"/>
                </a:solidFill>
                <a:latin typeface="Nimbus Sans Narrow"/>
                <a:ea typeface="Nimbus Sans Narrow"/>
                <a:cs typeface="Nimbus Sans Narrow"/>
              </a:defRPr>
            </a:lvl5pPr>
            <a:lvl6pPr algn="l">
              <a:defRPr sz="2550" b="1">
                <a:solidFill>
                  <a:srgbClr val="FFFFFF"/>
                </a:solidFill>
                <a:latin typeface="Nimbus Sans Narrow"/>
                <a:ea typeface="Nimbus Sans Narrow"/>
                <a:cs typeface="Nimbus Sans Narrow"/>
              </a:defRPr>
            </a:lvl6pPr>
            <a:lvl7pPr algn="l">
              <a:defRPr sz="2550" b="1">
                <a:solidFill>
                  <a:srgbClr val="FFFFFF"/>
                </a:solidFill>
                <a:latin typeface="Nimbus Sans Narrow"/>
                <a:ea typeface="Nimbus Sans Narrow"/>
                <a:cs typeface="Nimbus Sans Narrow"/>
              </a:defRPr>
            </a:lvl7pPr>
            <a:lvl8pPr algn="l">
              <a:defRPr sz="2550" b="1">
                <a:solidFill>
                  <a:srgbClr val="FFFFFF"/>
                </a:solidFill>
                <a:latin typeface="Nimbus Sans Narrow"/>
                <a:ea typeface="Nimbus Sans Narrow"/>
                <a:cs typeface="Nimbus Sans Narrow"/>
              </a:defRPr>
            </a:lvl8pPr>
            <a:lvl9pPr algn="l">
              <a:defRPr sz="2550" b="1">
                <a:solidFill>
                  <a:srgbClr val="FFFFFF"/>
                </a:solidFill>
                <a:latin typeface="Nimbus Sans Narrow"/>
                <a:ea typeface="Nimbus Sans Narrow"/>
                <a:cs typeface="Nimbus Sans Narrow"/>
              </a:defRPr>
            </a:lvl9pPr>
          </a:lstStyle>
          <a:p>
            <a:pPr algn="l">
              <a:defRPr sz="2550" b="1">
                <a:solidFill>
                  <a:srgbClr val="FFFFFF"/>
                </a:solidFill>
                <a:latin typeface="Nimbus Sans Narrow"/>
                <a:ea typeface="Nimbus Sans Narrow"/>
                <a:cs typeface="Nimbus Sans Narrow"/>
              </a:defRPr>
            </a:pPr>
            <a:r>
              <a:rPr lang="en-US" sz="2550" b="1" dirty="0">
                <a:solidFill>
                  <a:srgbClr val="FFFFFF"/>
                </a:solidFill>
                <a:latin typeface="Nimbus Sans Narrow"/>
                <a:ea typeface="Nimbus Sans Narrow"/>
                <a:cs typeface="Nimbus Sans Narrow"/>
              </a:rPr>
              <a:t>How much of current incidence reflects new introductions versus local transmission, and is local transmission becoming self-sustaining</a:t>
            </a:r>
            <a:r>
              <a:rPr sz="2550" b="1" dirty="0">
                <a:solidFill>
                  <a:srgbClr val="FFFFFF"/>
                </a:solidFill>
                <a:latin typeface="Nimbus Sans Narrow"/>
                <a:ea typeface="Nimbus Sans Narrow"/>
                <a:cs typeface="Nimbus Sans Narrow"/>
              </a:rPr>
              <a:t>?</a:t>
            </a:r>
          </a:p>
        </p:txBody>
      </p:sp>
      <p:sp>
        <p:nvSpPr>
          <p:cNvPr id="6" name="contribution-label">
            <a:extLst>
              <a:ext uri="{FF2B5EF4-FFF2-40B4-BE49-F238E27FC236}">
                <a16:creationId xmlns:a16="http://schemas.microsoft.com/office/drawing/2014/main" id="{2AEFF20F-E485-4EC6-BC56-10E18D99DE8A}"/>
              </a:ext>
            </a:extLst>
          </p:cNvPr>
          <p:cNvSpPr>
            <a:spLocks noGrp="1"/>
          </p:cNvSpPr>
          <p:nvPr/>
        </p:nvSpPr>
        <p:spPr>
          <a:xfrm>
            <a:off x="1047750" y="4000500"/>
            <a:ext cx="3143250" cy="304800"/>
          </a:xfrm>
          <a:prstGeom prst="rect">
            <a:avLst/>
          </a:prstGeom>
          <a:noFill/>
          <a:ln w="0">
            <a:noFill/>
            <a:prstDash val="solid"/>
          </a:ln>
        </p:spPr>
        <p:txBody>
          <a:bodyPr lIns="0" tIns="0" rIns="0" bIns="0" anchor="ctr"/>
          <a:lstStyle>
            <a:defPPr algn="l">
              <a:defRPr sz="1500" b="1">
                <a:solidFill>
                  <a:srgbClr val="FFFFFF"/>
                </a:solidFill>
                <a:latin typeface="Nimbus Sans Narrow"/>
                <a:ea typeface="Nimbus Sans Narrow"/>
                <a:cs typeface="Nimbus Sans Narrow"/>
              </a:defRPr>
            </a:defPPr>
            <a:lvl1pPr algn="l">
              <a:defRPr sz="1500" b="1">
                <a:solidFill>
                  <a:srgbClr val="FFFFFF"/>
                </a:solidFill>
                <a:latin typeface="Nimbus Sans Narrow"/>
                <a:ea typeface="Nimbus Sans Narrow"/>
                <a:cs typeface="Nimbus Sans Narrow"/>
              </a:defRPr>
            </a:lvl1pPr>
            <a:lvl2pPr algn="l">
              <a:defRPr sz="1500" b="1">
                <a:solidFill>
                  <a:srgbClr val="FFFFFF"/>
                </a:solidFill>
                <a:latin typeface="Nimbus Sans Narrow"/>
                <a:ea typeface="Nimbus Sans Narrow"/>
                <a:cs typeface="Nimbus Sans Narrow"/>
              </a:defRPr>
            </a:lvl2pPr>
            <a:lvl3pPr algn="l">
              <a:defRPr sz="1500" b="1">
                <a:solidFill>
                  <a:srgbClr val="FFFFFF"/>
                </a:solidFill>
                <a:latin typeface="Nimbus Sans Narrow"/>
                <a:ea typeface="Nimbus Sans Narrow"/>
                <a:cs typeface="Nimbus Sans Narrow"/>
              </a:defRPr>
            </a:lvl3pPr>
            <a:lvl4pPr algn="l">
              <a:defRPr sz="1500" b="1">
                <a:solidFill>
                  <a:srgbClr val="FFFFFF"/>
                </a:solidFill>
                <a:latin typeface="Nimbus Sans Narrow"/>
                <a:ea typeface="Nimbus Sans Narrow"/>
                <a:cs typeface="Nimbus Sans Narrow"/>
              </a:defRPr>
            </a:lvl4pPr>
            <a:lvl5pPr algn="l">
              <a:defRPr sz="1500" b="1">
                <a:solidFill>
                  <a:srgbClr val="FFFFFF"/>
                </a:solidFill>
                <a:latin typeface="Nimbus Sans Narrow"/>
                <a:ea typeface="Nimbus Sans Narrow"/>
                <a:cs typeface="Nimbus Sans Narrow"/>
              </a:defRPr>
            </a:lvl5pPr>
            <a:lvl6pPr algn="l">
              <a:defRPr sz="1500" b="1">
                <a:solidFill>
                  <a:srgbClr val="FFFFFF"/>
                </a:solidFill>
                <a:latin typeface="Nimbus Sans Narrow"/>
                <a:ea typeface="Nimbus Sans Narrow"/>
                <a:cs typeface="Nimbus Sans Narrow"/>
              </a:defRPr>
            </a:lvl6pPr>
            <a:lvl7pPr algn="l">
              <a:defRPr sz="1500" b="1">
                <a:solidFill>
                  <a:srgbClr val="FFFFFF"/>
                </a:solidFill>
                <a:latin typeface="Nimbus Sans Narrow"/>
                <a:ea typeface="Nimbus Sans Narrow"/>
                <a:cs typeface="Nimbus Sans Narrow"/>
              </a:defRPr>
            </a:lvl7pPr>
            <a:lvl8pPr algn="l">
              <a:defRPr sz="1500" b="1">
                <a:solidFill>
                  <a:srgbClr val="FFFFFF"/>
                </a:solidFill>
                <a:latin typeface="Nimbus Sans Narrow"/>
                <a:ea typeface="Nimbus Sans Narrow"/>
                <a:cs typeface="Nimbus Sans Narrow"/>
              </a:defRPr>
            </a:lvl8pPr>
            <a:lvl9pPr algn="l">
              <a:defRPr sz="1500" b="1">
                <a:solidFill>
                  <a:srgbClr val="FFFFFF"/>
                </a:solidFill>
                <a:latin typeface="Nimbus Sans Narrow"/>
                <a:ea typeface="Nimbus Sans Narrow"/>
                <a:cs typeface="Nimbus Sans Narrow"/>
              </a:defRPr>
            </a:lvl9pPr>
          </a:lstStyle>
          <a:p>
            <a:pPr algn="l">
              <a:defRPr sz="1500" b="1">
                <a:solidFill>
                  <a:srgbClr val="FFFFFF"/>
                </a:solidFill>
                <a:latin typeface="Nimbus Sans Narrow"/>
                <a:ea typeface="Nimbus Sans Narrow"/>
                <a:cs typeface="Nimbus Sans Narrow"/>
              </a:defRPr>
            </a:pPr>
            <a:r>
              <a:rPr sz="1500" b="1">
                <a:solidFill>
                  <a:srgbClr val="FFFFFF"/>
                </a:solidFill>
                <a:latin typeface="Nimbus Sans Narrow"/>
                <a:ea typeface="Nimbus Sans Narrow"/>
                <a:cs typeface="Nimbus Sans Narrow"/>
              </a:rPr>
              <a:t>MOLECULAR EPIDEMIOLOGY</a:t>
            </a:r>
          </a:p>
        </p:txBody>
      </p:sp>
      <p:sp>
        <p:nvSpPr>
          <p:cNvPr id="7" name="contribution">
            <a:extLst>
              <a:ext uri="{FF2B5EF4-FFF2-40B4-BE49-F238E27FC236}">
                <a16:creationId xmlns:a16="http://schemas.microsoft.com/office/drawing/2014/main" id="{92DB1032-8833-4CE9-A3F6-A7062F3531DE}"/>
              </a:ext>
            </a:extLst>
          </p:cNvPr>
          <p:cNvSpPr>
            <a:spLocks noGrp="1"/>
          </p:cNvSpPr>
          <p:nvPr/>
        </p:nvSpPr>
        <p:spPr>
          <a:xfrm>
            <a:off x="1047750" y="4362450"/>
            <a:ext cx="10001250" cy="1143000"/>
          </a:xfrm>
          <a:prstGeom prst="rect">
            <a:avLst/>
          </a:prstGeom>
          <a:noFill/>
          <a:ln w="0">
            <a:noFill/>
            <a:prstDash val="solid"/>
          </a:ln>
        </p:spPr>
        <p:txBody>
          <a:bodyPr lIns="0" tIns="0" rIns="0" bIns="0" anchor="ctr"/>
          <a:lstStyle>
            <a:defPPr algn="l">
              <a:defRPr sz="2250" b="0">
                <a:solidFill>
                  <a:srgbClr val="FFFFFF"/>
                </a:solidFill>
                <a:latin typeface="Nimbus Sans Narrow"/>
                <a:ea typeface="Nimbus Sans Narrow"/>
                <a:cs typeface="Nimbus Sans Narrow"/>
              </a:defRPr>
            </a:defPPr>
            <a:lvl1pPr algn="l">
              <a:defRPr sz="2250" b="0">
                <a:solidFill>
                  <a:srgbClr val="FFFFFF"/>
                </a:solidFill>
                <a:latin typeface="Nimbus Sans Narrow"/>
                <a:ea typeface="Nimbus Sans Narrow"/>
                <a:cs typeface="Nimbus Sans Narrow"/>
              </a:defRPr>
            </a:lvl1pPr>
            <a:lvl2pPr algn="l">
              <a:defRPr sz="2250" b="0">
                <a:solidFill>
                  <a:srgbClr val="FFFFFF"/>
                </a:solidFill>
                <a:latin typeface="Nimbus Sans Narrow"/>
                <a:ea typeface="Nimbus Sans Narrow"/>
                <a:cs typeface="Nimbus Sans Narrow"/>
              </a:defRPr>
            </a:lvl2pPr>
            <a:lvl3pPr algn="l">
              <a:defRPr sz="2250" b="0">
                <a:solidFill>
                  <a:srgbClr val="FFFFFF"/>
                </a:solidFill>
                <a:latin typeface="Nimbus Sans Narrow"/>
                <a:ea typeface="Nimbus Sans Narrow"/>
                <a:cs typeface="Nimbus Sans Narrow"/>
              </a:defRPr>
            </a:lvl3pPr>
            <a:lvl4pPr algn="l">
              <a:defRPr sz="2250" b="0">
                <a:solidFill>
                  <a:srgbClr val="FFFFFF"/>
                </a:solidFill>
                <a:latin typeface="Nimbus Sans Narrow"/>
                <a:ea typeface="Nimbus Sans Narrow"/>
                <a:cs typeface="Nimbus Sans Narrow"/>
              </a:defRPr>
            </a:lvl4pPr>
            <a:lvl5pPr algn="l">
              <a:defRPr sz="2250" b="0">
                <a:solidFill>
                  <a:srgbClr val="FFFFFF"/>
                </a:solidFill>
                <a:latin typeface="Nimbus Sans Narrow"/>
                <a:ea typeface="Nimbus Sans Narrow"/>
                <a:cs typeface="Nimbus Sans Narrow"/>
              </a:defRPr>
            </a:lvl5pPr>
            <a:lvl6pPr algn="l">
              <a:defRPr sz="2250" b="0">
                <a:solidFill>
                  <a:srgbClr val="FFFFFF"/>
                </a:solidFill>
                <a:latin typeface="Nimbus Sans Narrow"/>
                <a:ea typeface="Nimbus Sans Narrow"/>
                <a:cs typeface="Nimbus Sans Narrow"/>
              </a:defRPr>
            </a:lvl6pPr>
            <a:lvl7pPr algn="l">
              <a:defRPr sz="2250" b="0">
                <a:solidFill>
                  <a:srgbClr val="FFFFFF"/>
                </a:solidFill>
                <a:latin typeface="Nimbus Sans Narrow"/>
                <a:ea typeface="Nimbus Sans Narrow"/>
                <a:cs typeface="Nimbus Sans Narrow"/>
              </a:defRPr>
            </a:lvl7pPr>
            <a:lvl8pPr algn="l">
              <a:defRPr sz="2250" b="0">
                <a:solidFill>
                  <a:srgbClr val="FFFFFF"/>
                </a:solidFill>
                <a:latin typeface="Nimbus Sans Narrow"/>
                <a:ea typeface="Nimbus Sans Narrow"/>
                <a:cs typeface="Nimbus Sans Narrow"/>
              </a:defRPr>
            </a:lvl8pPr>
            <a:lvl9pPr algn="l">
              <a:defRPr sz="2250" b="0">
                <a:solidFill>
                  <a:srgbClr val="FFFFFF"/>
                </a:solidFill>
                <a:latin typeface="Nimbus Sans Narrow"/>
                <a:ea typeface="Nimbus Sans Narrow"/>
                <a:cs typeface="Nimbus Sans Narrow"/>
              </a:defRPr>
            </a:lvl9pPr>
          </a:lstStyle>
          <a:p>
            <a:pPr algn="l">
              <a:defRPr sz="2250" b="0">
                <a:solidFill>
                  <a:srgbClr val="FFFFFF"/>
                </a:solidFill>
                <a:latin typeface="Nimbus Sans Narrow"/>
                <a:ea typeface="Nimbus Sans Narrow"/>
                <a:cs typeface="Nimbus Sans Narrow"/>
              </a:defRPr>
            </a:pPr>
            <a:r>
              <a:rPr sz="2250" b="0">
                <a:solidFill>
                  <a:srgbClr val="FFFFFF"/>
                </a:solidFill>
                <a:latin typeface="Nimbus Sans Narrow"/>
                <a:ea typeface="Nimbus Sans Narrow"/>
                <a:cs typeface="Nimbus Sans Narrow"/>
              </a:rPr>
              <a:t>Compare local genomes with external diversity and estimate what differentiation is plausible at the observed timescale.</a:t>
            </a:r>
          </a:p>
        </p:txBody>
      </p:sp>
      <p:sp>
        <p:nvSpPr>
          <p:cNvPr id="8" name="overlap-note">
            <a:extLst>
              <a:ext uri="{FF2B5EF4-FFF2-40B4-BE49-F238E27FC236}">
                <a16:creationId xmlns:a16="http://schemas.microsoft.com/office/drawing/2014/main" id="{53EDA5AC-CF31-4E41-86DE-AF52E2A83438}"/>
              </a:ext>
            </a:extLst>
          </p:cNvPr>
          <p:cNvSpPr>
            <a:spLocks noGrp="1"/>
          </p:cNvSpPr>
          <p:nvPr/>
        </p:nvSpPr>
        <p:spPr>
          <a:xfrm>
            <a:off x="1047750" y="6057900"/>
            <a:ext cx="10001250" cy="304800"/>
          </a:xfrm>
          <a:prstGeom prst="rect">
            <a:avLst/>
          </a:prstGeom>
          <a:noFill/>
          <a:ln w="0">
            <a:noFill/>
            <a:prstDash val="solid"/>
          </a:ln>
        </p:spPr>
        <p:txBody>
          <a:bodyPr lIns="0" tIns="0" rIns="0" bIns="0" anchor="ctr"/>
          <a:lstStyle>
            <a:defPPr algn="r">
              <a:defRPr sz="1500" b="0">
                <a:solidFill>
                  <a:srgbClr val="FFFFFF"/>
                </a:solidFill>
                <a:latin typeface="Nimbus Sans Narrow"/>
                <a:ea typeface="Nimbus Sans Narrow"/>
                <a:cs typeface="Nimbus Sans Narrow"/>
              </a:defRPr>
            </a:defPPr>
            <a:lvl1pPr algn="r">
              <a:defRPr sz="1500" b="0">
                <a:solidFill>
                  <a:srgbClr val="FFFFFF"/>
                </a:solidFill>
                <a:latin typeface="Nimbus Sans Narrow"/>
                <a:ea typeface="Nimbus Sans Narrow"/>
                <a:cs typeface="Nimbus Sans Narrow"/>
              </a:defRPr>
            </a:lvl1pPr>
            <a:lvl2pPr algn="r">
              <a:defRPr sz="1500" b="0">
                <a:solidFill>
                  <a:srgbClr val="FFFFFF"/>
                </a:solidFill>
                <a:latin typeface="Nimbus Sans Narrow"/>
                <a:ea typeface="Nimbus Sans Narrow"/>
                <a:cs typeface="Nimbus Sans Narrow"/>
              </a:defRPr>
            </a:lvl2pPr>
            <a:lvl3pPr algn="r">
              <a:defRPr sz="1500" b="0">
                <a:solidFill>
                  <a:srgbClr val="FFFFFF"/>
                </a:solidFill>
                <a:latin typeface="Nimbus Sans Narrow"/>
                <a:ea typeface="Nimbus Sans Narrow"/>
                <a:cs typeface="Nimbus Sans Narrow"/>
              </a:defRPr>
            </a:lvl3pPr>
            <a:lvl4pPr algn="r">
              <a:defRPr sz="1500" b="0">
                <a:solidFill>
                  <a:srgbClr val="FFFFFF"/>
                </a:solidFill>
                <a:latin typeface="Nimbus Sans Narrow"/>
                <a:ea typeface="Nimbus Sans Narrow"/>
                <a:cs typeface="Nimbus Sans Narrow"/>
              </a:defRPr>
            </a:lvl4pPr>
            <a:lvl5pPr algn="r">
              <a:defRPr sz="1500" b="0">
                <a:solidFill>
                  <a:srgbClr val="FFFFFF"/>
                </a:solidFill>
                <a:latin typeface="Nimbus Sans Narrow"/>
                <a:ea typeface="Nimbus Sans Narrow"/>
                <a:cs typeface="Nimbus Sans Narrow"/>
              </a:defRPr>
            </a:lvl5pPr>
            <a:lvl6pPr algn="r">
              <a:defRPr sz="1500" b="0">
                <a:solidFill>
                  <a:srgbClr val="FFFFFF"/>
                </a:solidFill>
                <a:latin typeface="Nimbus Sans Narrow"/>
                <a:ea typeface="Nimbus Sans Narrow"/>
                <a:cs typeface="Nimbus Sans Narrow"/>
              </a:defRPr>
            </a:lvl6pPr>
            <a:lvl7pPr algn="r">
              <a:defRPr sz="1500" b="0">
                <a:solidFill>
                  <a:srgbClr val="FFFFFF"/>
                </a:solidFill>
                <a:latin typeface="Nimbus Sans Narrow"/>
                <a:ea typeface="Nimbus Sans Narrow"/>
                <a:cs typeface="Nimbus Sans Narrow"/>
              </a:defRPr>
            </a:lvl7pPr>
            <a:lvl8pPr algn="r">
              <a:defRPr sz="1500" b="0">
                <a:solidFill>
                  <a:srgbClr val="FFFFFF"/>
                </a:solidFill>
                <a:latin typeface="Nimbus Sans Narrow"/>
                <a:ea typeface="Nimbus Sans Narrow"/>
                <a:cs typeface="Nimbus Sans Narrow"/>
              </a:defRPr>
            </a:lvl8pPr>
            <a:lvl9pPr algn="r">
              <a:defRPr sz="1500" b="0">
                <a:solidFill>
                  <a:srgbClr val="FFFFFF"/>
                </a:solidFill>
                <a:latin typeface="Nimbus Sans Narrow"/>
                <a:ea typeface="Nimbus Sans Narrow"/>
                <a:cs typeface="Nimbus Sans Narrow"/>
              </a:defRPr>
            </a:lvl9pPr>
          </a:lstStyle>
          <a:p>
            <a:pPr algn="r">
              <a:defRPr sz="1500" b="0">
                <a:solidFill>
                  <a:srgbClr val="FFFFFF"/>
                </a:solidFill>
                <a:latin typeface="Nimbus Sans Narrow"/>
                <a:ea typeface="Nimbus Sans Narrow"/>
                <a:cs typeface="Nimbus Sans Narrow"/>
              </a:defRPr>
            </a:pPr>
            <a:r>
              <a:rPr sz="1500" b="0">
                <a:solidFill>
                  <a:srgbClr val="FFFFFF"/>
                </a:solidFill>
                <a:latin typeface="Nimbus Sans Narrow"/>
                <a:ea typeface="Nimbus Sans Narrow"/>
                <a:cs typeface="Nimbus Sans Narrow"/>
              </a:rPr>
              <a:t>Operational states overlap across places and populations.</a:t>
            </a:r>
          </a:p>
        </p:txBody>
      </p:sp>
    </p:spTree>
    <p:extLst>
      <p:ext uri="{BB962C8B-B14F-4D97-AF65-F5344CB8AC3E}">
        <p14:creationId xmlns:p14="http://schemas.microsoft.com/office/powerpoint/2010/main" val="3575151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D9ABAAE-2FCB-482B-B2E7-42E4B4633A08}"/>
              </a:ext>
            </a:extLst>
          </p:cNvPr>
          <p:cNvPicPr>
            <a:picLocks noChangeAspect="1"/>
          </p:cNvPicPr>
          <p:nvPr/>
        </p:nvPicPr>
        <p:blipFill>
          <a:blip r:embed="rId3"/>
          <a:srcRect/>
          <a:stretch>
            <a:fillRect/>
          </a:stretch>
        </p:blipFill>
        <p:spPr>
          <a:xfrm>
            <a:off x="0" y="0"/>
            <a:ext cx="12192000" cy="6858000"/>
          </a:xfrm>
          <a:prstGeom prst="rect">
            <a:avLst/>
          </a:prstGeom>
        </p:spPr>
      </p:pic>
    </p:spTree>
    <p:extLst>
      <p:ext uri="{BB962C8B-B14F-4D97-AF65-F5344CB8AC3E}">
        <p14:creationId xmlns:p14="http://schemas.microsoft.com/office/powerpoint/2010/main" val="3746169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7ED936-FE72-007F-035E-800FC96F78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215" y="416174"/>
            <a:ext cx="11379570" cy="6397606"/>
          </a:xfrm>
          <a:prstGeom prst="rect">
            <a:avLst/>
          </a:prstGeom>
        </p:spPr>
      </p:pic>
    </p:spTree>
    <p:extLst>
      <p:ext uri="{BB962C8B-B14F-4D97-AF65-F5344CB8AC3E}">
        <p14:creationId xmlns:p14="http://schemas.microsoft.com/office/powerpoint/2010/main" val="24274884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510B"/>
        </a:solidFill>
        <a:effectLst/>
      </p:bgPr>
    </p:bg>
    <p:spTree>
      <p:nvGrpSpPr>
        <p:cNvPr id="1" name=""/>
        <p:cNvGrpSpPr/>
        <p:nvPr/>
      </p:nvGrpSpPr>
      <p:grpSpPr>
        <a:xfrm>
          <a:off x="0" y="0"/>
          <a:ext cx="0" cy="0"/>
          <a:chOff x="0" y="0"/>
          <a:chExt cx="0" cy="0"/>
        </a:xfrm>
      </p:grpSpPr>
      <p:sp>
        <p:nvSpPr>
          <p:cNvPr id="9" name="section-number">
            <a:extLst>
              <a:ext uri="{FF2B5EF4-FFF2-40B4-BE49-F238E27FC236}">
                <a16:creationId xmlns:a16="http://schemas.microsoft.com/office/drawing/2014/main" id="{CB6216B9-B052-4EDF-B293-F73BAB1E6530}"/>
              </a:ext>
            </a:extLst>
          </p:cNvPr>
          <p:cNvSpPr>
            <a:spLocks noGrp="1"/>
          </p:cNvSpPr>
          <p:nvPr/>
        </p:nvSpPr>
        <p:spPr>
          <a:xfrm>
            <a:off x="723900" y="666750"/>
            <a:ext cx="1238250" cy="876300"/>
          </a:xfrm>
          <a:prstGeom prst="rect">
            <a:avLst/>
          </a:prstGeom>
          <a:noFill/>
          <a:ln w="0">
            <a:noFill/>
            <a:prstDash val="solid"/>
          </a:ln>
        </p:spPr>
        <p:txBody>
          <a:bodyPr lIns="0" tIns="0" rIns="0" bIns="0" anchor="ctr"/>
          <a:lstStyle>
            <a:defPPr algn="ctr">
              <a:defRPr sz="5400" b="1">
                <a:solidFill>
                  <a:srgbClr val="FFFFFF"/>
                </a:solidFill>
                <a:latin typeface="Nimbus Sans Narrow"/>
                <a:ea typeface="Nimbus Sans Narrow"/>
                <a:cs typeface="Nimbus Sans Narrow"/>
              </a:defRPr>
            </a:defPPr>
            <a:lvl1pPr algn="ctr">
              <a:defRPr sz="5400" b="1">
                <a:solidFill>
                  <a:srgbClr val="FFFFFF"/>
                </a:solidFill>
                <a:latin typeface="Nimbus Sans Narrow"/>
                <a:ea typeface="Nimbus Sans Narrow"/>
                <a:cs typeface="Nimbus Sans Narrow"/>
              </a:defRPr>
            </a:lvl1pPr>
            <a:lvl2pPr algn="ctr">
              <a:defRPr sz="5400" b="1">
                <a:solidFill>
                  <a:srgbClr val="FFFFFF"/>
                </a:solidFill>
                <a:latin typeface="Nimbus Sans Narrow"/>
                <a:ea typeface="Nimbus Sans Narrow"/>
                <a:cs typeface="Nimbus Sans Narrow"/>
              </a:defRPr>
            </a:lvl2pPr>
            <a:lvl3pPr algn="ctr">
              <a:defRPr sz="5400" b="1">
                <a:solidFill>
                  <a:srgbClr val="FFFFFF"/>
                </a:solidFill>
                <a:latin typeface="Nimbus Sans Narrow"/>
                <a:ea typeface="Nimbus Sans Narrow"/>
                <a:cs typeface="Nimbus Sans Narrow"/>
              </a:defRPr>
            </a:lvl3pPr>
            <a:lvl4pPr algn="ctr">
              <a:defRPr sz="5400" b="1">
                <a:solidFill>
                  <a:srgbClr val="FFFFFF"/>
                </a:solidFill>
                <a:latin typeface="Nimbus Sans Narrow"/>
                <a:ea typeface="Nimbus Sans Narrow"/>
                <a:cs typeface="Nimbus Sans Narrow"/>
              </a:defRPr>
            </a:lvl4pPr>
            <a:lvl5pPr algn="ctr">
              <a:defRPr sz="5400" b="1">
                <a:solidFill>
                  <a:srgbClr val="FFFFFF"/>
                </a:solidFill>
                <a:latin typeface="Nimbus Sans Narrow"/>
                <a:ea typeface="Nimbus Sans Narrow"/>
                <a:cs typeface="Nimbus Sans Narrow"/>
              </a:defRPr>
            </a:lvl5pPr>
            <a:lvl6pPr algn="ctr">
              <a:defRPr sz="5400" b="1">
                <a:solidFill>
                  <a:srgbClr val="FFFFFF"/>
                </a:solidFill>
                <a:latin typeface="Nimbus Sans Narrow"/>
                <a:ea typeface="Nimbus Sans Narrow"/>
                <a:cs typeface="Nimbus Sans Narrow"/>
              </a:defRPr>
            </a:lvl6pPr>
            <a:lvl7pPr algn="ctr">
              <a:defRPr sz="5400" b="1">
                <a:solidFill>
                  <a:srgbClr val="FFFFFF"/>
                </a:solidFill>
                <a:latin typeface="Nimbus Sans Narrow"/>
                <a:ea typeface="Nimbus Sans Narrow"/>
                <a:cs typeface="Nimbus Sans Narrow"/>
              </a:defRPr>
            </a:lvl7pPr>
            <a:lvl8pPr algn="ctr">
              <a:defRPr sz="5400" b="1">
                <a:solidFill>
                  <a:srgbClr val="FFFFFF"/>
                </a:solidFill>
                <a:latin typeface="Nimbus Sans Narrow"/>
                <a:ea typeface="Nimbus Sans Narrow"/>
                <a:cs typeface="Nimbus Sans Narrow"/>
              </a:defRPr>
            </a:lvl8pPr>
            <a:lvl9pPr algn="ctr">
              <a:defRPr sz="5400" b="1">
                <a:solidFill>
                  <a:srgbClr val="FFFFFF"/>
                </a:solidFill>
                <a:latin typeface="Nimbus Sans Narrow"/>
                <a:ea typeface="Nimbus Sans Narrow"/>
                <a:cs typeface="Nimbus Sans Narrow"/>
              </a:defRPr>
            </a:lvl9pPr>
          </a:lstStyle>
          <a:p>
            <a:pPr algn="ctr">
              <a:defRPr sz="5400" b="1">
                <a:solidFill>
                  <a:srgbClr val="FFFFFF"/>
                </a:solidFill>
                <a:latin typeface="Nimbus Sans Narrow"/>
                <a:ea typeface="Nimbus Sans Narrow"/>
                <a:cs typeface="Nimbus Sans Narrow"/>
              </a:defRPr>
            </a:pPr>
            <a:r>
              <a:rPr sz="5400" b="1">
                <a:solidFill>
                  <a:srgbClr val="FFFFFF"/>
                </a:solidFill>
                <a:latin typeface="Nimbus Sans Narrow"/>
                <a:ea typeface="Nimbus Sans Narrow"/>
                <a:cs typeface="Nimbus Sans Narrow"/>
              </a:rPr>
              <a:t>04</a:t>
            </a:r>
          </a:p>
        </p:txBody>
      </p:sp>
      <p:sp>
        <p:nvSpPr>
          <p:cNvPr id="2" name="section-title">
            <a:extLst>
              <a:ext uri="{FF2B5EF4-FFF2-40B4-BE49-F238E27FC236}">
                <a16:creationId xmlns:a16="http://schemas.microsoft.com/office/drawing/2014/main" id="{32611451-4B83-4B06-B064-BE2C066AF29C}"/>
              </a:ext>
            </a:extLst>
          </p:cNvPr>
          <p:cNvSpPr>
            <a:spLocks noGrp="1"/>
          </p:cNvSpPr>
          <p:nvPr/>
        </p:nvSpPr>
        <p:spPr>
          <a:xfrm>
            <a:off x="2133600" y="628650"/>
            <a:ext cx="9029700" cy="990600"/>
          </a:xfrm>
          <a:prstGeom prst="rect">
            <a:avLst/>
          </a:prstGeom>
          <a:noFill/>
          <a:ln w="0">
            <a:noFill/>
            <a:prstDash val="solid"/>
          </a:ln>
        </p:spPr>
        <p:txBody>
          <a:bodyPr lIns="0" tIns="0" rIns="0" bIns="0" anchor="ctr"/>
          <a:lstStyle>
            <a:defPPr algn="l">
              <a:defRPr sz="3525" b="1">
                <a:solidFill>
                  <a:srgbClr val="FFFFFF"/>
                </a:solidFill>
                <a:latin typeface="Nimbus Sans Narrow"/>
                <a:ea typeface="Nimbus Sans Narrow"/>
                <a:cs typeface="Nimbus Sans Narrow"/>
              </a:defRPr>
            </a:defPPr>
            <a:lvl1pPr algn="l">
              <a:defRPr sz="3525" b="1">
                <a:solidFill>
                  <a:srgbClr val="FFFFFF"/>
                </a:solidFill>
                <a:latin typeface="Nimbus Sans Narrow"/>
                <a:ea typeface="Nimbus Sans Narrow"/>
                <a:cs typeface="Nimbus Sans Narrow"/>
              </a:defRPr>
            </a:lvl1pPr>
            <a:lvl2pPr algn="l">
              <a:defRPr sz="3525" b="1">
                <a:solidFill>
                  <a:srgbClr val="FFFFFF"/>
                </a:solidFill>
                <a:latin typeface="Nimbus Sans Narrow"/>
                <a:ea typeface="Nimbus Sans Narrow"/>
                <a:cs typeface="Nimbus Sans Narrow"/>
              </a:defRPr>
            </a:lvl2pPr>
            <a:lvl3pPr algn="l">
              <a:defRPr sz="3525" b="1">
                <a:solidFill>
                  <a:srgbClr val="FFFFFF"/>
                </a:solidFill>
                <a:latin typeface="Nimbus Sans Narrow"/>
                <a:ea typeface="Nimbus Sans Narrow"/>
                <a:cs typeface="Nimbus Sans Narrow"/>
              </a:defRPr>
            </a:lvl3pPr>
            <a:lvl4pPr algn="l">
              <a:defRPr sz="3525" b="1">
                <a:solidFill>
                  <a:srgbClr val="FFFFFF"/>
                </a:solidFill>
                <a:latin typeface="Nimbus Sans Narrow"/>
                <a:ea typeface="Nimbus Sans Narrow"/>
                <a:cs typeface="Nimbus Sans Narrow"/>
              </a:defRPr>
            </a:lvl4pPr>
            <a:lvl5pPr algn="l">
              <a:defRPr sz="3525" b="1">
                <a:solidFill>
                  <a:srgbClr val="FFFFFF"/>
                </a:solidFill>
                <a:latin typeface="Nimbus Sans Narrow"/>
                <a:ea typeface="Nimbus Sans Narrow"/>
                <a:cs typeface="Nimbus Sans Narrow"/>
              </a:defRPr>
            </a:lvl5pPr>
            <a:lvl6pPr algn="l">
              <a:defRPr sz="3525" b="1">
                <a:solidFill>
                  <a:srgbClr val="FFFFFF"/>
                </a:solidFill>
                <a:latin typeface="Nimbus Sans Narrow"/>
                <a:ea typeface="Nimbus Sans Narrow"/>
                <a:cs typeface="Nimbus Sans Narrow"/>
              </a:defRPr>
            </a:lvl6pPr>
            <a:lvl7pPr algn="l">
              <a:defRPr sz="3525" b="1">
                <a:solidFill>
                  <a:srgbClr val="FFFFFF"/>
                </a:solidFill>
                <a:latin typeface="Nimbus Sans Narrow"/>
                <a:ea typeface="Nimbus Sans Narrow"/>
                <a:cs typeface="Nimbus Sans Narrow"/>
              </a:defRPr>
            </a:lvl7pPr>
            <a:lvl8pPr algn="l">
              <a:defRPr sz="3525" b="1">
                <a:solidFill>
                  <a:srgbClr val="FFFFFF"/>
                </a:solidFill>
                <a:latin typeface="Nimbus Sans Narrow"/>
                <a:ea typeface="Nimbus Sans Narrow"/>
                <a:cs typeface="Nimbus Sans Narrow"/>
              </a:defRPr>
            </a:lvl8pPr>
            <a:lvl9pPr algn="l">
              <a:defRPr sz="3525" b="1">
                <a:solidFill>
                  <a:srgbClr val="FFFFFF"/>
                </a:solidFill>
                <a:latin typeface="Nimbus Sans Narrow"/>
                <a:ea typeface="Nimbus Sans Narrow"/>
                <a:cs typeface="Nimbus Sans Narrow"/>
              </a:defRPr>
            </a:lvl9pPr>
          </a:lstStyle>
          <a:p>
            <a:pPr algn="l">
              <a:defRPr sz="3525" b="1">
                <a:solidFill>
                  <a:srgbClr val="FFFFFF"/>
                </a:solidFill>
                <a:latin typeface="Nimbus Sans Narrow"/>
                <a:ea typeface="Nimbus Sans Narrow"/>
                <a:cs typeface="Nimbus Sans Narrow"/>
              </a:defRPr>
            </a:pPr>
            <a:r>
              <a:rPr sz="3525" b="1">
                <a:solidFill>
                  <a:srgbClr val="FFFFFF"/>
                </a:solidFill>
                <a:latin typeface="Nimbus Sans Narrow"/>
                <a:ea typeface="Nimbus Sans Narrow"/>
                <a:cs typeface="Nimbus Sans Narrow"/>
              </a:rPr>
              <a:t>Investigate cases, contacts, and clusters</a:t>
            </a:r>
          </a:p>
        </p:txBody>
      </p:sp>
      <p:sp>
        <p:nvSpPr>
          <p:cNvPr id="3" name="section-rule">
            <a:extLst>
              <a:ext uri="{FF2B5EF4-FFF2-40B4-BE49-F238E27FC236}">
                <a16:creationId xmlns:a16="http://schemas.microsoft.com/office/drawing/2014/main" id="{CC573AF4-AEBC-4299-B1BE-766F1E4CC7E2}"/>
              </a:ext>
            </a:extLst>
          </p:cNvPr>
          <p:cNvSpPr>
            <a:spLocks noGrp="1"/>
          </p:cNvSpPr>
          <p:nvPr/>
        </p:nvSpPr>
        <p:spPr>
          <a:xfrm>
            <a:off x="1009650" y="1866900"/>
            <a:ext cx="10134600" cy="953"/>
          </a:xfrm>
          <a:custGeom>
            <a:avLst/>
            <a:gdLst/>
            <a:ahLst/>
            <a:cxnLst/>
            <a:rect l="0" t="0" r="0" b="0"/>
            <a:pathLst>
              <a:path w="10134600" h="953">
                <a:moveTo>
                  <a:pt x="0" y="0"/>
                </a:moveTo>
                <a:lnTo>
                  <a:pt x="10134600" y="0"/>
                </a:lnTo>
              </a:path>
            </a:pathLst>
          </a:custGeom>
          <a:noFill/>
          <a:ln w="19050">
            <a:solidFill>
              <a:srgbClr val="FFFFFF"/>
            </a:solidFill>
            <a:prstDash val="solid"/>
          </a:ln>
        </p:spPr>
        <p:txBody>
          <a:bodyPr/>
          <a:lstStyle/>
          <a:p>
            <a:endParaRPr lang="en-US"/>
          </a:p>
        </p:txBody>
      </p:sp>
      <p:sp>
        <p:nvSpPr>
          <p:cNvPr id="4" name="question-label">
            <a:extLst>
              <a:ext uri="{FF2B5EF4-FFF2-40B4-BE49-F238E27FC236}">
                <a16:creationId xmlns:a16="http://schemas.microsoft.com/office/drawing/2014/main" id="{3DA878D4-1EBA-4761-84BC-2EFB9F957F48}"/>
              </a:ext>
            </a:extLst>
          </p:cNvPr>
          <p:cNvSpPr>
            <a:spLocks noGrp="1"/>
          </p:cNvSpPr>
          <p:nvPr/>
        </p:nvSpPr>
        <p:spPr>
          <a:xfrm>
            <a:off x="1047750" y="2266950"/>
            <a:ext cx="3143250" cy="304800"/>
          </a:xfrm>
          <a:prstGeom prst="rect">
            <a:avLst/>
          </a:prstGeom>
          <a:noFill/>
          <a:ln w="0">
            <a:noFill/>
            <a:prstDash val="solid"/>
          </a:ln>
        </p:spPr>
        <p:txBody>
          <a:bodyPr lIns="0" tIns="0" rIns="0" bIns="0" anchor="ctr"/>
          <a:lstStyle>
            <a:defPPr algn="l">
              <a:defRPr sz="1500" b="1">
                <a:solidFill>
                  <a:srgbClr val="FFFFFF"/>
                </a:solidFill>
                <a:latin typeface="Nimbus Sans Narrow"/>
                <a:ea typeface="Nimbus Sans Narrow"/>
                <a:cs typeface="Nimbus Sans Narrow"/>
              </a:defRPr>
            </a:defPPr>
            <a:lvl1pPr algn="l">
              <a:defRPr sz="1500" b="1">
                <a:solidFill>
                  <a:srgbClr val="FFFFFF"/>
                </a:solidFill>
                <a:latin typeface="Nimbus Sans Narrow"/>
                <a:ea typeface="Nimbus Sans Narrow"/>
                <a:cs typeface="Nimbus Sans Narrow"/>
              </a:defRPr>
            </a:lvl1pPr>
            <a:lvl2pPr algn="l">
              <a:defRPr sz="1500" b="1">
                <a:solidFill>
                  <a:srgbClr val="FFFFFF"/>
                </a:solidFill>
                <a:latin typeface="Nimbus Sans Narrow"/>
                <a:ea typeface="Nimbus Sans Narrow"/>
                <a:cs typeface="Nimbus Sans Narrow"/>
              </a:defRPr>
            </a:lvl2pPr>
            <a:lvl3pPr algn="l">
              <a:defRPr sz="1500" b="1">
                <a:solidFill>
                  <a:srgbClr val="FFFFFF"/>
                </a:solidFill>
                <a:latin typeface="Nimbus Sans Narrow"/>
                <a:ea typeface="Nimbus Sans Narrow"/>
                <a:cs typeface="Nimbus Sans Narrow"/>
              </a:defRPr>
            </a:lvl3pPr>
            <a:lvl4pPr algn="l">
              <a:defRPr sz="1500" b="1">
                <a:solidFill>
                  <a:srgbClr val="FFFFFF"/>
                </a:solidFill>
                <a:latin typeface="Nimbus Sans Narrow"/>
                <a:ea typeface="Nimbus Sans Narrow"/>
                <a:cs typeface="Nimbus Sans Narrow"/>
              </a:defRPr>
            </a:lvl4pPr>
            <a:lvl5pPr algn="l">
              <a:defRPr sz="1500" b="1">
                <a:solidFill>
                  <a:srgbClr val="FFFFFF"/>
                </a:solidFill>
                <a:latin typeface="Nimbus Sans Narrow"/>
                <a:ea typeface="Nimbus Sans Narrow"/>
                <a:cs typeface="Nimbus Sans Narrow"/>
              </a:defRPr>
            </a:lvl5pPr>
            <a:lvl6pPr algn="l">
              <a:defRPr sz="1500" b="1">
                <a:solidFill>
                  <a:srgbClr val="FFFFFF"/>
                </a:solidFill>
                <a:latin typeface="Nimbus Sans Narrow"/>
                <a:ea typeface="Nimbus Sans Narrow"/>
                <a:cs typeface="Nimbus Sans Narrow"/>
              </a:defRPr>
            </a:lvl6pPr>
            <a:lvl7pPr algn="l">
              <a:defRPr sz="1500" b="1">
                <a:solidFill>
                  <a:srgbClr val="FFFFFF"/>
                </a:solidFill>
                <a:latin typeface="Nimbus Sans Narrow"/>
                <a:ea typeface="Nimbus Sans Narrow"/>
                <a:cs typeface="Nimbus Sans Narrow"/>
              </a:defRPr>
            </a:lvl7pPr>
            <a:lvl8pPr algn="l">
              <a:defRPr sz="1500" b="1">
                <a:solidFill>
                  <a:srgbClr val="FFFFFF"/>
                </a:solidFill>
                <a:latin typeface="Nimbus Sans Narrow"/>
                <a:ea typeface="Nimbus Sans Narrow"/>
                <a:cs typeface="Nimbus Sans Narrow"/>
              </a:defRPr>
            </a:lvl8pPr>
            <a:lvl9pPr algn="l">
              <a:defRPr sz="1500" b="1">
                <a:solidFill>
                  <a:srgbClr val="FFFFFF"/>
                </a:solidFill>
                <a:latin typeface="Nimbus Sans Narrow"/>
                <a:ea typeface="Nimbus Sans Narrow"/>
                <a:cs typeface="Nimbus Sans Narrow"/>
              </a:defRPr>
            </a:lvl9pPr>
          </a:lstStyle>
          <a:p>
            <a:pPr algn="l">
              <a:defRPr sz="1500" b="1">
                <a:solidFill>
                  <a:srgbClr val="FFFFFF"/>
                </a:solidFill>
                <a:latin typeface="Nimbus Sans Narrow"/>
                <a:ea typeface="Nimbus Sans Narrow"/>
                <a:cs typeface="Nimbus Sans Narrow"/>
              </a:defRPr>
            </a:pPr>
            <a:r>
              <a:rPr sz="1500" b="1">
                <a:solidFill>
                  <a:srgbClr val="FFFFFF"/>
                </a:solidFill>
                <a:latin typeface="Nimbus Sans Narrow"/>
                <a:ea typeface="Nimbus Sans Narrow"/>
                <a:cs typeface="Nimbus Sans Narrow"/>
              </a:rPr>
              <a:t>PUBLIC-HEALTH QUESTION</a:t>
            </a:r>
          </a:p>
        </p:txBody>
      </p:sp>
      <p:sp>
        <p:nvSpPr>
          <p:cNvPr id="5" name="question">
            <a:extLst>
              <a:ext uri="{FF2B5EF4-FFF2-40B4-BE49-F238E27FC236}">
                <a16:creationId xmlns:a16="http://schemas.microsoft.com/office/drawing/2014/main" id="{BE3ECD14-2A2B-43B6-ADB6-9229C82EBC3F}"/>
              </a:ext>
            </a:extLst>
          </p:cNvPr>
          <p:cNvSpPr>
            <a:spLocks noGrp="1"/>
          </p:cNvSpPr>
          <p:nvPr/>
        </p:nvSpPr>
        <p:spPr>
          <a:xfrm>
            <a:off x="1047750" y="2628900"/>
            <a:ext cx="10001250" cy="933450"/>
          </a:xfrm>
          <a:prstGeom prst="rect">
            <a:avLst/>
          </a:prstGeom>
          <a:noFill/>
          <a:ln w="0">
            <a:noFill/>
            <a:prstDash val="solid"/>
          </a:ln>
        </p:spPr>
        <p:txBody>
          <a:bodyPr lIns="0" tIns="0" rIns="0" bIns="0" anchor="ctr"/>
          <a:lstStyle>
            <a:defPPr algn="l">
              <a:defRPr sz="2550" b="1">
                <a:solidFill>
                  <a:srgbClr val="FFFFFF"/>
                </a:solidFill>
                <a:latin typeface="Nimbus Sans Narrow"/>
                <a:ea typeface="Nimbus Sans Narrow"/>
                <a:cs typeface="Nimbus Sans Narrow"/>
              </a:defRPr>
            </a:defPPr>
            <a:lvl1pPr algn="l">
              <a:defRPr sz="2550" b="1">
                <a:solidFill>
                  <a:srgbClr val="FFFFFF"/>
                </a:solidFill>
                <a:latin typeface="Nimbus Sans Narrow"/>
                <a:ea typeface="Nimbus Sans Narrow"/>
                <a:cs typeface="Nimbus Sans Narrow"/>
              </a:defRPr>
            </a:lvl1pPr>
            <a:lvl2pPr algn="l">
              <a:defRPr sz="2550" b="1">
                <a:solidFill>
                  <a:srgbClr val="FFFFFF"/>
                </a:solidFill>
                <a:latin typeface="Nimbus Sans Narrow"/>
                <a:ea typeface="Nimbus Sans Narrow"/>
                <a:cs typeface="Nimbus Sans Narrow"/>
              </a:defRPr>
            </a:lvl2pPr>
            <a:lvl3pPr algn="l">
              <a:defRPr sz="2550" b="1">
                <a:solidFill>
                  <a:srgbClr val="FFFFFF"/>
                </a:solidFill>
                <a:latin typeface="Nimbus Sans Narrow"/>
                <a:ea typeface="Nimbus Sans Narrow"/>
                <a:cs typeface="Nimbus Sans Narrow"/>
              </a:defRPr>
            </a:lvl3pPr>
            <a:lvl4pPr algn="l">
              <a:defRPr sz="2550" b="1">
                <a:solidFill>
                  <a:srgbClr val="FFFFFF"/>
                </a:solidFill>
                <a:latin typeface="Nimbus Sans Narrow"/>
                <a:ea typeface="Nimbus Sans Narrow"/>
                <a:cs typeface="Nimbus Sans Narrow"/>
              </a:defRPr>
            </a:lvl4pPr>
            <a:lvl5pPr algn="l">
              <a:defRPr sz="2550" b="1">
                <a:solidFill>
                  <a:srgbClr val="FFFFFF"/>
                </a:solidFill>
                <a:latin typeface="Nimbus Sans Narrow"/>
                <a:ea typeface="Nimbus Sans Narrow"/>
                <a:cs typeface="Nimbus Sans Narrow"/>
              </a:defRPr>
            </a:lvl5pPr>
            <a:lvl6pPr algn="l">
              <a:defRPr sz="2550" b="1">
                <a:solidFill>
                  <a:srgbClr val="FFFFFF"/>
                </a:solidFill>
                <a:latin typeface="Nimbus Sans Narrow"/>
                <a:ea typeface="Nimbus Sans Narrow"/>
                <a:cs typeface="Nimbus Sans Narrow"/>
              </a:defRPr>
            </a:lvl6pPr>
            <a:lvl7pPr algn="l">
              <a:defRPr sz="2550" b="1">
                <a:solidFill>
                  <a:srgbClr val="FFFFFF"/>
                </a:solidFill>
                <a:latin typeface="Nimbus Sans Narrow"/>
                <a:ea typeface="Nimbus Sans Narrow"/>
                <a:cs typeface="Nimbus Sans Narrow"/>
              </a:defRPr>
            </a:lvl7pPr>
            <a:lvl8pPr algn="l">
              <a:defRPr sz="2550" b="1">
                <a:solidFill>
                  <a:srgbClr val="FFFFFF"/>
                </a:solidFill>
                <a:latin typeface="Nimbus Sans Narrow"/>
                <a:ea typeface="Nimbus Sans Narrow"/>
                <a:cs typeface="Nimbus Sans Narrow"/>
              </a:defRPr>
            </a:lvl8pPr>
            <a:lvl9pPr algn="l">
              <a:defRPr sz="2550" b="1">
                <a:solidFill>
                  <a:srgbClr val="FFFFFF"/>
                </a:solidFill>
                <a:latin typeface="Nimbus Sans Narrow"/>
                <a:ea typeface="Nimbus Sans Narrow"/>
                <a:cs typeface="Nimbus Sans Narrow"/>
              </a:defRPr>
            </a:lvl9pPr>
          </a:lstStyle>
          <a:p>
            <a:pPr algn="l">
              <a:defRPr sz="2550" b="1">
                <a:solidFill>
                  <a:srgbClr val="FFFFFF"/>
                </a:solidFill>
                <a:latin typeface="Nimbus Sans Narrow"/>
                <a:ea typeface="Nimbus Sans Narrow"/>
                <a:cs typeface="Nimbus Sans Narrow"/>
              </a:defRPr>
            </a:pPr>
            <a:r>
              <a:rPr sz="2550" b="1" dirty="0">
                <a:solidFill>
                  <a:srgbClr val="FFFFFF"/>
                </a:solidFill>
                <a:latin typeface="Nimbus Sans Narrow"/>
                <a:ea typeface="Nimbus Sans Narrow"/>
                <a:cs typeface="Nimbus Sans Narrow"/>
              </a:rPr>
              <a:t>Which cases plausibly belong to the same </a:t>
            </a:r>
            <a:r>
              <a:rPr lang="en-US" sz="2550" b="1" dirty="0">
                <a:solidFill>
                  <a:srgbClr val="FFFFFF"/>
                </a:solidFill>
                <a:latin typeface="Nimbus Sans Narrow"/>
                <a:ea typeface="Nimbus Sans Narrow"/>
                <a:cs typeface="Nimbus Sans Narrow"/>
              </a:rPr>
              <a:t>source/ancestry</a:t>
            </a:r>
            <a:r>
              <a:rPr sz="2550" b="1" dirty="0">
                <a:solidFill>
                  <a:srgbClr val="FFFFFF"/>
                </a:solidFill>
                <a:latin typeface="Nimbus Sans Narrow"/>
                <a:ea typeface="Nimbus Sans Narrow"/>
                <a:cs typeface="Nimbus Sans Narrow"/>
              </a:rPr>
              <a:t>?</a:t>
            </a:r>
          </a:p>
        </p:txBody>
      </p:sp>
      <p:sp>
        <p:nvSpPr>
          <p:cNvPr id="6" name="contribution-label">
            <a:extLst>
              <a:ext uri="{FF2B5EF4-FFF2-40B4-BE49-F238E27FC236}">
                <a16:creationId xmlns:a16="http://schemas.microsoft.com/office/drawing/2014/main" id="{A511C7D6-2C8E-414B-A1E3-FE10D67219A7}"/>
              </a:ext>
            </a:extLst>
          </p:cNvPr>
          <p:cNvSpPr>
            <a:spLocks noGrp="1"/>
          </p:cNvSpPr>
          <p:nvPr/>
        </p:nvSpPr>
        <p:spPr>
          <a:xfrm>
            <a:off x="1047750" y="4000500"/>
            <a:ext cx="3143250" cy="304800"/>
          </a:xfrm>
          <a:prstGeom prst="rect">
            <a:avLst/>
          </a:prstGeom>
          <a:noFill/>
          <a:ln w="0">
            <a:noFill/>
            <a:prstDash val="solid"/>
          </a:ln>
        </p:spPr>
        <p:txBody>
          <a:bodyPr lIns="0" tIns="0" rIns="0" bIns="0" anchor="ctr"/>
          <a:lstStyle>
            <a:defPPr algn="l">
              <a:defRPr sz="1500" b="1">
                <a:solidFill>
                  <a:srgbClr val="FFFFFF"/>
                </a:solidFill>
                <a:latin typeface="Nimbus Sans Narrow"/>
                <a:ea typeface="Nimbus Sans Narrow"/>
                <a:cs typeface="Nimbus Sans Narrow"/>
              </a:defRPr>
            </a:defPPr>
            <a:lvl1pPr algn="l">
              <a:defRPr sz="1500" b="1">
                <a:solidFill>
                  <a:srgbClr val="FFFFFF"/>
                </a:solidFill>
                <a:latin typeface="Nimbus Sans Narrow"/>
                <a:ea typeface="Nimbus Sans Narrow"/>
                <a:cs typeface="Nimbus Sans Narrow"/>
              </a:defRPr>
            </a:lvl1pPr>
            <a:lvl2pPr algn="l">
              <a:defRPr sz="1500" b="1">
                <a:solidFill>
                  <a:srgbClr val="FFFFFF"/>
                </a:solidFill>
                <a:latin typeface="Nimbus Sans Narrow"/>
                <a:ea typeface="Nimbus Sans Narrow"/>
                <a:cs typeface="Nimbus Sans Narrow"/>
              </a:defRPr>
            </a:lvl2pPr>
            <a:lvl3pPr algn="l">
              <a:defRPr sz="1500" b="1">
                <a:solidFill>
                  <a:srgbClr val="FFFFFF"/>
                </a:solidFill>
                <a:latin typeface="Nimbus Sans Narrow"/>
                <a:ea typeface="Nimbus Sans Narrow"/>
                <a:cs typeface="Nimbus Sans Narrow"/>
              </a:defRPr>
            </a:lvl3pPr>
            <a:lvl4pPr algn="l">
              <a:defRPr sz="1500" b="1">
                <a:solidFill>
                  <a:srgbClr val="FFFFFF"/>
                </a:solidFill>
                <a:latin typeface="Nimbus Sans Narrow"/>
                <a:ea typeface="Nimbus Sans Narrow"/>
                <a:cs typeface="Nimbus Sans Narrow"/>
              </a:defRPr>
            </a:lvl4pPr>
            <a:lvl5pPr algn="l">
              <a:defRPr sz="1500" b="1">
                <a:solidFill>
                  <a:srgbClr val="FFFFFF"/>
                </a:solidFill>
                <a:latin typeface="Nimbus Sans Narrow"/>
                <a:ea typeface="Nimbus Sans Narrow"/>
                <a:cs typeface="Nimbus Sans Narrow"/>
              </a:defRPr>
            </a:lvl5pPr>
            <a:lvl6pPr algn="l">
              <a:defRPr sz="1500" b="1">
                <a:solidFill>
                  <a:srgbClr val="FFFFFF"/>
                </a:solidFill>
                <a:latin typeface="Nimbus Sans Narrow"/>
                <a:ea typeface="Nimbus Sans Narrow"/>
                <a:cs typeface="Nimbus Sans Narrow"/>
              </a:defRPr>
            </a:lvl6pPr>
            <a:lvl7pPr algn="l">
              <a:defRPr sz="1500" b="1">
                <a:solidFill>
                  <a:srgbClr val="FFFFFF"/>
                </a:solidFill>
                <a:latin typeface="Nimbus Sans Narrow"/>
                <a:ea typeface="Nimbus Sans Narrow"/>
                <a:cs typeface="Nimbus Sans Narrow"/>
              </a:defRPr>
            </a:lvl7pPr>
            <a:lvl8pPr algn="l">
              <a:defRPr sz="1500" b="1">
                <a:solidFill>
                  <a:srgbClr val="FFFFFF"/>
                </a:solidFill>
                <a:latin typeface="Nimbus Sans Narrow"/>
                <a:ea typeface="Nimbus Sans Narrow"/>
                <a:cs typeface="Nimbus Sans Narrow"/>
              </a:defRPr>
            </a:lvl8pPr>
            <a:lvl9pPr algn="l">
              <a:defRPr sz="1500" b="1">
                <a:solidFill>
                  <a:srgbClr val="FFFFFF"/>
                </a:solidFill>
                <a:latin typeface="Nimbus Sans Narrow"/>
                <a:ea typeface="Nimbus Sans Narrow"/>
                <a:cs typeface="Nimbus Sans Narrow"/>
              </a:defRPr>
            </a:lvl9pPr>
          </a:lstStyle>
          <a:p>
            <a:pPr algn="l">
              <a:defRPr sz="1500" b="1">
                <a:solidFill>
                  <a:srgbClr val="FFFFFF"/>
                </a:solidFill>
                <a:latin typeface="Nimbus Sans Narrow"/>
                <a:ea typeface="Nimbus Sans Narrow"/>
                <a:cs typeface="Nimbus Sans Narrow"/>
              </a:defRPr>
            </a:pPr>
            <a:r>
              <a:rPr sz="1500" b="1">
                <a:solidFill>
                  <a:srgbClr val="FFFFFF"/>
                </a:solidFill>
                <a:latin typeface="Nimbus Sans Narrow"/>
                <a:ea typeface="Nimbus Sans Narrow"/>
                <a:cs typeface="Nimbus Sans Narrow"/>
              </a:rPr>
              <a:t>MOLECULAR EPIDEMIOLOGY</a:t>
            </a:r>
          </a:p>
        </p:txBody>
      </p:sp>
      <p:sp>
        <p:nvSpPr>
          <p:cNvPr id="7" name="contribution">
            <a:extLst>
              <a:ext uri="{FF2B5EF4-FFF2-40B4-BE49-F238E27FC236}">
                <a16:creationId xmlns:a16="http://schemas.microsoft.com/office/drawing/2014/main" id="{E5D0D13B-E2DC-4474-9D8E-3C24E7E9897D}"/>
              </a:ext>
            </a:extLst>
          </p:cNvPr>
          <p:cNvSpPr>
            <a:spLocks noGrp="1"/>
          </p:cNvSpPr>
          <p:nvPr/>
        </p:nvSpPr>
        <p:spPr>
          <a:xfrm>
            <a:off x="1047750" y="4362450"/>
            <a:ext cx="10001250" cy="1143000"/>
          </a:xfrm>
          <a:prstGeom prst="rect">
            <a:avLst/>
          </a:prstGeom>
          <a:noFill/>
          <a:ln w="0">
            <a:noFill/>
            <a:prstDash val="solid"/>
          </a:ln>
        </p:spPr>
        <p:txBody>
          <a:bodyPr lIns="0" tIns="0" rIns="0" bIns="0" anchor="ctr"/>
          <a:lstStyle>
            <a:defPPr algn="l">
              <a:defRPr sz="2250" b="0">
                <a:solidFill>
                  <a:srgbClr val="FFFFFF"/>
                </a:solidFill>
                <a:latin typeface="Nimbus Sans Narrow"/>
                <a:ea typeface="Nimbus Sans Narrow"/>
                <a:cs typeface="Nimbus Sans Narrow"/>
              </a:defRPr>
            </a:defPPr>
            <a:lvl1pPr algn="l">
              <a:defRPr sz="2250" b="0">
                <a:solidFill>
                  <a:srgbClr val="FFFFFF"/>
                </a:solidFill>
                <a:latin typeface="Nimbus Sans Narrow"/>
                <a:ea typeface="Nimbus Sans Narrow"/>
                <a:cs typeface="Nimbus Sans Narrow"/>
              </a:defRPr>
            </a:lvl1pPr>
            <a:lvl2pPr algn="l">
              <a:defRPr sz="2250" b="0">
                <a:solidFill>
                  <a:srgbClr val="FFFFFF"/>
                </a:solidFill>
                <a:latin typeface="Nimbus Sans Narrow"/>
                <a:ea typeface="Nimbus Sans Narrow"/>
                <a:cs typeface="Nimbus Sans Narrow"/>
              </a:defRPr>
            </a:lvl2pPr>
            <a:lvl3pPr algn="l">
              <a:defRPr sz="2250" b="0">
                <a:solidFill>
                  <a:srgbClr val="FFFFFF"/>
                </a:solidFill>
                <a:latin typeface="Nimbus Sans Narrow"/>
                <a:ea typeface="Nimbus Sans Narrow"/>
                <a:cs typeface="Nimbus Sans Narrow"/>
              </a:defRPr>
            </a:lvl3pPr>
            <a:lvl4pPr algn="l">
              <a:defRPr sz="2250" b="0">
                <a:solidFill>
                  <a:srgbClr val="FFFFFF"/>
                </a:solidFill>
                <a:latin typeface="Nimbus Sans Narrow"/>
                <a:ea typeface="Nimbus Sans Narrow"/>
                <a:cs typeface="Nimbus Sans Narrow"/>
              </a:defRPr>
            </a:lvl4pPr>
            <a:lvl5pPr algn="l">
              <a:defRPr sz="2250" b="0">
                <a:solidFill>
                  <a:srgbClr val="FFFFFF"/>
                </a:solidFill>
                <a:latin typeface="Nimbus Sans Narrow"/>
                <a:ea typeface="Nimbus Sans Narrow"/>
                <a:cs typeface="Nimbus Sans Narrow"/>
              </a:defRPr>
            </a:lvl5pPr>
            <a:lvl6pPr algn="l">
              <a:defRPr sz="2250" b="0">
                <a:solidFill>
                  <a:srgbClr val="FFFFFF"/>
                </a:solidFill>
                <a:latin typeface="Nimbus Sans Narrow"/>
                <a:ea typeface="Nimbus Sans Narrow"/>
                <a:cs typeface="Nimbus Sans Narrow"/>
              </a:defRPr>
            </a:lvl6pPr>
            <a:lvl7pPr algn="l">
              <a:defRPr sz="2250" b="0">
                <a:solidFill>
                  <a:srgbClr val="FFFFFF"/>
                </a:solidFill>
                <a:latin typeface="Nimbus Sans Narrow"/>
                <a:ea typeface="Nimbus Sans Narrow"/>
                <a:cs typeface="Nimbus Sans Narrow"/>
              </a:defRPr>
            </a:lvl7pPr>
            <a:lvl8pPr algn="l">
              <a:defRPr sz="2250" b="0">
                <a:solidFill>
                  <a:srgbClr val="FFFFFF"/>
                </a:solidFill>
                <a:latin typeface="Nimbus Sans Narrow"/>
                <a:ea typeface="Nimbus Sans Narrow"/>
                <a:cs typeface="Nimbus Sans Narrow"/>
              </a:defRPr>
            </a:lvl8pPr>
            <a:lvl9pPr algn="l">
              <a:defRPr sz="2250" b="0">
                <a:solidFill>
                  <a:srgbClr val="FFFFFF"/>
                </a:solidFill>
                <a:latin typeface="Nimbus Sans Narrow"/>
                <a:ea typeface="Nimbus Sans Narrow"/>
                <a:cs typeface="Nimbus Sans Narrow"/>
              </a:defRPr>
            </a:lvl9pPr>
          </a:lstStyle>
          <a:p>
            <a:pPr algn="l">
              <a:defRPr sz="2250" b="0">
                <a:solidFill>
                  <a:srgbClr val="FFFFFF"/>
                </a:solidFill>
                <a:latin typeface="Nimbus Sans Narrow"/>
                <a:ea typeface="Nimbus Sans Narrow"/>
                <a:cs typeface="Nimbus Sans Narrow"/>
              </a:defRPr>
            </a:pPr>
            <a:r>
              <a:rPr sz="2250" b="0">
                <a:solidFill>
                  <a:srgbClr val="FFFFFF"/>
                </a:solidFill>
                <a:latin typeface="Nimbus Sans Narrow"/>
                <a:ea typeface="Nimbus Sans Narrow"/>
                <a:cs typeface="Nimbus Sans Narrow"/>
              </a:rPr>
              <a:t>Exclude incompatible links and identify groups consistent with recent shared ancestry.</a:t>
            </a:r>
          </a:p>
        </p:txBody>
      </p:sp>
      <p:sp>
        <p:nvSpPr>
          <p:cNvPr id="8" name="overlap-note">
            <a:extLst>
              <a:ext uri="{FF2B5EF4-FFF2-40B4-BE49-F238E27FC236}">
                <a16:creationId xmlns:a16="http://schemas.microsoft.com/office/drawing/2014/main" id="{250C4FD9-6DC1-4006-BA04-F9758FAD6E68}"/>
              </a:ext>
            </a:extLst>
          </p:cNvPr>
          <p:cNvSpPr>
            <a:spLocks noGrp="1"/>
          </p:cNvSpPr>
          <p:nvPr/>
        </p:nvSpPr>
        <p:spPr>
          <a:xfrm>
            <a:off x="1047750" y="6057900"/>
            <a:ext cx="10001250" cy="304800"/>
          </a:xfrm>
          <a:prstGeom prst="rect">
            <a:avLst/>
          </a:prstGeom>
          <a:noFill/>
          <a:ln w="0">
            <a:noFill/>
            <a:prstDash val="solid"/>
          </a:ln>
        </p:spPr>
        <p:txBody>
          <a:bodyPr lIns="0" tIns="0" rIns="0" bIns="0" anchor="ctr"/>
          <a:lstStyle>
            <a:defPPr algn="r">
              <a:defRPr sz="1500" b="0">
                <a:solidFill>
                  <a:srgbClr val="FFFFFF"/>
                </a:solidFill>
                <a:latin typeface="Nimbus Sans Narrow"/>
                <a:ea typeface="Nimbus Sans Narrow"/>
                <a:cs typeface="Nimbus Sans Narrow"/>
              </a:defRPr>
            </a:defPPr>
            <a:lvl1pPr algn="r">
              <a:defRPr sz="1500" b="0">
                <a:solidFill>
                  <a:srgbClr val="FFFFFF"/>
                </a:solidFill>
                <a:latin typeface="Nimbus Sans Narrow"/>
                <a:ea typeface="Nimbus Sans Narrow"/>
                <a:cs typeface="Nimbus Sans Narrow"/>
              </a:defRPr>
            </a:lvl1pPr>
            <a:lvl2pPr algn="r">
              <a:defRPr sz="1500" b="0">
                <a:solidFill>
                  <a:srgbClr val="FFFFFF"/>
                </a:solidFill>
                <a:latin typeface="Nimbus Sans Narrow"/>
                <a:ea typeface="Nimbus Sans Narrow"/>
                <a:cs typeface="Nimbus Sans Narrow"/>
              </a:defRPr>
            </a:lvl2pPr>
            <a:lvl3pPr algn="r">
              <a:defRPr sz="1500" b="0">
                <a:solidFill>
                  <a:srgbClr val="FFFFFF"/>
                </a:solidFill>
                <a:latin typeface="Nimbus Sans Narrow"/>
                <a:ea typeface="Nimbus Sans Narrow"/>
                <a:cs typeface="Nimbus Sans Narrow"/>
              </a:defRPr>
            </a:lvl3pPr>
            <a:lvl4pPr algn="r">
              <a:defRPr sz="1500" b="0">
                <a:solidFill>
                  <a:srgbClr val="FFFFFF"/>
                </a:solidFill>
                <a:latin typeface="Nimbus Sans Narrow"/>
                <a:ea typeface="Nimbus Sans Narrow"/>
                <a:cs typeface="Nimbus Sans Narrow"/>
              </a:defRPr>
            </a:lvl4pPr>
            <a:lvl5pPr algn="r">
              <a:defRPr sz="1500" b="0">
                <a:solidFill>
                  <a:srgbClr val="FFFFFF"/>
                </a:solidFill>
                <a:latin typeface="Nimbus Sans Narrow"/>
                <a:ea typeface="Nimbus Sans Narrow"/>
                <a:cs typeface="Nimbus Sans Narrow"/>
              </a:defRPr>
            </a:lvl5pPr>
            <a:lvl6pPr algn="r">
              <a:defRPr sz="1500" b="0">
                <a:solidFill>
                  <a:srgbClr val="FFFFFF"/>
                </a:solidFill>
                <a:latin typeface="Nimbus Sans Narrow"/>
                <a:ea typeface="Nimbus Sans Narrow"/>
                <a:cs typeface="Nimbus Sans Narrow"/>
              </a:defRPr>
            </a:lvl6pPr>
            <a:lvl7pPr algn="r">
              <a:defRPr sz="1500" b="0">
                <a:solidFill>
                  <a:srgbClr val="FFFFFF"/>
                </a:solidFill>
                <a:latin typeface="Nimbus Sans Narrow"/>
                <a:ea typeface="Nimbus Sans Narrow"/>
                <a:cs typeface="Nimbus Sans Narrow"/>
              </a:defRPr>
            </a:lvl7pPr>
            <a:lvl8pPr algn="r">
              <a:defRPr sz="1500" b="0">
                <a:solidFill>
                  <a:srgbClr val="FFFFFF"/>
                </a:solidFill>
                <a:latin typeface="Nimbus Sans Narrow"/>
                <a:ea typeface="Nimbus Sans Narrow"/>
                <a:cs typeface="Nimbus Sans Narrow"/>
              </a:defRPr>
            </a:lvl8pPr>
            <a:lvl9pPr algn="r">
              <a:defRPr sz="1500" b="0">
                <a:solidFill>
                  <a:srgbClr val="FFFFFF"/>
                </a:solidFill>
                <a:latin typeface="Nimbus Sans Narrow"/>
                <a:ea typeface="Nimbus Sans Narrow"/>
                <a:cs typeface="Nimbus Sans Narrow"/>
              </a:defRPr>
            </a:lvl9pPr>
          </a:lstStyle>
          <a:p>
            <a:pPr algn="r">
              <a:defRPr sz="1500" b="0">
                <a:solidFill>
                  <a:srgbClr val="FFFFFF"/>
                </a:solidFill>
                <a:latin typeface="Nimbus Sans Narrow"/>
                <a:ea typeface="Nimbus Sans Narrow"/>
                <a:cs typeface="Nimbus Sans Narrow"/>
              </a:defRPr>
            </a:pPr>
            <a:r>
              <a:rPr sz="1500" b="0">
                <a:solidFill>
                  <a:srgbClr val="FFFFFF"/>
                </a:solidFill>
                <a:latin typeface="Nimbus Sans Narrow"/>
                <a:ea typeface="Nimbus Sans Narrow"/>
                <a:cs typeface="Nimbus Sans Narrow"/>
              </a:rPr>
              <a:t>Operational states overlap across places and populations.</a:t>
            </a:r>
          </a:p>
        </p:txBody>
      </p:sp>
    </p:spTree>
    <p:extLst>
      <p:ext uri="{BB962C8B-B14F-4D97-AF65-F5344CB8AC3E}">
        <p14:creationId xmlns:p14="http://schemas.microsoft.com/office/powerpoint/2010/main" val="17041509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15D44-6468-3195-1339-BC7F5D544337}"/>
            </a:ext>
          </a:extLst>
        </p:cNvPr>
        <p:cNvGrpSpPr/>
        <p:nvPr/>
      </p:nvGrpSpPr>
      <p:grpSpPr>
        <a:xfrm>
          <a:off x="0" y="0"/>
          <a:ext cx="0" cy="0"/>
          <a:chOff x="0" y="0"/>
          <a:chExt cx="0" cy="0"/>
        </a:xfrm>
      </p:grpSpPr>
      <p:pic>
        <p:nvPicPr>
          <p:cNvPr id="9" name="Picture 2" descr="page1image20218064">
            <a:extLst>
              <a:ext uri="{FF2B5EF4-FFF2-40B4-BE49-F238E27FC236}">
                <a16:creationId xmlns:a16="http://schemas.microsoft.com/office/drawing/2014/main" id="{18D7784D-F077-8B92-31E9-804406E48F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176698"/>
            <a:ext cx="2753018" cy="644163"/>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a:extLst>
              <a:ext uri="{FF2B5EF4-FFF2-40B4-BE49-F238E27FC236}">
                <a16:creationId xmlns:a16="http://schemas.microsoft.com/office/drawing/2014/main" id="{89487D90-CE66-A736-A989-1F58890CCA69}"/>
              </a:ext>
            </a:extLst>
          </p:cNvPr>
          <p:cNvSpPr txBox="1">
            <a:spLocks/>
          </p:cNvSpPr>
          <p:nvPr/>
        </p:nvSpPr>
        <p:spPr>
          <a:xfrm>
            <a:off x="0" y="-12296"/>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a:latin typeface="Arial" panose="020B0604020202020204" pitchFamily="34" charset="0"/>
                <a:cs typeface="Arial" panose="020B0604020202020204" pitchFamily="34" charset="0"/>
              </a:rPr>
              <a:t>Methodology for Extracting Locally Circulating Clusters </a:t>
            </a:r>
          </a:p>
        </p:txBody>
      </p:sp>
      <p:sp>
        <p:nvSpPr>
          <p:cNvPr id="6" name="Rectangle 5">
            <a:extLst>
              <a:ext uri="{FF2B5EF4-FFF2-40B4-BE49-F238E27FC236}">
                <a16:creationId xmlns:a16="http://schemas.microsoft.com/office/drawing/2014/main" id="{5B8A6430-F68D-EA81-266C-992BD3000801}"/>
              </a:ext>
            </a:extLst>
          </p:cNvPr>
          <p:cNvSpPr/>
          <p:nvPr/>
        </p:nvSpPr>
        <p:spPr>
          <a:xfrm>
            <a:off x="6513616" y="6581001"/>
            <a:ext cx="2571007" cy="2398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1CEACBF-1973-AB87-7D82-5FB33FEDEE12}"/>
              </a:ext>
            </a:extLst>
          </p:cNvPr>
          <p:cNvSpPr txBox="1"/>
          <p:nvPr/>
        </p:nvSpPr>
        <p:spPr>
          <a:xfrm>
            <a:off x="9625759" y="6581001"/>
            <a:ext cx="2571007" cy="276999"/>
          </a:xfrm>
          <a:prstGeom prst="rect">
            <a:avLst/>
          </a:prstGeom>
          <a:noFill/>
        </p:spPr>
        <p:txBody>
          <a:bodyPr wrap="square" rtlCol="0">
            <a:spAutoFit/>
          </a:bodyPr>
          <a:lstStyle/>
          <a:p>
            <a:r>
              <a:rPr lang="en-US" sz="1200" b="1">
                <a:solidFill>
                  <a:srgbClr val="222222"/>
                </a:solidFill>
                <a:latin typeface="Arial" panose="020B0604020202020204" pitchFamily="34" charset="0"/>
              </a:rPr>
              <a:t>Bioinformatic tool: </a:t>
            </a:r>
            <a:r>
              <a:rPr lang="en-US" sz="1200" b="1" i="1" err="1">
                <a:solidFill>
                  <a:srgbClr val="222222"/>
                </a:solidFill>
                <a:latin typeface="Arial" panose="020B0604020202020204" pitchFamily="34" charset="0"/>
              </a:rPr>
              <a:t>Clusterfinder</a:t>
            </a:r>
            <a:endParaRPr lang="en-US" sz="1200" b="1"/>
          </a:p>
        </p:txBody>
      </p:sp>
      <p:pic>
        <p:nvPicPr>
          <p:cNvPr id="5" name="Picture 4" descr="A blue and white diagram&#10;&#10;AI-generated content may be incorrect.">
            <a:extLst>
              <a:ext uri="{FF2B5EF4-FFF2-40B4-BE49-F238E27FC236}">
                <a16:creationId xmlns:a16="http://schemas.microsoft.com/office/drawing/2014/main" id="{F4447913-36B6-EBF2-3149-FBC84836E8FB}"/>
              </a:ext>
            </a:extLst>
          </p:cNvPr>
          <p:cNvPicPr>
            <a:picLocks noChangeAspect="1"/>
          </p:cNvPicPr>
          <p:nvPr/>
        </p:nvPicPr>
        <p:blipFill>
          <a:blip r:embed="rId4"/>
          <a:stretch>
            <a:fillRect/>
          </a:stretch>
        </p:blipFill>
        <p:spPr>
          <a:xfrm>
            <a:off x="2209800" y="1313267"/>
            <a:ext cx="7772400" cy="3008670"/>
          </a:xfrm>
          <a:prstGeom prst="rect">
            <a:avLst/>
          </a:prstGeom>
        </p:spPr>
      </p:pic>
      <p:sp>
        <p:nvSpPr>
          <p:cNvPr id="2" name="Slide Number Placeholder 1">
            <a:extLst>
              <a:ext uri="{FF2B5EF4-FFF2-40B4-BE49-F238E27FC236}">
                <a16:creationId xmlns:a16="http://schemas.microsoft.com/office/drawing/2014/main" id="{9F84B9A9-E867-EBCE-A19F-7BA736934C33}"/>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CC1E2F-350D-40F2-B937-598FD7F837CC}" type="slidenum">
              <a:rPr lang="en-US" smtClean="0"/>
              <a:pPr/>
              <a:t>26</a:t>
            </a:fld>
            <a:endParaRPr lang="en-US"/>
          </a:p>
        </p:txBody>
      </p:sp>
    </p:spTree>
    <p:extLst>
      <p:ext uri="{BB962C8B-B14F-4D97-AF65-F5344CB8AC3E}">
        <p14:creationId xmlns:p14="http://schemas.microsoft.com/office/powerpoint/2010/main" val="33304042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DD973-5C32-FD23-346B-71AC426CB058}"/>
            </a:ext>
          </a:extLst>
        </p:cNvPr>
        <p:cNvGrpSpPr/>
        <p:nvPr/>
      </p:nvGrpSpPr>
      <p:grpSpPr>
        <a:xfrm>
          <a:off x="0" y="0"/>
          <a:ext cx="0" cy="0"/>
          <a:chOff x="0" y="0"/>
          <a:chExt cx="0" cy="0"/>
        </a:xfrm>
      </p:grpSpPr>
      <p:pic>
        <p:nvPicPr>
          <p:cNvPr id="9" name="Picture 2" descr="page1image20218064">
            <a:extLst>
              <a:ext uri="{FF2B5EF4-FFF2-40B4-BE49-F238E27FC236}">
                <a16:creationId xmlns:a16="http://schemas.microsoft.com/office/drawing/2014/main" id="{2307D68A-5905-7CD1-9044-92EADE82CE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176698"/>
            <a:ext cx="2753018" cy="644163"/>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a:extLst>
              <a:ext uri="{FF2B5EF4-FFF2-40B4-BE49-F238E27FC236}">
                <a16:creationId xmlns:a16="http://schemas.microsoft.com/office/drawing/2014/main" id="{C5687A26-165F-8BD3-A4E4-322884411060}"/>
              </a:ext>
            </a:extLst>
          </p:cNvPr>
          <p:cNvSpPr txBox="1">
            <a:spLocks/>
          </p:cNvSpPr>
          <p:nvPr/>
        </p:nvSpPr>
        <p:spPr>
          <a:xfrm>
            <a:off x="0" y="-12296"/>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a:latin typeface="Arial" panose="020B0604020202020204" pitchFamily="34" charset="0"/>
                <a:cs typeface="Arial" panose="020B0604020202020204" pitchFamily="34" charset="0"/>
              </a:rPr>
              <a:t>Methodology for Extracting Locally Circulating Clusters </a:t>
            </a:r>
          </a:p>
        </p:txBody>
      </p:sp>
      <p:sp>
        <p:nvSpPr>
          <p:cNvPr id="6" name="Rectangle 5">
            <a:extLst>
              <a:ext uri="{FF2B5EF4-FFF2-40B4-BE49-F238E27FC236}">
                <a16:creationId xmlns:a16="http://schemas.microsoft.com/office/drawing/2014/main" id="{822E0D53-C88B-75CB-9430-A8E980491678}"/>
              </a:ext>
            </a:extLst>
          </p:cNvPr>
          <p:cNvSpPr/>
          <p:nvPr/>
        </p:nvSpPr>
        <p:spPr>
          <a:xfrm>
            <a:off x="6513616" y="6581001"/>
            <a:ext cx="2571007" cy="2398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AFE9370-4ECB-C102-5A91-4392E5219C40}"/>
              </a:ext>
            </a:extLst>
          </p:cNvPr>
          <p:cNvSpPr txBox="1"/>
          <p:nvPr/>
        </p:nvSpPr>
        <p:spPr>
          <a:xfrm>
            <a:off x="9625759" y="6581001"/>
            <a:ext cx="2571007" cy="276999"/>
          </a:xfrm>
          <a:prstGeom prst="rect">
            <a:avLst/>
          </a:prstGeom>
          <a:noFill/>
        </p:spPr>
        <p:txBody>
          <a:bodyPr wrap="square" rtlCol="0">
            <a:spAutoFit/>
          </a:bodyPr>
          <a:lstStyle/>
          <a:p>
            <a:r>
              <a:rPr lang="en-US" sz="1200" b="1">
                <a:solidFill>
                  <a:srgbClr val="222222"/>
                </a:solidFill>
                <a:latin typeface="Arial" panose="020B0604020202020204" pitchFamily="34" charset="0"/>
              </a:rPr>
              <a:t>Bioinformatic tool: </a:t>
            </a:r>
            <a:r>
              <a:rPr lang="en-US" sz="1200" b="1" i="1" err="1">
                <a:solidFill>
                  <a:srgbClr val="222222"/>
                </a:solidFill>
                <a:latin typeface="Arial" panose="020B0604020202020204" pitchFamily="34" charset="0"/>
              </a:rPr>
              <a:t>Clusterfinder</a:t>
            </a:r>
            <a:endParaRPr lang="en-US" sz="1200" b="1"/>
          </a:p>
        </p:txBody>
      </p:sp>
      <p:pic>
        <p:nvPicPr>
          <p:cNvPr id="3" name="Picture 2" descr="A diagram of a network&#10;&#10;AI-generated content may be incorrect.">
            <a:extLst>
              <a:ext uri="{FF2B5EF4-FFF2-40B4-BE49-F238E27FC236}">
                <a16:creationId xmlns:a16="http://schemas.microsoft.com/office/drawing/2014/main" id="{78E98754-EFB9-FC3E-0D08-F438D83AEAD7}"/>
              </a:ext>
            </a:extLst>
          </p:cNvPr>
          <p:cNvPicPr>
            <a:picLocks noChangeAspect="1"/>
          </p:cNvPicPr>
          <p:nvPr/>
        </p:nvPicPr>
        <p:blipFill>
          <a:blip r:embed="rId4"/>
          <a:stretch>
            <a:fillRect/>
          </a:stretch>
        </p:blipFill>
        <p:spPr>
          <a:xfrm>
            <a:off x="2209800" y="1313267"/>
            <a:ext cx="7772400" cy="3008670"/>
          </a:xfrm>
          <a:prstGeom prst="rect">
            <a:avLst/>
          </a:prstGeom>
        </p:spPr>
      </p:pic>
      <p:sp>
        <p:nvSpPr>
          <p:cNvPr id="2" name="Slide Number Placeholder 1">
            <a:extLst>
              <a:ext uri="{FF2B5EF4-FFF2-40B4-BE49-F238E27FC236}">
                <a16:creationId xmlns:a16="http://schemas.microsoft.com/office/drawing/2014/main" id="{68922C89-6B7F-4C3B-BDE6-F3BA9580F723}"/>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CC1E2F-350D-40F2-B937-598FD7F837CC}" type="slidenum">
              <a:rPr lang="en-US" smtClean="0"/>
              <a:pPr/>
              <a:t>27</a:t>
            </a:fld>
            <a:endParaRPr lang="en-US"/>
          </a:p>
        </p:txBody>
      </p:sp>
    </p:spTree>
    <p:extLst>
      <p:ext uri="{BB962C8B-B14F-4D97-AF65-F5344CB8AC3E}">
        <p14:creationId xmlns:p14="http://schemas.microsoft.com/office/powerpoint/2010/main" val="5510127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51314-2445-442A-6DC3-0CF3A0BF0BE6}"/>
            </a:ext>
          </a:extLst>
        </p:cNvPr>
        <p:cNvGrpSpPr/>
        <p:nvPr/>
      </p:nvGrpSpPr>
      <p:grpSpPr>
        <a:xfrm>
          <a:off x="0" y="0"/>
          <a:ext cx="0" cy="0"/>
          <a:chOff x="0" y="0"/>
          <a:chExt cx="0" cy="0"/>
        </a:xfrm>
      </p:grpSpPr>
      <p:pic>
        <p:nvPicPr>
          <p:cNvPr id="9" name="Picture 2" descr="page1image20218064">
            <a:extLst>
              <a:ext uri="{FF2B5EF4-FFF2-40B4-BE49-F238E27FC236}">
                <a16:creationId xmlns:a16="http://schemas.microsoft.com/office/drawing/2014/main" id="{D3E58C81-83A6-DE1B-B9EC-EF8D7A998B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176698"/>
            <a:ext cx="2753018" cy="644163"/>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a:extLst>
              <a:ext uri="{FF2B5EF4-FFF2-40B4-BE49-F238E27FC236}">
                <a16:creationId xmlns:a16="http://schemas.microsoft.com/office/drawing/2014/main" id="{CF2542EF-397F-7628-1EF5-87D9041C942A}"/>
              </a:ext>
            </a:extLst>
          </p:cNvPr>
          <p:cNvSpPr txBox="1">
            <a:spLocks/>
          </p:cNvSpPr>
          <p:nvPr/>
        </p:nvSpPr>
        <p:spPr>
          <a:xfrm>
            <a:off x="0" y="-12296"/>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a:latin typeface="Arial" panose="020B0604020202020204" pitchFamily="34" charset="0"/>
                <a:cs typeface="Arial" panose="020B0604020202020204" pitchFamily="34" charset="0"/>
              </a:rPr>
              <a:t>Methodology for Extracting Locally Circulating Clusters </a:t>
            </a:r>
          </a:p>
        </p:txBody>
      </p:sp>
      <p:sp>
        <p:nvSpPr>
          <p:cNvPr id="6" name="Rectangle 5">
            <a:extLst>
              <a:ext uri="{FF2B5EF4-FFF2-40B4-BE49-F238E27FC236}">
                <a16:creationId xmlns:a16="http://schemas.microsoft.com/office/drawing/2014/main" id="{D9346383-D3C9-002D-0920-F14BFE0DB0F6}"/>
              </a:ext>
            </a:extLst>
          </p:cNvPr>
          <p:cNvSpPr/>
          <p:nvPr/>
        </p:nvSpPr>
        <p:spPr>
          <a:xfrm>
            <a:off x="6513616" y="6581001"/>
            <a:ext cx="2571007" cy="2398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51C5315-5BAD-9B87-0ADE-D1D83294412A}"/>
              </a:ext>
            </a:extLst>
          </p:cNvPr>
          <p:cNvSpPr txBox="1"/>
          <p:nvPr/>
        </p:nvSpPr>
        <p:spPr>
          <a:xfrm>
            <a:off x="9625759" y="6581001"/>
            <a:ext cx="2571007" cy="276999"/>
          </a:xfrm>
          <a:prstGeom prst="rect">
            <a:avLst/>
          </a:prstGeom>
          <a:noFill/>
        </p:spPr>
        <p:txBody>
          <a:bodyPr wrap="square" rtlCol="0">
            <a:spAutoFit/>
          </a:bodyPr>
          <a:lstStyle/>
          <a:p>
            <a:r>
              <a:rPr lang="en-US" sz="1200" b="1">
                <a:solidFill>
                  <a:srgbClr val="222222"/>
                </a:solidFill>
                <a:latin typeface="Arial" panose="020B0604020202020204" pitchFamily="34" charset="0"/>
              </a:rPr>
              <a:t>Bioinformatic tool: </a:t>
            </a:r>
            <a:r>
              <a:rPr lang="en-US" sz="1200" b="1" i="1" err="1">
                <a:solidFill>
                  <a:srgbClr val="222222"/>
                </a:solidFill>
                <a:latin typeface="Arial" panose="020B0604020202020204" pitchFamily="34" charset="0"/>
              </a:rPr>
              <a:t>Clusterfinder</a:t>
            </a:r>
            <a:endParaRPr lang="en-US" sz="1200" b="1"/>
          </a:p>
        </p:txBody>
      </p:sp>
      <p:pic>
        <p:nvPicPr>
          <p:cNvPr id="5" name="Picture 4" descr="A diagram of a network&#10;&#10;AI-generated content may be incorrect.">
            <a:extLst>
              <a:ext uri="{FF2B5EF4-FFF2-40B4-BE49-F238E27FC236}">
                <a16:creationId xmlns:a16="http://schemas.microsoft.com/office/drawing/2014/main" id="{F21ADF23-DD0D-C2EF-6984-8EEABF0AD222}"/>
              </a:ext>
            </a:extLst>
          </p:cNvPr>
          <p:cNvPicPr>
            <a:picLocks noChangeAspect="1"/>
          </p:cNvPicPr>
          <p:nvPr/>
        </p:nvPicPr>
        <p:blipFill>
          <a:blip r:embed="rId4"/>
          <a:stretch>
            <a:fillRect/>
          </a:stretch>
        </p:blipFill>
        <p:spPr>
          <a:xfrm>
            <a:off x="2209800" y="1313267"/>
            <a:ext cx="7772400" cy="3008670"/>
          </a:xfrm>
          <a:prstGeom prst="rect">
            <a:avLst/>
          </a:prstGeom>
        </p:spPr>
      </p:pic>
      <p:sp>
        <p:nvSpPr>
          <p:cNvPr id="2" name="Slide Number Placeholder 1">
            <a:extLst>
              <a:ext uri="{FF2B5EF4-FFF2-40B4-BE49-F238E27FC236}">
                <a16:creationId xmlns:a16="http://schemas.microsoft.com/office/drawing/2014/main" id="{5C56667B-7FB8-BAA3-6E64-EECC8B263903}"/>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CC1E2F-350D-40F2-B937-598FD7F837CC}" type="slidenum">
              <a:rPr lang="en-US" smtClean="0"/>
              <a:pPr/>
              <a:t>28</a:t>
            </a:fld>
            <a:endParaRPr lang="en-US"/>
          </a:p>
        </p:txBody>
      </p:sp>
    </p:spTree>
    <p:extLst>
      <p:ext uri="{BB962C8B-B14F-4D97-AF65-F5344CB8AC3E}">
        <p14:creationId xmlns:p14="http://schemas.microsoft.com/office/powerpoint/2010/main" val="32055756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7FA76-C07C-F560-F9FE-9643BC16D715}"/>
            </a:ext>
          </a:extLst>
        </p:cNvPr>
        <p:cNvGrpSpPr/>
        <p:nvPr/>
      </p:nvGrpSpPr>
      <p:grpSpPr>
        <a:xfrm>
          <a:off x="0" y="0"/>
          <a:ext cx="0" cy="0"/>
          <a:chOff x="0" y="0"/>
          <a:chExt cx="0" cy="0"/>
        </a:xfrm>
      </p:grpSpPr>
      <p:pic>
        <p:nvPicPr>
          <p:cNvPr id="9" name="Picture 2" descr="page1image20218064">
            <a:extLst>
              <a:ext uri="{FF2B5EF4-FFF2-40B4-BE49-F238E27FC236}">
                <a16:creationId xmlns:a16="http://schemas.microsoft.com/office/drawing/2014/main" id="{5837E5AD-C0DE-6BE0-C398-5614B13F35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176698"/>
            <a:ext cx="2753018" cy="644163"/>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a:extLst>
              <a:ext uri="{FF2B5EF4-FFF2-40B4-BE49-F238E27FC236}">
                <a16:creationId xmlns:a16="http://schemas.microsoft.com/office/drawing/2014/main" id="{3B8CA70E-B4B4-0D73-058F-7A4E026EF898}"/>
              </a:ext>
            </a:extLst>
          </p:cNvPr>
          <p:cNvSpPr txBox="1">
            <a:spLocks/>
          </p:cNvSpPr>
          <p:nvPr/>
        </p:nvSpPr>
        <p:spPr>
          <a:xfrm>
            <a:off x="0" y="-12296"/>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a:latin typeface="Arial" panose="020B0604020202020204" pitchFamily="34" charset="0"/>
                <a:cs typeface="Arial" panose="020B0604020202020204" pitchFamily="34" charset="0"/>
              </a:rPr>
              <a:t>Methodology for Extracting Locally Circulating Clusters </a:t>
            </a:r>
          </a:p>
        </p:txBody>
      </p:sp>
      <p:sp>
        <p:nvSpPr>
          <p:cNvPr id="6" name="Rectangle 5">
            <a:extLst>
              <a:ext uri="{FF2B5EF4-FFF2-40B4-BE49-F238E27FC236}">
                <a16:creationId xmlns:a16="http://schemas.microsoft.com/office/drawing/2014/main" id="{4C63D4D8-07D1-8F58-373A-0E5BA9D27D5C}"/>
              </a:ext>
            </a:extLst>
          </p:cNvPr>
          <p:cNvSpPr/>
          <p:nvPr/>
        </p:nvSpPr>
        <p:spPr>
          <a:xfrm>
            <a:off x="6513616" y="6581001"/>
            <a:ext cx="2571007" cy="2398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ED5A0ED-C845-82E1-B948-EF23353BDF85}"/>
              </a:ext>
            </a:extLst>
          </p:cNvPr>
          <p:cNvSpPr txBox="1"/>
          <p:nvPr/>
        </p:nvSpPr>
        <p:spPr>
          <a:xfrm>
            <a:off x="9625759" y="6581001"/>
            <a:ext cx="2571007" cy="276999"/>
          </a:xfrm>
          <a:prstGeom prst="rect">
            <a:avLst/>
          </a:prstGeom>
          <a:noFill/>
        </p:spPr>
        <p:txBody>
          <a:bodyPr wrap="square" rtlCol="0">
            <a:spAutoFit/>
          </a:bodyPr>
          <a:lstStyle/>
          <a:p>
            <a:r>
              <a:rPr lang="en-US" sz="1200" b="1">
                <a:solidFill>
                  <a:srgbClr val="222222"/>
                </a:solidFill>
                <a:latin typeface="Arial" panose="020B0604020202020204" pitchFamily="34" charset="0"/>
              </a:rPr>
              <a:t>Bioinformatic tool: </a:t>
            </a:r>
            <a:r>
              <a:rPr lang="en-US" sz="1200" b="1" i="1" err="1">
                <a:solidFill>
                  <a:srgbClr val="222222"/>
                </a:solidFill>
                <a:latin typeface="Arial" panose="020B0604020202020204" pitchFamily="34" charset="0"/>
              </a:rPr>
              <a:t>Clusterfinder</a:t>
            </a:r>
            <a:endParaRPr lang="en-US" sz="1200" b="1"/>
          </a:p>
        </p:txBody>
      </p:sp>
      <p:pic>
        <p:nvPicPr>
          <p:cNvPr id="8" name="Picture 7" descr="A diagram of a network&#10;&#10;AI-generated content may be incorrect.">
            <a:extLst>
              <a:ext uri="{FF2B5EF4-FFF2-40B4-BE49-F238E27FC236}">
                <a16:creationId xmlns:a16="http://schemas.microsoft.com/office/drawing/2014/main" id="{6B6AFF8A-ED54-3128-08F8-162FE6D70F86}"/>
              </a:ext>
            </a:extLst>
          </p:cNvPr>
          <p:cNvPicPr>
            <a:picLocks noChangeAspect="1"/>
          </p:cNvPicPr>
          <p:nvPr/>
        </p:nvPicPr>
        <p:blipFill>
          <a:blip r:embed="rId4"/>
          <a:stretch>
            <a:fillRect/>
          </a:stretch>
        </p:blipFill>
        <p:spPr>
          <a:xfrm>
            <a:off x="2209800" y="1313267"/>
            <a:ext cx="7772400" cy="3008670"/>
          </a:xfrm>
          <a:prstGeom prst="rect">
            <a:avLst/>
          </a:prstGeom>
        </p:spPr>
      </p:pic>
      <p:sp>
        <p:nvSpPr>
          <p:cNvPr id="2" name="Slide Number Placeholder 1">
            <a:extLst>
              <a:ext uri="{FF2B5EF4-FFF2-40B4-BE49-F238E27FC236}">
                <a16:creationId xmlns:a16="http://schemas.microsoft.com/office/drawing/2014/main" id="{79F04B72-6D76-CC41-E5BF-3D6B0C57976F}"/>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CC1E2F-350D-40F2-B937-598FD7F837CC}" type="slidenum">
              <a:rPr lang="en-US" smtClean="0"/>
              <a:pPr/>
              <a:t>29</a:t>
            </a:fld>
            <a:endParaRPr lang="en-US"/>
          </a:p>
        </p:txBody>
      </p:sp>
    </p:spTree>
    <p:extLst>
      <p:ext uri="{BB962C8B-B14F-4D97-AF65-F5344CB8AC3E}">
        <p14:creationId xmlns:p14="http://schemas.microsoft.com/office/powerpoint/2010/main" val="42033488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8AF74-5ECE-64F1-9EC5-360F796D4ECC}"/>
            </a:ext>
          </a:extLst>
        </p:cNvPr>
        <p:cNvGrpSpPr/>
        <p:nvPr/>
      </p:nvGrpSpPr>
      <p:grpSpPr>
        <a:xfrm>
          <a:off x="0" y="0"/>
          <a:ext cx="0" cy="0"/>
          <a:chOff x="0" y="0"/>
          <a:chExt cx="0" cy="0"/>
        </a:xfrm>
      </p:grpSpPr>
      <p:pic>
        <p:nvPicPr>
          <p:cNvPr id="9" name="Picture 2" descr="page1image20218064">
            <a:extLst>
              <a:ext uri="{FF2B5EF4-FFF2-40B4-BE49-F238E27FC236}">
                <a16:creationId xmlns:a16="http://schemas.microsoft.com/office/drawing/2014/main" id="{39CCBD93-5393-7F93-F04B-9D69EC2D3E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176698"/>
            <a:ext cx="2753018" cy="644163"/>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a:extLst>
              <a:ext uri="{FF2B5EF4-FFF2-40B4-BE49-F238E27FC236}">
                <a16:creationId xmlns:a16="http://schemas.microsoft.com/office/drawing/2014/main" id="{93A89F4A-CBBA-BF27-0532-B34B8F2358D2}"/>
              </a:ext>
            </a:extLst>
          </p:cNvPr>
          <p:cNvSpPr txBox="1">
            <a:spLocks/>
          </p:cNvSpPr>
          <p:nvPr/>
        </p:nvSpPr>
        <p:spPr>
          <a:xfrm>
            <a:off x="0" y="-12296"/>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a:latin typeface="Arial" panose="020B0604020202020204" pitchFamily="34" charset="0"/>
                <a:cs typeface="Arial" panose="020B0604020202020204" pitchFamily="34" charset="0"/>
              </a:rPr>
              <a:t>Methodology for Extracting Locally Circulating Clusters </a:t>
            </a:r>
          </a:p>
        </p:txBody>
      </p:sp>
      <p:sp>
        <p:nvSpPr>
          <p:cNvPr id="6" name="Rectangle 5">
            <a:extLst>
              <a:ext uri="{FF2B5EF4-FFF2-40B4-BE49-F238E27FC236}">
                <a16:creationId xmlns:a16="http://schemas.microsoft.com/office/drawing/2014/main" id="{26857D32-3C31-41C4-FC8F-F2CCB73549B4}"/>
              </a:ext>
            </a:extLst>
          </p:cNvPr>
          <p:cNvSpPr/>
          <p:nvPr/>
        </p:nvSpPr>
        <p:spPr>
          <a:xfrm>
            <a:off x="6513616" y="6581001"/>
            <a:ext cx="2571007" cy="2398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3E11561-A83D-3AD3-DCA9-8D0F8955E3A1}"/>
              </a:ext>
            </a:extLst>
          </p:cNvPr>
          <p:cNvSpPr txBox="1"/>
          <p:nvPr/>
        </p:nvSpPr>
        <p:spPr>
          <a:xfrm>
            <a:off x="9625759" y="6581001"/>
            <a:ext cx="2571007" cy="276999"/>
          </a:xfrm>
          <a:prstGeom prst="rect">
            <a:avLst/>
          </a:prstGeom>
          <a:noFill/>
        </p:spPr>
        <p:txBody>
          <a:bodyPr wrap="square" rtlCol="0">
            <a:spAutoFit/>
          </a:bodyPr>
          <a:lstStyle/>
          <a:p>
            <a:r>
              <a:rPr lang="en-US" sz="1200" b="1">
                <a:solidFill>
                  <a:srgbClr val="222222"/>
                </a:solidFill>
                <a:latin typeface="Arial" panose="020B0604020202020204" pitchFamily="34" charset="0"/>
              </a:rPr>
              <a:t>Bioinformatic tool: </a:t>
            </a:r>
            <a:r>
              <a:rPr lang="en-US" sz="1200" b="1" i="1" err="1">
                <a:solidFill>
                  <a:srgbClr val="222222"/>
                </a:solidFill>
                <a:latin typeface="Arial" panose="020B0604020202020204" pitchFamily="34" charset="0"/>
              </a:rPr>
              <a:t>Clusterfinder</a:t>
            </a:r>
            <a:endParaRPr lang="en-US" sz="1200" b="1"/>
          </a:p>
        </p:txBody>
      </p:sp>
      <p:pic>
        <p:nvPicPr>
          <p:cNvPr id="8" name="Picture 7" descr="A diagram of a network&#10;&#10;AI-generated content may be incorrect.">
            <a:extLst>
              <a:ext uri="{FF2B5EF4-FFF2-40B4-BE49-F238E27FC236}">
                <a16:creationId xmlns:a16="http://schemas.microsoft.com/office/drawing/2014/main" id="{4F40925A-7242-D632-162B-BFAA9E3DAA91}"/>
              </a:ext>
            </a:extLst>
          </p:cNvPr>
          <p:cNvPicPr>
            <a:picLocks noChangeAspect="1"/>
          </p:cNvPicPr>
          <p:nvPr/>
        </p:nvPicPr>
        <p:blipFill>
          <a:blip r:embed="rId4"/>
          <a:stretch>
            <a:fillRect/>
          </a:stretch>
        </p:blipFill>
        <p:spPr>
          <a:xfrm>
            <a:off x="2209800" y="1313267"/>
            <a:ext cx="7772400" cy="3008670"/>
          </a:xfrm>
          <a:prstGeom prst="rect">
            <a:avLst/>
          </a:prstGeom>
        </p:spPr>
      </p:pic>
      <p:sp>
        <p:nvSpPr>
          <p:cNvPr id="2" name="Slide Number Placeholder 1">
            <a:extLst>
              <a:ext uri="{FF2B5EF4-FFF2-40B4-BE49-F238E27FC236}">
                <a16:creationId xmlns:a16="http://schemas.microsoft.com/office/drawing/2014/main" id="{E437A26B-708C-0148-4959-1A76AE59B6DB}"/>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CC1E2F-350D-40F2-B937-598FD7F837CC}" type="slidenum">
              <a:rPr lang="en-US" smtClean="0"/>
              <a:pPr/>
              <a:t>30</a:t>
            </a:fld>
            <a:endParaRPr lang="en-US"/>
          </a:p>
        </p:txBody>
      </p:sp>
    </p:spTree>
    <p:extLst>
      <p:ext uri="{BB962C8B-B14F-4D97-AF65-F5344CB8AC3E}">
        <p14:creationId xmlns:p14="http://schemas.microsoft.com/office/powerpoint/2010/main" val="29246813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3EA3F-740F-F990-182D-CF5C154FC544}"/>
            </a:ext>
          </a:extLst>
        </p:cNvPr>
        <p:cNvGrpSpPr/>
        <p:nvPr/>
      </p:nvGrpSpPr>
      <p:grpSpPr>
        <a:xfrm>
          <a:off x="0" y="0"/>
          <a:ext cx="0" cy="0"/>
          <a:chOff x="0" y="0"/>
          <a:chExt cx="0" cy="0"/>
        </a:xfrm>
      </p:grpSpPr>
      <p:pic>
        <p:nvPicPr>
          <p:cNvPr id="9" name="Picture 2" descr="page1image20218064">
            <a:extLst>
              <a:ext uri="{FF2B5EF4-FFF2-40B4-BE49-F238E27FC236}">
                <a16:creationId xmlns:a16="http://schemas.microsoft.com/office/drawing/2014/main" id="{64A081C4-8848-4CD5-E574-6DD4CAE168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176698"/>
            <a:ext cx="2753018" cy="644163"/>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a:extLst>
              <a:ext uri="{FF2B5EF4-FFF2-40B4-BE49-F238E27FC236}">
                <a16:creationId xmlns:a16="http://schemas.microsoft.com/office/drawing/2014/main" id="{ACD21B54-0C88-0D4F-1C69-08504BB4C27F}"/>
              </a:ext>
            </a:extLst>
          </p:cNvPr>
          <p:cNvSpPr txBox="1">
            <a:spLocks/>
          </p:cNvSpPr>
          <p:nvPr/>
        </p:nvSpPr>
        <p:spPr>
          <a:xfrm>
            <a:off x="0" y="-12296"/>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a:latin typeface="Arial" panose="020B0604020202020204" pitchFamily="34" charset="0"/>
                <a:cs typeface="Arial" panose="020B0604020202020204" pitchFamily="34" charset="0"/>
              </a:rPr>
              <a:t>Methodology for Extracting Locally Circulating Clusters </a:t>
            </a:r>
          </a:p>
        </p:txBody>
      </p:sp>
      <p:sp>
        <p:nvSpPr>
          <p:cNvPr id="6" name="Rectangle 5">
            <a:extLst>
              <a:ext uri="{FF2B5EF4-FFF2-40B4-BE49-F238E27FC236}">
                <a16:creationId xmlns:a16="http://schemas.microsoft.com/office/drawing/2014/main" id="{DCF3A3CE-493B-0F42-27DE-B81BAFE3D95E}"/>
              </a:ext>
            </a:extLst>
          </p:cNvPr>
          <p:cNvSpPr/>
          <p:nvPr/>
        </p:nvSpPr>
        <p:spPr>
          <a:xfrm>
            <a:off x="6513616" y="6581001"/>
            <a:ext cx="2571007" cy="2398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89F46BF-C731-F8CC-08F2-6064983EB077}"/>
              </a:ext>
            </a:extLst>
          </p:cNvPr>
          <p:cNvSpPr txBox="1"/>
          <p:nvPr/>
        </p:nvSpPr>
        <p:spPr>
          <a:xfrm>
            <a:off x="9625759" y="6581001"/>
            <a:ext cx="2571007" cy="276999"/>
          </a:xfrm>
          <a:prstGeom prst="rect">
            <a:avLst/>
          </a:prstGeom>
          <a:noFill/>
        </p:spPr>
        <p:txBody>
          <a:bodyPr wrap="square" rtlCol="0">
            <a:spAutoFit/>
          </a:bodyPr>
          <a:lstStyle/>
          <a:p>
            <a:r>
              <a:rPr lang="en-US" sz="1200" b="1">
                <a:solidFill>
                  <a:srgbClr val="222222"/>
                </a:solidFill>
                <a:latin typeface="Arial" panose="020B0604020202020204" pitchFamily="34" charset="0"/>
              </a:rPr>
              <a:t>Bioinformatic tool: </a:t>
            </a:r>
            <a:r>
              <a:rPr lang="en-US" sz="1200" b="1" i="1" err="1">
                <a:solidFill>
                  <a:srgbClr val="222222"/>
                </a:solidFill>
                <a:latin typeface="Arial" panose="020B0604020202020204" pitchFamily="34" charset="0"/>
              </a:rPr>
              <a:t>Clusterfinder</a:t>
            </a:r>
            <a:endParaRPr lang="en-US" sz="1200" b="1"/>
          </a:p>
        </p:txBody>
      </p:sp>
      <p:pic>
        <p:nvPicPr>
          <p:cNvPr id="3" name="Picture 2" descr="A diagram of a person with a star&#10;&#10;AI-generated content may be incorrect.">
            <a:extLst>
              <a:ext uri="{FF2B5EF4-FFF2-40B4-BE49-F238E27FC236}">
                <a16:creationId xmlns:a16="http://schemas.microsoft.com/office/drawing/2014/main" id="{9309719F-B8AE-6CA0-B3FA-AC6FB4F94890}"/>
              </a:ext>
            </a:extLst>
          </p:cNvPr>
          <p:cNvPicPr>
            <a:picLocks noChangeAspect="1"/>
          </p:cNvPicPr>
          <p:nvPr/>
        </p:nvPicPr>
        <p:blipFill>
          <a:blip r:embed="rId4"/>
          <a:stretch>
            <a:fillRect/>
          </a:stretch>
        </p:blipFill>
        <p:spPr>
          <a:xfrm>
            <a:off x="2209800" y="1313267"/>
            <a:ext cx="7772400" cy="3008670"/>
          </a:xfrm>
          <a:prstGeom prst="rect">
            <a:avLst/>
          </a:prstGeom>
        </p:spPr>
      </p:pic>
      <p:sp>
        <p:nvSpPr>
          <p:cNvPr id="2" name="Slide Number Placeholder 1">
            <a:extLst>
              <a:ext uri="{FF2B5EF4-FFF2-40B4-BE49-F238E27FC236}">
                <a16:creationId xmlns:a16="http://schemas.microsoft.com/office/drawing/2014/main" id="{50D29682-6DC7-251E-C59A-BCE33B5C3077}"/>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CC1E2F-350D-40F2-B937-598FD7F837CC}" type="slidenum">
              <a:rPr lang="en-US" smtClean="0"/>
              <a:pPr/>
              <a:t>31</a:t>
            </a:fld>
            <a:endParaRPr lang="en-US"/>
          </a:p>
        </p:txBody>
      </p:sp>
    </p:spTree>
    <p:extLst>
      <p:ext uri="{BB962C8B-B14F-4D97-AF65-F5344CB8AC3E}">
        <p14:creationId xmlns:p14="http://schemas.microsoft.com/office/powerpoint/2010/main" val="24477651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18B44-1E85-0659-C865-A648FE737A03}"/>
            </a:ext>
          </a:extLst>
        </p:cNvPr>
        <p:cNvGrpSpPr/>
        <p:nvPr/>
      </p:nvGrpSpPr>
      <p:grpSpPr>
        <a:xfrm>
          <a:off x="0" y="0"/>
          <a:ext cx="0" cy="0"/>
          <a:chOff x="0" y="0"/>
          <a:chExt cx="0" cy="0"/>
        </a:xfrm>
      </p:grpSpPr>
      <p:pic>
        <p:nvPicPr>
          <p:cNvPr id="9" name="Picture 2" descr="page1image20218064">
            <a:extLst>
              <a:ext uri="{FF2B5EF4-FFF2-40B4-BE49-F238E27FC236}">
                <a16:creationId xmlns:a16="http://schemas.microsoft.com/office/drawing/2014/main" id="{87EBC2B7-F5D6-A5A1-6088-767977DDE2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176698"/>
            <a:ext cx="2753018" cy="644163"/>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a:extLst>
              <a:ext uri="{FF2B5EF4-FFF2-40B4-BE49-F238E27FC236}">
                <a16:creationId xmlns:a16="http://schemas.microsoft.com/office/drawing/2014/main" id="{6960D421-F0B0-E6A3-7BC0-57A2268B0F8C}"/>
              </a:ext>
            </a:extLst>
          </p:cNvPr>
          <p:cNvSpPr txBox="1">
            <a:spLocks/>
          </p:cNvSpPr>
          <p:nvPr/>
        </p:nvSpPr>
        <p:spPr>
          <a:xfrm>
            <a:off x="0" y="-12296"/>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a:latin typeface="Arial" panose="020B0604020202020204" pitchFamily="34" charset="0"/>
                <a:cs typeface="Arial" panose="020B0604020202020204" pitchFamily="34" charset="0"/>
              </a:rPr>
              <a:t>Phylogeny-trait association test</a:t>
            </a:r>
          </a:p>
        </p:txBody>
      </p:sp>
      <p:sp>
        <p:nvSpPr>
          <p:cNvPr id="6" name="Rectangle 5">
            <a:extLst>
              <a:ext uri="{FF2B5EF4-FFF2-40B4-BE49-F238E27FC236}">
                <a16:creationId xmlns:a16="http://schemas.microsoft.com/office/drawing/2014/main" id="{A06DD434-B60F-C6E8-CB15-12599DCBA5EF}"/>
              </a:ext>
            </a:extLst>
          </p:cNvPr>
          <p:cNvSpPr/>
          <p:nvPr/>
        </p:nvSpPr>
        <p:spPr>
          <a:xfrm>
            <a:off x="6513616" y="6581001"/>
            <a:ext cx="2571007" cy="2398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graph of a tall tower&#10;&#10;AI-generated content may be incorrect.">
            <a:extLst>
              <a:ext uri="{FF2B5EF4-FFF2-40B4-BE49-F238E27FC236}">
                <a16:creationId xmlns:a16="http://schemas.microsoft.com/office/drawing/2014/main" id="{C59CBA0D-445B-0FF1-9CF7-7BC09D7D48B5}"/>
              </a:ext>
            </a:extLst>
          </p:cNvPr>
          <p:cNvPicPr>
            <a:picLocks noChangeAspect="1"/>
          </p:cNvPicPr>
          <p:nvPr/>
        </p:nvPicPr>
        <p:blipFill>
          <a:blip r:embed="rId4"/>
          <a:stretch>
            <a:fillRect/>
          </a:stretch>
        </p:blipFill>
        <p:spPr>
          <a:xfrm>
            <a:off x="8774696" y="1367960"/>
            <a:ext cx="2733661" cy="1822440"/>
          </a:xfrm>
          <a:prstGeom prst="rect">
            <a:avLst/>
          </a:prstGeom>
        </p:spPr>
      </p:pic>
      <p:pic>
        <p:nvPicPr>
          <p:cNvPr id="11" name="Picture 10" descr="A graph showing a graph of a number of people&#10;&#10;AI-generated content may be incorrect.">
            <a:extLst>
              <a:ext uri="{FF2B5EF4-FFF2-40B4-BE49-F238E27FC236}">
                <a16:creationId xmlns:a16="http://schemas.microsoft.com/office/drawing/2014/main" id="{7C1555C9-FF66-9D2A-50CF-7957429E43F6}"/>
              </a:ext>
            </a:extLst>
          </p:cNvPr>
          <p:cNvPicPr>
            <a:picLocks noChangeAspect="1"/>
          </p:cNvPicPr>
          <p:nvPr/>
        </p:nvPicPr>
        <p:blipFill>
          <a:blip r:embed="rId5"/>
          <a:stretch>
            <a:fillRect/>
          </a:stretch>
        </p:blipFill>
        <p:spPr>
          <a:xfrm>
            <a:off x="8774696" y="3190400"/>
            <a:ext cx="2610592" cy="1740395"/>
          </a:xfrm>
          <a:prstGeom prst="rect">
            <a:avLst/>
          </a:prstGeom>
        </p:spPr>
      </p:pic>
      <p:sp>
        <p:nvSpPr>
          <p:cNvPr id="14" name="TextBox 13">
            <a:extLst>
              <a:ext uri="{FF2B5EF4-FFF2-40B4-BE49-F238E27FC236}">
                <a16:creationId xmlns:a16="http://schemas.microsoft.com/office/drawing/2014/main" id="{EF38BE38-29E9-023D-CE7C-F222871B3EB5}"/>
              </a:ext>
            </a:extLst>
          </p:cNvPr>
          <p:cNvSpPr txBox="1"/>
          <p:nvPr/>
        </p:nvSpPr>
        <p:spPr>
          <a:xfrm>
            <a:off x="10141527" y="6581001"/>
            <a:ext cx="2055239" cy="276999"/>
          </a:xfrm>
          <a:prstGeom prst="rect">
            <a:avLst/>
          </a:prstGeom>
          <a:noFill/>
        </p:spPr>
        <p:txBody>
          <a:bodyPr wrap="square" rtlCol="0">
            <a:spAutoFit/>
          </a:bodyPr>
          <a:lstStyle/>
          <a:p>
            <a:r>
              <a:rPr lang="en-US" sz="1200" b="1">
                <a:solidFill>
                  <a:srgbClr val="222222"/>
                </a:solidFill>
                <a:latin typeface="Arial" panose="020B0604020202020204" pitchFamily="34" charset="0"/>
              </a:rPr>
              <a:t>Bioinformatic tool: </a:t>
            </a:r>
            <a:r>
              <a:rPr lang="en-US" sz="1200" b="1" i="1">
                <a:solidFill>
                  <a:srgbClr val="222222"/>
                </a:solidFill>
                <a:latin typeface="Arial" panose="020B0604020202020204" pitchFamily="34" charset="0"/>
              </a:rPr>
              <a:t>TTAT</a:t>
            </a:r>
            <a:endParaRPr lang="en-US" sz="1200" b="1"/>
          </a:p>
        </p:txBody>
      </p:sp>
      <p:pic>
        <p:nvPicPr>
          <p:cNvPr id="4" name="Picture 3" descr="A diagram of a tournament&#10;&#10;AI-generated content may be incorrect.">
            <a:extLst>
              <a:ext uri="{FF2B5EF4-FFF2-40B4-BE49-F238E27FC236}">
                <a16:creationId xmlns:a16="http://schemas.microsoft.com/office/drawing/2014/main" id="{EB504198-AE03-F84A-0DC6-4F30222A99D9}"/>
              </a:ext>
            </a:extLst>
          </p:cNvPr>
          <p:cNvPicPr>
            <a:picLocks noChangeAspect="1"/>
          </p:cNvPicPr>
          <p:nvPr/>
        </p:nvPicPr>
        <p:blipFill>
          <a:blip r:embed="rId6"/>
          <a:stretch>
            <a:fillRect/>
          </a:stretch>
        </p:blipFill>
        <p:spPr>
          <a:xfrm>
            <a:off x="2440782" y="1298992"/>
            <a:ext cx="2440782" cy="3429001"/>
          </a:xfrm>
          <a:prstGeom prst="rect">
            <a:avLst/>
          </a:prstGeom>
        </p:spPr>
      </p:pic>
      <p:pic>
        <p:nvPicPr>
          <p:cNvPr id="10" name="Picture 9" descr="A diagram of a tournament&#10;&#10;AI-generated content may be incorrect.">
            <a:extLst>
              <a:ext uri="{FF2B5EF4-FFF2-40B4-BE49-F238E27FC236}">
                <a16:creationId xmlns:a16="http://schemas.microsoft.com/office/drawing/2014/main" id="{81F3E49C-07A2-3E73-265F-74403E4EF825}"/>
              </a:ext>
            </a:extLst>
          </p:cNvPr>
          <p:cNvPicPr>
            <a:picLocks noChangeAspect="1"/>
          </p:cNvPicPr>
          <p:nvPr/>
        </p:nvPicPr>
        <p:blipFill>
          <a:blip r:embed="rId7"/>
          <a:stretch>
            <a:fillRect/>
          </a:stretch>
        </p:blipFill>
        <p:spPr>
          <a:xfrm>
            <a:off x="5358337" y="1306015"/>
            <a:ext cx="2440782" cy="3414953"/>
          </a:xfrm>
          <a:prstGeom prst="rect">
            <a:avLst/>
          </a:prstGeom>
        </p:spPr>
      </p:pic>
      <p:pic>
        <p:nvPicPr>
          <p:cNvPr id="18" name="Picture 17" descr="A diagram of a tournament&#10;&#10;AI-generated content may be incorrect.">
            <a:extLst>
              <a:ext uri="{FF2B5EF4-FFF2-40B4-BE49-F238E27FC236}">
                <a16:creationId xmlns:a16="http://schemas.microsoft.com/office/drawing/2014/main" id="{E7E87A22-645E-71EA-BC16-D1536B7D55AB}"/>
              </a:ext>
            </a:extLst>
          </p:cNvPr>
          <p:cNvPicPr>
            <a:picLocks noChangeAspect="1"/>
          </p:cNvPicPr>
          <p:nvPr/>
        </p:nvPicPr>
        <p:blipFill>
          <a:blip r:embed="rId8"/>
          <a:stretch>
            <a:fillRect/>
          </a:stretch>
        </p:blipFill>
        <p:spPr>
          <a:xfrm>
            <a:off x="0" y="1298992"/>
            <a:ext cx="2440782" cy="3429000"/>
          </a:xfrm>
          <a:prstGeom prst="rect">
            <a:avLst/>
          </a:prstGeom>
        </p:spPr>
      </p:pic>
      <p:sp>
        <p:nvSpPr>
          <p:cNvPr id="19" name="TextBox 18">
            <a:extLst>
              <a:ext uri="{FF2B5EF4-FFF2-40B4-BE49-F238E27FC236}">
                <a16:creationId xmlns:a16="http://schemas.microsoft.com/office/drawing/2014/main" id="{CB161D63-8B03-1228-DD00-B06CC616D307}"/>
              </a:ext>
            </a:extLst>
          </p:cNvPr>
          <p:cNvSpPr txBox="1"/>
          <p:nvPr/>
        </p:nvSpPr>
        <p:spPr>
          <a:xfrm>
            <a:off x="246919" y="5267679"/>
            <a:ext cx="2146742" cy="369332"/>
          </a:xfrm>
          <a:prstGeom prst="rect">
            <a:avLst/>
          </a:prstGeom>
          <a:noFill/>
        </p:spPr>
        <p:txBody>
          <a:bodyPr wrap="none" rtlCol="0">
            <a:spAutoFit/>
          </a:bodyPr>
          <a:lstStyle/>
          <a:p>
            <a:r>
              <a:rPr lang="en-US" sz="1800">
                <a:effectLst/>
                <a:latin typeface="Arial" panose="020B0604020202020204" pitchFamily="34" charset="0"/>
                <a:cs typeface="Arial" panose="020B0604020202020204" pitchFamily="34" charset="0"/>
              </a:rPr>
              <a:t>Strong association </a:t>
            </a:r>
            <a:endParaRPr lang="en-US">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FCDCA7BF-A8A3-A4E2-63E7-6048CCF4219A}"/>
              </a:ext>
            </a:extLst>
          </p:cNvPr>
          <p:cNvSpPr txBox="1"/>
          <p:nvPr/>
        </p:nvSpPr>
        <p:spPr>
          <a:xfrm>
            <a:off x="2440782" y="5267679"/>
            <a:ext cx="2608406" cy="369332"/>
          </a:xfrm>
          <a:prstGeom prst="rect">
            <a:avLst/>
          </a:prstGeom>
          <a:noFill/>
        </p:spPr>
        <p:txBody>
          <a:bodyPr wrap="none" rtlCol="0">
            <a:spAutoFit/>
          </a:bodyPr>
          <a:lstStyle/>
          <a:p>
            <a:r>
              <a:rPr lang="en-US" sz="1800">
                <a:effectLst/>
                <a:latin typeface="Arial" panose="020B0604020202020204" pitchFamily="34" charset="0"/>
                <a:cs typeface="Arial" panose="020B0604020202020204" pitchFamily="34" charset="0"/>
              </a:rPr>
              <a:t>Maximally interspersed</a:t>
            </a:r>
            <a:endParaRPr lang="en-US">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6E06E8C8-9355-169B-7620-B4EA09D6604B}"/>
              </a:ext>
            </a:extLst>
          </p:cNvPr>
          <p:cNvSpPr txBox="1"/>
          <p:nvPr/>
        </p:nvSpPr>
        <p:spPr>
          <a:xfrm>
            <a:off x="5466736" y="5267679"/>
            <a:ext cx="2518638" cy="369332"/>
          </a:xfrm>
          <a:prstGeom prst="rect">
            <a:avLst/>
          </a:prstGeom>
          <a:noFill/>
        </p:spPr>
        <p:txBody>
          <a:bodyPr wrap="none" rtlCol="0">
            <a:spAutoFit/>
          </a:bodyPr>
          <a:lstStyle/>
          <a:p>
            <a:r>
              <a:rPr lang="en-US" sz="1800">
                <a:solidFill>
                  <a:srgbClr val="FF0000"/>
                </a:solidFill>
                <a:effectLst/>
                <a:latin typeface="Arial" panose="020B0604020202020204" pitchFamily="34" charset="0"/>
                <a:cs typeface="Arial" panose="020B0604020202020204" pitchFamily="34" charset="0"/>
              </a:rPr>
              <a:t>?Intermediate situation</a:t>
            </a:r>
          </a:p>
        </p:txBody>
      </p:sp>
      <p:sp>
        <p:nvSpPr>
          <p:cNvPr id="2" name="Slide Number Placeholder 1">
            <a:extLst>
              <a:ext uri="{FF2B5EF4-FFF2-40B4-BE49-F238E27FC236}">
                <a16:creationId xmlns:a16="http://schemas.microsoft.com/office/drawing/2014/main" id="{5D173F15-0B4D-CEBC-B7B1-7F41F8023713}"/>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CC1E2F-350D-40F2-B937-598FD7F837CC}" type="slidenum">
              <a:rPr lang="en-US" smtClean="0"/>
              <a:pPr/>
              <a:t>32</a:t>
            </a:fld>
            <a:endParaRPr lang="en-US"/>
          </a:p>
        </p:txBody>
      </p:sp>
    </p:spTree>
    <p:extLst>
      <p:ext uri="{BB962C8B-B14F-4D97-AF65-F5344CB8AC3E}">
        <p14:creationId xmlns:p14="http://schemas.microsoft.com/office/powerpoint/2010/main" val="35611782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18D98-3CDB-D0E8-ECD7-1FF026DA673A}"/>
            </a:ext>
          </a:extLst>
        </p:cNvPr>
        <p:cNvGrpSpPr/>
        <p:nvPr/>
      </p:nvGrpSpPr>
      <p:grpSpPr>
        <a:xfrm>
          <a:off x="0" y="0"/>
          <a:ext cx="0" cy="0"/>
          <a:chOff x="0" y="0"/>
          <a:chExt cx="0" cy="0"/>
        </a:xfrm>
      </p:grpSpPr>
      <p:pic>
        <p:nvPicPr>
          <p:cNvPr id="9" name="Picture 2" descr="page1image20218064">
            <a:extLst>
              <a:ext uri="{FF2B5EF4-FFF2-40B4-BE49-F238E27FC236}">
                <a16:creationId xmlns:a16="http://schemas.microsoft.com/office/drawing/2014/main" id="{20DF1A15-F5D8-4FE8-2353-A510A0800F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176698"/>
            <a:ext cx="2753018" cy="644163"/>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a:extLst>
              <a:ext uri="{FF2B5EF4-FFF2-40B4-BE49-F238E27FC236}">
                <a16:creationId xmlns:a16="http://schemas.microsoft.com/office/drawing/2014/main" id="{C809931B-29BB-A52C-8B07-A122BBA5437F}"/>
              </a:ext>
            </a:extLst>
          </p:cNvPr>
          <p:cNvSpPr txBox="1">
            <a:spLocks/>
          </p:cNvSpPr>
          <p:nvPr/>
        </p:nvSpPr>
        <p:spPr>
          <a:xfrm>
            <a:off x="0" y="-12296"/>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Local clusters showed phylogenetic structure associated with age.</a:t>
            </a:r>
            <a:endParaRPr lang="en-US" sz="3200" dirty="0">
              <a:solidFill>
                <a:srgbClr val="000000"/>
              </a:solidFill>
              <a:latin typeface="Arial" panose="020B0604020202020204" pitchFamily="34" charset="0"/>
            </a:endParaRPr>
          </a:p>
        </p:txBody>
      </p:sp>
      <p:sp>
        <p:nvSpPr>
          <p:cNvPr id="6" name="Rectangle 5">
            <a:extLst>
              <a:ext uri="{FF2B5EF4-FFF2-40B4-BE49-F238E27FC236}">
                <a16:creationId xmlns:a16="http://schemas.microsoft.com/office/drawing/2014/main" id="{E1DB7CEB-3894-9EC2-0E3F-64F9D4E89117}"/>
              </a:ext>
            </a:extLst>
          </p:cNvPr>
          <p:cNvSpPr/>
          <p:nvPr/>
        </p:nvSpPr>
        <p:spPr>
          <a:xfrm>
            <a:off x="6513616" y="6581001"/>
            <a:ext cx="2571007" cy="2398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graph&#10;&#10;AI-generated content may be incorrect.">
            <a:extLst>
              <a:ext uri="{FF2B5EF4-FFF2-40B4-BE49-F238E27FC236}">
                <a16:creationId xmlns:a16="http://schemas.microsoft.com/office/drawing/2014/main" id="{40B95DB4-F545-A021-FAD1-CA3E3FB77B11}"/>
              </a:ext>
            </a:extLst>
          </p:cNvPr>
          <p:cNvPicPr>
            <a:picLocks noChangeAspect="1"/>
          </p:cNvPicPr>
          <p:nvPr/>
        </p:nvPicPr>
        <p:blipFill>
          <a:blip r:embed="rId4"/>
          <a:stretch>
            <a:fillRect/>
          </a:stretch>
        </p:blipFill>
        <p:spPr>
          <a:xfrm>
            <a:off x="3645696" y="1313267"/>
            <a:ext cx="5735840" cy="5599273"/>
          </a:xfrm>
          <a:prstGeom prst="rect">
            <a:avLst/>
          </a:prstGeom>
        </p:spPr>
      </p:pic>
      <p:sp>
        <p:nvSpPr>
          <p:cNvPr id="2" name="Slide Number Placeholder 1">
            <a:extLst>
              <a:ext uri="{FF2B5EF4-FFF2-40B4-BE49-F238E27FC236}">
                <a16:creationId xmlns:a16="http://schemas.microsoft.com/office/drawing/2014/main" id="{69306CB8-F83A-90DA-9601-A3975F9901AA}"/>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CC1E2F-350D-40F2-B937-598FD7F837CC}" type="slidenum">
              <a:rPr lang="en-US" smtClean="0"/>
              <a:pPr/>
              <a:t>33</a:t>
            </a:fld>
            <a:endParaRPr lang="en-US"/>
          </a:p>
        </p:txBody>
      </p:sp>
    </p:spTree>
    <p:extLst>
      <p:ext uri="{BB962C8B-B14F-4D97-AF65-F5344CB8AC3E}">
        <p14:creationId xmlns:p14="http://schemas.microsoft.com/office/powerpoint/2010/main" val="2051547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0DD54-B417-88B8-DF28-C14AB23E6DB1}"/>
            </a:ext>
          </a:extLst>
        </p:cNvPr>
        <p:cNvGrpSpPr/>
        <p:nvPr/>
      </p:nvGrpSpPr>
      <p:grpSpPr>
        <a:xfrm>
          <a:off x="0" y="0"/>
          <a:ext cx="0" cy="0"/>
          <a:chOff x="0" y="0"/>
          <a:chExt cx="0" cy="0"/>
        </a:xfrm>
      </p:grpSpPr>
      <p:pic>
        <p:nvPicPr>
          <p:cNvPr id="9" name="Picture 2" descr="page1image20218064">
            <a:extLst>
              <a:ext uri="{FF2B5EF4-FFF2-40B4-BE49-F238E27FC236}">
                <a16:creationId xmlns:a16="http://schemas.microsoft.com/office/drawing/2014/main" id="{F2B2F68C-0FF0-974A-6001-BC95F1847A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176698"/>
            <a:ext cx="2753018" cy="644163"/>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a:extLst>
              <a:ext uri="{FF2B5EF4-FFF2-40B4-BE49-F238E27FC236}">
                <a16:creationId xmlns:a16="http://schemas.microsoft.com/office/drawing/2014/main" id="{E5087FCF-385A-753E-A8C5-75739487FCEA}"/>
              </a:ext>
            </a:extLst>
          </p:cNvPr>
          <p:cNvSpPr txBox="1">
            <a:spLocks/>
          </p:cNvSpPr>
          <p:nvPr/>
        </p:nvSpPr>
        <p:spPr>
          <a:xfrm>
            <a:off x="0" y="-12296"/>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a:solidFill>
                  <a:srgbClr val="000000"/>
                </a:solidFill>
                <a:latin typeface="Arial" panose="020B0604020202020204" pitchFamily="34" charset="0"/>
              </a:rPr>
              <a:t>Analysis of locally circulating clusters revealed age-structured transmission dynamics</a:t>
            </a:r>
          </a:p>
        </p:txBody>
      </p:sp>
      <p:pic>
        <p:nvPicPr>
          <p:cNvPr id="3" name="Picture 2" descr="A diagram of a diagram&#10;&#10;AI-generated content may be incorrect.">
            <a:extLst>
              <a:ext uri="{FF2B5EF4-FFF2-40B4-BE49-F238E27FC236}">
                <a16:creationId xmlns:a16="http://schemas.microsoft.com/office/drawing/2014/main" id="{98C9D601-8671-2C28-80FF-EE350F8EA66F}"/>
              </a:ext>
            </a:extLst>
          </p:cNvPr>
          <p:cNvPicPr>
            <a:picLocks noChangeAspect="1"/>
          </p:cNvPicPr>
          <p:nvPr/>
        </p:nvPicPr>
        <p:blipFill>
          <a:blip r:embed="rId4"/>
          <a:stretch>
            <a:fillRect/>
          </a:stretch>
        </p:blipFill>
        <p:spPr>
          <a:xfrm>
            <a:off x="3519824" y="1308488"/>
            <a:ext cx="5152351" cy="5549512"/>
          </a:xfrm>
          <a:prstGeom prst="rect">
            <a:avLst/>
          </a:prstGeom>
        </p:spPr>
      </p:pic>
      <p:sp>
        <p:nvSpPr>
          <p:cNvPr id="2" name="Slide Number Placeholder 1">
            <a:extLst>
              <a:ext uri="{FF2B5EF4-FFF2-40B4-BE49-F238E27FC236}">
                <a16:creationId xmlns:a16="http://schemas.microsoft.com/office/drawing/2014/main" id="{C87888D0-BA88-7290-8DB3-76AD377DDF12}"/>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CC1E2F-350D-40F2-B937-598FD7F837CC}" type="slidenum">
              <a:rPr lang="en-US" smtClean="0"/>
              <a:pPr/>
              <a:t>34</a:t>
            </a:fld>
            <a:endParaRPr lang="en-US"/>
          </a:p>
        </p:txBody>
      </p:sp>
    </p:spTree>
    <p:extLst>
      <p:ext uri="{BB962C8B-B14F-4D97-AF65-F5344CB8AC3E}">
        <p14:creationId xmlns:p14="http://schemas.microsoft.com/office/powerpoint/2010/main" val="3488495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B69E8"/>
        </a:solidFill>
        <a:effectLst/>
      </p:bgPr>
    </p:bg>
    <p:spTree>
      <p:nvGrpSpPr>
        <p:cNvPr id="1" name=""/>
        <p:cNvGrpSpPr/>
        <p:nvPr/>
      </p:nvGrpSpPr>
      <p:grpSpPr>
        <a:xfrm>
          <a:off x="0" y="0"/>
          <a:ext cx="0" cy="0"/>
          <a:chOff x="0" y="0"/>
          <a:chExt cx="0" cy="0"/>
        </a:xfrm>
      </p:grpSpPr>
      <p:sp>
        <p:nvSpPr>
          <p:cNvPr id="9" name="section-number">
            <a:extLst>
              <a:ext uri="{FF2B5EF4-FFF2-40B4-BE49-F238E27FC236}">
                <a16:creationId xmlns:a16="http://schemas.microsoft.com/office/drawing/2014/main" id="{649C4C7C-2AB2-4E64-B4B9-3ADA77E6268C}"/>
              </a:ext>
            </a:extLst>
          </p:cNvPr>
          <p:cNvSpPr>
            <a:spLocks noGrp="1"/>
          </p:cNvSpPr>
          <p:nvPr/>
        </p:nvSpPr>
        <p:spPr>
          <a:xfrm>
            <a:off x="723900" y="666750"/>
            <a:ext cx="1238250" cy="876300"/>
          </a:xfrm>
          <a:prstGeom prst="rect">
            <a:avLst/>
          </a:prstGeom>
          <a:noFill/>
          <a:ln w="0">
            <a:noFill/>
            <a:prstDash val="solid"/>
          </a:ln>
        </p:spPr>
        <p:txBody>
          <a:bodyPr lIns="0" tIns="0" rIns="0" bIns="0" anchor="ctr"/>
          <a:lstStyle>
            <a:defPPr algn="ctr">
              <a:defRPr sz="5400" b="1">
                <a:solidFill>
                  <a:srgbClr val="FFFFFF"/>
                </a:solidFill>
                <a:latin typeface="Nimbus Sans Narrow"/>
                <a:ea typeface="Nimbus Sans Narrow"/>
                <a:cs typeface="Nimbus Sans Narrow"/>
              </a:defRPr>
            </a:defPPr>
            <a:lvl1pPr algn="ctr">
              <a:defRPr sz="5400" b="1">
                <a:solidFill>
                  <a:srgbClr val="FFFFFF"/>
                </a:solidFill>
                <a:latin typeface="Nimbus Sans Narrow"/>
                <a:ea typeface="Nimbus Sans Narrow"/>
                <a:cs typeface="Nimbus Sans Narrow"/>
              </a:defRPr>
            </a:lvl1pPr>
            <a:lvl2pPr algn="ctr">
              <a:defRPr sz="5400" b="1">
                <a:solidFill>
                  <a:srgbClr val="FFFFFF"/>
                </a:solidFill>
                <a:latin typeface="Nimbus Sans Narrow"/>
                <a:ea typeface="Nimbus Sans Narrow"/>
                <a:cs typeface="Nimbus Sans Narrow"/>
              </a:defRPr>
            </a:lvl2pPr>
            <a:lvl3pPr algn="ctr">
              <a:defRPr sz="5400" b="1">
                <a:solidFill>
                  <a:srgbClr val="FFFFFF"/>
                </a:solidFill>
                <a:latin typeface="Nimbus Sans Narrow"/>
                <a:ea typeface="Nimbus Sans Narrow"/>
                <a:cs typeface="Nimbus Sans Narrow"/>
              </a:defRPr>
            </a:lvl3pPr>
            <a:lvl4pPr algn="ctr">
              <a:defRPr sz="5400" b="1">
                <a:solidFill>
                  <a:srgbClr val="FFFFFF"/>
                </a:solidFill>
                <a:latin typeface="Nimbus Sans Narrow"/>
                <a:ea typeface="Nimbus Sans Narrow"/>
                <a:cs typeface="Nimbus Sans Narrow"/>
              </a:defRPr>
            </a:lvl4pPr>
            <a:lvl5pPr algn="ctr">
              <a:defRPr sz="5400" b="1">
                <a:solidFill>
                  <a:srgbClr val="FFFFFF"/>
                </a:solidFill>
                <a:latin typeface="Nimbus Sans Narrow"/>
                <a:ea typeface="Nimbus Sans Narrow"/>
                <a:cs typeface="Nimbus Sans Narrow"/>
              </a:defRPr>
            </a:lvl5pPr>
            <a:lvl6pPr algn="ctr">
              <a:defRPr sz="5400" b="1">
                <a:solidFill>
                  <a:srgbClr val="FFFFFF"/>
                </a:solidFill>
                <a:latin typeface="Nimbus Sans Narrow"/>
                <a:ea typeface="Nimbus Sans Narrow"/>
                <a:cs typeface="Nimbus Sans Narrow"/>
              </a:defRPr>
            </a:lvl6pPr>
            <a:lvl7pPr algn="ctr">
              <a:defRPr sz="5400" b="1">
                <a:solidFill>
                  <a:srgbClr val="FFFFFF"/>
                </a:solidFill>
                <a:latin typeface="Nimbus Sans Narrow"/>
                <a:ea typeface="Nimbus Sans Narrow"/>
                <a:cs typeface="Nimbus Sans Narrow"/>
              </a:defRPr>
            </a:lvl7pPr>
            <a:lvl8pPr algn="ctr">
              <a:defRPr sz="5400" b="1">
                <a:solidFill>
                  <a:srgbClr val="FFFFFF"/>
                </a:solidFill>
                <a:latin typeface="Nimbus Sans Narrow"/>
                <a:ea typeface="Nimbus Sans Narrow"/>
                <a:cs typeface="Nimbus Sans Narrow"/>
              </a:defRPr>
            </a:lvl8pPr>
            <a:lvl9pPr algn="ctr">
              <a:defRPr sz="5400" b="1">
                <a:solidFill>
                  <a:srgbClr val="FFFFFF"/>
                </a:solidFill>
                <a:latin typeface="Nimbus Sans Narrow"/>
                <a:ea typeface="Nimbus Sans Narrow"/>
                <a:cs typeface="Nimbus Sans Narrow"/>
              </a:defRPr>
            </a:lvl9pPr>
          </a:lstStyle>
          <a:p>
            <a:pPr algn="ctr">
              <a:defRPr sz="5400" b="1">
                <a:solidFill>
                  <a:srgbClr val="FFFFFF"/>
                </a:solidFill>
                <a:latin typeface="Nimbus Sans Narrow"/>
                <a:ea typeface="Nimbus Sans Narrow"/>
                <a:cs typeface="Nimbus Sans Narrow"/>
              </a:defRPr>
            </a:pPr>
            <a:r>
              <a:rPr sz="5400" b="1">
                <a:solidFill>
                  <a:srgbClr val="FFFFFF"/>
                </a:solidFill>
                <a:latin typeface="Nimbus Sans Narrow"/>
                <a:ea typeface="Nimbus Sans Narrow"/>
                <a:cs typeface="Nimbus Sans Narrow"/>
              </a:rPr>
              <a:t>05</a:t>
            </a:r>
          </a:p>
        </p:txBody>
      </p:sp>
      <p:sp>
        <p:nvSpPr>
          <p:cNvPr id="2" name="section-title">
            <a:extLst>
              <a:ext uri="{FF2B5EF4-FFF2-40B4-BE49-F238E27FC236}">
                <a16:creationId xmlns:a16="http://schemas.microsoft.com/office/drawing/2014/main" id="{74AB663E-167A-438B-A017-B3790DEF47FA}"/>
              </a:ext>
            </a:extLst>
          </p:cNvPr>
          <p:cNvSpPr>
            <a:spLocks noGrp="1"/>
          </p:cNvSpPr>
          <p:nvPr/>
        </p:nvSpPr>
        <p:spPr>
          <a:xfrm>
            <a:off x="2133600" y="628650"/>
            <a:ext cx="9029700" cy="990600"/>
          </a:xfrm>
          <a:prstGeom prst="rect">
            <a:avLst/>
          </a:prstGeom>
          <a:noFill/>
          <a:ln w="0">
            <a:noFill/>
            <a:prstDash val="solid"/>
          </a:ln>
        </p:spPr>
        <p:txBody>
          <a:bodyPr lIns="0" tIns="0" rIns="0" bIns="0" anchor="ctr"/>
          <a:lstStyle>
            <a:defPPr algn="l">
              <a:defRPr sz="3525" b="1">
                <a:solidFill>
                  <a:srgbClr val="FFFFFF"/>
                </a:solidFill>
                <a:latin typeface="Nimbus Sans Narrow"/>
                <a:ea typeface="Nimbus Sans Narrow"/>
                <a:cs typeface="Nimbus Sans Narrow"/>
              </a:defRPr>
            </a:defPPr>
            <a:lvl1pPr algn="l">
              <a:defRPr sz="3525" b="1">
                <a:solidFill>
                  <a:srgbClr val="FFFFFF"/>
                </a:solidFill>
                <a:latin typeface="Nimbus Sans Narrow"/>
                <a:ea typeface="Nimbus Sans Narrow"/>
                <a:cs typeface="Nimbus Sans Narrow"/>
              </a:defRPr>
            </a:lvl1pPr>
            <a:lvl2pPr algn="l">
              <a:defRPr sz="3525" b="1">
                <a:solidFill>
                  <a:srgbClr val="FFFFFF"/>
                </a:solidFill>
                <a:latin typeface="Nimbus Sans Narrow"/>
                <a:ea typeface="Nimbus Sans Narrow"/>
                <a:cs typeface="Nimbus Sans Narrow"/>
              </a:defRPr>
            </a:lvl2pPr>
            <a:lvl3pPr algn="l">
              <a:defRPr sz="3525" b="1">
                <a:solidFill>
                  <a:srgbClr val="FFFFFF"/>
                </a:solidFill>
                <a:latin typeface="Nimbus Sans Narrow"/>
                <a:ea typeface="Nimbus Sans Narrow"/>
                <a:cs typeface="Nimbus Sans Narrow"/>
              </a:defRPr>
            </a:lvl3pPr>
            <a:lvl4pPr algn="l">
              <a:defRPr sz="3525" b="1">
                <a:solidFill>
                  <a:srgbClr val="FFFFFF"/>
                </a:solidFill>
                <a:latin typeface="Nimbus Sans Narrow"/>
                <a:ea typeface="Nimbus Sans Narrow"/>
                <a:cs typeface="Nimbus Sans Narrow"/>
              </a:defRPr>
            </a:lvl4pPr>
            <a:lvl5pPr algn="l">
              <a:defRPr sz="3525" b="1">
                <a:solidFill>
                  <a:srgbClr val="FFFFFF"/>
                </a:solidFill>
                <a:latin typeface="Nimbus Sans Narrow"/>
                <a:ea typeface="Nimbus Sans Narrow"/>
                <a:cs typeface="Nimbus Sans Narrow"/>
              </a:defRPr>
            </a:lvl5pPr>
            <a:lvl6pPr algn="l">
              <a:defRPr sz="3525" b="1">
                <a:solidFill>
                  <a:srgbClr val="FFFFFF"/>
                </a:solidFill>
                <a:latin typeface="Nimbus Sans Narrow"/>
                <a:ea typeface="Nimbus Sans Narrow"/>
                <a:cs typeface="Nimbus Sans Narrow"/>
              </a:defRPr>
            </a:lvl6pPr>
            <a:lvl7pPr algn="l">
              <a:defRPr sz="3525" b="1">
                <a:solidFill>
                  <a:srgbClr val="FFFFFF"/>
                </a:solidFill>
                <a:latin typeface="Nimbus Sans Narrow"/>
                <a:ea typeface="Nimbus Sans Narrow"/>
                <a:cs typeface="Nimbus Sans Narrow"/>
              </a:defRPr>
            </a:lvl7pPr>
            <a:lvl8pPr algn="l">
              <a:defRPr sz="3525" b="1">
                <a:solidFill>
                  <a:srgbClr val="FFFFFF"/>
                </a:solidFill>
                <a:latin typeface="Nimbus Sans Narrow"/>
                <a:ea typeface="Nimbus Sans Narrow"/>
                <a:cs typeface="Nimbus Sans Narrow"/>
              </a:defRPr>
            </a:lvl8pPr>
            <a:lvl9pPr algn="l">
              <a:defRPr sz="3525" b="1">
                <a:solidFill>
                  <a:srgbClr val="FFFFFF"/>
                </a:solidFill>
                <a:latin typeface="Nimbus Sans Narrow"/>
                <a:ea typeface="Nimbus Sans Narrow"/>
                <a:cs typeface="Nimbus Sans Narrow"/>
              </a:defRPr>
            </a:lvl9pPr>
          </a:lstStyle>
          <a:p>
            <a:pPr algn="l">
              <a:defRPr sz="3525" b="1">
                <a:solidFill>
                  <a:srgbClr val="FFFFFF"/>
                </a:solidFill>
                <a:latin typeface="Nimbus Sans Narrow"/>
                <a:ea typeface="Nimbus Sans Narrow"/>
                <a:cs typeface="Nimbus Sans Narrow"/>
              </a:defRPr>
            </a:pPr>
            <a:r>
              <a:rPr sz="3525" b="1">
                <a:solidFill>
                  <a:srgbClr val="FFFFFF"/>
                </a:solidFill>
                <a:latin typeface="Nimbus Sans Narrow"/>
                <a:ea typeface="Nimbus Sans Narrow"/>
                <a:cs typeface="Nimbus Sans Narrow"/>
              </a:rPr>
              <a:t>Characterize an expanding outbreak</a:t>
            </a:r>
          </a:p>
        </p:txBody>
      </p:sp>
      <p:sp>
        <p:nvSpPr>
          <p:cNvPr id="3" name="section-rule">
            <a:extLst>
              <a:ext uri="{FF2B5EF4-FFF2-40B4-BE49-F238E27FC236}">
                <a16:creationId xmlns:a16="http://schemas.microsoft.com/office/drawing/2014/main" id="{1431CA87-2E27-405D-BFB2-79E40580F747}"/>
              </a:ext>
            </a:extLst>
          </p:cNvPr>
          <p:cNvSpPr>
            <a:spLocks noGrp="1"/>
          </p:cNvSpPr>
          <p:nvPr/>
        </p:nvSpPr>
        <p:spPr>
          <a:xfrm>
            <a:off x="1009650" y="1866900"/>
            <a:ext cx="10134600" cy="953"/>
          </a:xfrm>
          <a:custGeom>
            <a:avLst/>
            <a:gdLst/>
            <a:ahLst/>
            <a:cxnLst/>
            <a:rect l="0" t="0" r="0" b="0"/>
            <a:pathLst>
              <a:path w="10134600" h="953">
                <a:moveTo>
                  <a:pt x="0" y="0"/>
                </a:moveTo>
                <a:lnTo>
                  <a:pt x="10134600" y="0"/>
                </a:lnTo>
              </a:path>
            </a:pathLst>
          </a:custGeom>
          <a:noFill/>
          <a:ln w="19050">
            <a:solidFill>
              <a:srgbClr val="FFFFFF"/>
            </a:solidFill>
            <a:prstDash val="solid"/>
          </a:ln>
        </p:spPr>
        <p:txBody>
          <a:bodyPr/>
          <a:lstStyle/>
          <a:p>
            <a:endParaRPr lang="en-US"/>
          </a:p>
        </p:txBody>
      </p:sp>
      <p:sp>
        <p:nvSpPr>
          <p:cNvPr id="4" name="question-label">
            <a:extLst>
              <a:ext uri="{FF2B5EF4-FFF2-40B4-BE49-F238E27FC236}">
                <a16:creationId xmlns:a16="http://schemas.microsoft.com/office/drawing/2014/main" id="{29C67F7E-6E38-4BC2-8F91-8F3C1070E8C1}"/>
              </a:ext>
            </a:extLst>
          </p:cNvPr>
          <p:cNvSpPr>
            <a:spLocks noGrp="1"/>
          </p:cNvSpPr>
          <p:nvPr/>
        </p:nvSpPr>
        <p:spPr>
          <a:xfrm>
            <a:off x="1047750" y="2266950"/>
            <a:ext cx="3143250" cy="304800"/>
          </a:xfrm>
          <a:prstGeom prst="rect">
            <a:avLst/>
          </a:prstGeom>
          <a:noFill/>
          <a:ln w="0">
            <a:noFill/>
            <a:prstDash val="solid"/>
          </a:ln>
        </p:spPr>
        <p:txBody>
          <a:bodyPr lIns="0" tIns="0" rIns="0" bIns="0" anchor="ctr"/>
          <a:lstStyle>
            <a:defPPr algn="l">
              <a:defRPr sz="1500" b="1">
                <a:solidFill>
                  <a:srgbClr val="FFFFFF"/>
                </a:solidFill>
                <a:latin typeface="Nimbus Sans Narrow"/>
                <a:ea typeface="Nimbus Sans Narrow"/>
                <a:cs typeface="Nimbus Sans Narrow"/>
              </a:defRPr>
            </a:defPPr>
            <a:lvl1pPr algn="l">
              <a:defRPr sz="1500" b="1">
                <a:solidFill>
                  <a:srgbClr val="FFFFFF"/>
                </a:solidFill>
                <a:latin typeface="Nimbus Sans Narrow"/>
                <a:ea typeface="Nimbus Sans Narrow"/>
                <a:cs typeface="Nimbus Sans Narrow"/>
              </a:defRPr>
            </a:lvl1pPr>
            <a:lvl2pPr algn="l">
              <a:defRPr sz="1500" b="1">
                <a:solidFill>
                  <a:srgbClr val="FFFFFF"/>
                </a:solidFill>
                <a:latin typeface="Nimbus Sans Narrow"/>
                <a:ea typeface="Nimbus Sans Narrow"/>
                <a:cs typeface="Nimbus Sans Narrow"/>
              </a:defRPr>
            </a:lvl2pPr>
            <a:lvl3pPr algn="l">
              <a:defRPr sz="1500" b="1">
                <a:solidFill>
                  <a:srgbClr val="FFFFFF"/>
                </a:solidFill>
                <a:latin typeface="Nimbus Sans Narrow"/>
                <a:ea typeface="Nimbus Sans Narrow"/>
                <a:cs typeface="Nimbus Sans Narrow"/>
              </a:defRPr>
            </a:lvl3pPr>
            <a:lvl4pPr algn="l">
              <a:defRPr sz="1500" b="1">
                <a:solidFill>
                  <a:srgbClr val="FFFFFF"/>
                </a:solidFill>
                <a:latin typeface="Nimbus Sans Narrow"/>
                <a:ea typeface="Nimbus Sans Narrow"/>
                <a:cs typeface="Nimbus Sans Narrow"/>
              </a:defRPr>
            </a:lvl4pPr>
            <a:lvl5pPr algn="l">
              <a:defRPr sz="1500" b="1">
                <a:solidFill>
                  <a:srgbClr val="FFFFFF"/>
                </a:solidFill>
                <a:latin typeface="Nimbus Sans Narrow"/>
                <a:ea typeface="Nimbus Sans Narrow"/>
                <a:cs typeface="Nimbus Sans Narrow"/>
              </a:defRPr>
            </a:lvl5pPr>
            <a:lvl6pPr algn="l">
              <a:defRPr sz="1500" b="1">
                <a:solidFill>
                  <a:srgbClr val="FFFFFF"/>
                </a:solidFill>
                <a:latin typeface="Nimbus Sans Narrow"/>
                <a:ea typeface="Nimbus Sans Narrow"/>
                <a:cs typeface="Nimbus Sans Narrow"/>
              </a:defRPr>
            </a:lvl6pPr>
            <a:lvl7pPr algn="l">
              <a:defRPr sz="1500" b="1">
                <a:solidFill>
                  <a:srgbClr val="FFFFFF"/>
                </a:solidFill>
                <a:latin typeface="Nimbus Sans Narrow"/>
                <a:ea typeface="Nimbus Sans Narrow"/>
                <a:cs typeface="Nimbus Sans Narrow"/>
              </a:defRPr>
            </a:lvl7pPr>
            <a:lvl8pPr algn="l">
              <a:defRPr sz="1500" b="1">
                <a:solidFill>
                  <a:srgbClr val="FFFFFF"/>
                </a:solidFill>
                <a:latin typeface="Nimbus Sans Narrow"/>
                <a:ea typeface="Nimbus Sans Narrow"/>
                <a:cs typeface="Nimbus Sans Narrow"/>
              </a:defRPr>
            </a:lvl8pPr>
            <a:lvl9pPr algn="l">
              <a:defRPr sz="1500" b="1">
                <a:solidFill>
                  <a:srgbClr val="FFFFFF"/>
                </a:solidFill>
                <a:latin typeface="Nimbus Sans Narrow"/>
                <a:ea typeface="Nimbus Sans Narrow"/>
                <a:cs typeface="Nimbus Sans Narrow"/>
              </a:defRPr>
            </a:lvl9pPr>
          </a:lstStyle>
          <a:p>
            <a:pPr algn="l">
              <a:defRPr sz="1500" b="1">
                <a:solidFill>
                  <a:srgbClr val="FFFFFF"/>
                </a:solidFill>
                <a:latin typeface="Nimbus Sans Narrow"/>
                <a:ea typeface="Nimbus Sans Narrow"/>
                <a:cs typeface="Nimbus Sans Narrow"/>
              </a:defRPr>
            </a:pPr>
            <a:r>
              <a:rPr sz="1500" b="1">
                <a:solidFill>
                  <a:srgbClr val="FFFFFF"/>
                </a:solidFill>
                <a:latin typeface="Nimbus Sans Narrow"/>
                <a:ea typeface="Nimbus Sans Narrow"/>
                <a:cs typeface="Nimbus Sans Narrow"/>
              </a:rPr>
              <a:t>PUBLIC-HEALTH QUESTION</a:t>
            </a:r>
          </a:p>
        </p:txBody>
      </p:sp>
      <p:sp>
        <p:nvSpPr>
          <p:cNvPr id="5" name="question">
            <a:extLst>
              <a:ext uri="{FF2B5EF4-FFF2-40B4-BE49-F238E27FC236}">
                <a16:creationId xmlns:a16="http://schemas.microsoft.com/office/drawing/2014/main" id="{D1572C9E-0B84-459C-A6C6-112A2A7470D3}"/>
              </a:ext>
            </a:extLst>
          </p:cNvPr>
          <p:cNvSpPr>
            <a:spLocks noGrp="1"/>
          </p:cNvSpPr>
          <p:nvPr/>
        </p:nvSpPr>
        <p:spPr>
          <a:xfrm>
            <a:off x="1047750" y="2628900"/>
            <a:ext cx="10001250" cy="933450"/>
          </a:xfrm>
          <a:prstGeom prst="rect">
            <a:avLst/>
          </a:prstGeom>
          <a:noFill/>
          <a:ln w="0">
            <a:noFill/>
            <a:prstDash val="solid"/>
          </a:ln>
        </p:spPr>
        <p:txBody>
          <a:bodyPr lIns="0" tIns="0" rIns="0" bIns="0" anchor="ctr"/>
          <a:lstStyle>
            <a:defPPr algn="l">
              <a:defRPr sz="2550" b="1">
                <a:solidFill>
                  <a:srgbClr val="FFFFFF"/>
                </a:solidFill>
                <a:latin typeface="Nimbus Sans Narrow"/>
                <a:ea typeface="Nimbus Sans Narrow"/>
                <a:cs typeface="Nimbus Sans Narrow"/>
              </a:defRPr>
            </a:defPPr>
            <a:lvl1pPr algn="l">
              <a:defRPr sz="2550" b="1">
                <a:solidFill>
                  <a:srgbClr val="FFFFFF"/>
                </a:solidFill>
                <a:latin typeface="Nimbus Sans Narrow"/>
                <a:ea typeface="Nimbus Sans Narrow"/>
                <a:cs typeface="Nimbus Sans Narrow"/>
              </a:defRPr>
            </a:lvl1pPr>
            <a:lvl2pPr algn="l">
              <a:defRPr sz="2550" b="1">
                <a:solidFill>
                  <a:srgbClr val="FFFFFF"/>
                </a:solidFill>
                <a:latin typeface="Nimbus Sans Narrow"/>
                <a:ea typeface="Nimbus Sans Narrow"/>
                <a:cs typeface="Nimbus Sans Narrow"/>
              </a:defRPr>
            </a:lvl2pPr>
            <a:lvl3pPr algn="l">
              <a:defRPr sz="2550" b="1">
                <a:solidFill>
                  <a:srgbClr val="FFFFFF"/>
                </a:solidFill>
                <a:latin typeface="Nimbus Sans Narrow"/>
                <a:ea typeface="Nimbus Sans Narrow"/>
                <a:cs typeface="Nimbus Sans Narrow"/>
              </a:defRPr>
            </a:lvl3pPr>
            <a:lvl4pPr algn="l">
              <a:defRPr sz="2550" b="1">
                <a:solidFill>
                  <a:srgbClr val="FFFFFF"/>
                </a:solidFill>
                <a:latin typeface="Nimbus Sans Narrow"/>
                <a:ea typeface="Nimbus Sans Narrow"/>
                <a:cs typeface="Nimbus Sans Narrow"/>
              </a:defRPr>
            </a:lvl4pPr>
            <a:lvl5pPr algn="l">
              <a:defRPr sz="2550" b="1">
                <a:solidFill>
                  <a:srgbClr val="FFFFFF"/>
                </a:solidFill>
                <a:latin typeface="Nimbus Sans Narrow"/>
                <a:ea typeface="Nimbus Sans Narrow"/>
                <a:cs typeface="Nimbus Sans Narrow"/>
              </a:defRPr>
            </a:lvl5pPr>
            <a:lvl6pPr algn="l">
              <a:defRPr sz="2550" b="1">
                <a:solidFill>
                  <a:srgbClr val="FFFFFF"/>
                </a:solidFill>
                <a:latin typeface="Nimbus Sans Narrow"/>
                <a:ea typeface="Nimbus Sans Narrow"/>
                <a:cs typeface="Nimbus Sans Narrow"/>
              </a:defRPr>
            </a:lvl6pPr>
            <a:lvl7pPr algn="l">
              <a:defRPr sz="2550" b="1">
                <a:solidFill>
                  <a:srgbClr val="FFFFFF"/>
                </a:solidFill>
                <a:latin typeface="Nimbus Sans Narrow"/>
                <a:ea typeface="Nimbus Sans Narrow"/>
                <a:cs typeface="Nimbus Sans Narrow"/>
              </a:defRPr>
            </a:lvl7pPr>
            <a:lvl8pPr algn="l">
              <a:defRPr sz="2550" b="1">
                <a:solidFill>
                  <a:srgbClr val="FFFFFF"/>
                </a:solidFill>
                <a:latin typeface="Nimbus Sans Narrow"/>
                <a:ea typeface="Nimbus Sans Narrow"/>
                <a:cs typeface="Nimbus Sans Narrow"/>
              </a:defRPr>
            </a:lvl8pPr>
            <a:lvl9pPr algn="l">
              <a:defRPr sz="2550" b="1">
                <a:solidFill>
                  <a:srgbClr val="FFFFFF"/>
                </a:solidFill>
                <a:latin typeface="Nimbus Sans Narrow"/>
                <a:ea typeface="Nimbus Sans Narrow"/>
                <a:cs typeface="Nimbus Sans Narrow"/>
              </a:defRPr>
            </a:lvl9pPr>
          </a:lstStyle>
          <a:p>
            <a:pPr algn="l">
              <a:defRPr sz="2550" b="1">
                <a:solidFill>
                  <a:srgbClr val="FFFFFF"/>
                </a:solidFill>
                <a:latin typeface="Nimbus Sans Narrow"/>
                <a:ea typeface="Nimbus Sans Narrow"/>
                <a:cs typeface="Nimbus Sans Narrow"/>
              </a:defRPr>
            </a:pPr>
            <a:r>
              <a:rPr sz="2550" b="1">
                <a:solidFill>
                  <a:srgbClr val="FFFFFF"/>
                </a:solidFill>
                <a:latin typeface="Nimbus Sans Narrow"/>
                <a:ea typeface="Nimbus Sans Narrow"/>
                <a:cs typeface="Nimbus Sans Narrow"/>
              </a:rPr>
              <a:t>What process now drives incidence across the population?</a:t>
            </a:r>
          </a:p>
        </p:txBody>
      </p:sp>
      <p:sp>
        <p:nvSpPr>
          <p:cNvPr id="6" name="contribution-label">
            <a:extLst>
              <a:ext uri="{FF2B5EF4-FFF2-40B4-BE49-F238E27FC236}">
                <a16:creationId xmlns:a16="http://schemas.microsoft.com/office/drawing/2014/main" id="{84D276A2-61AD-4D48-8834-1F34400F3E80}"/>
              </a:ext>
            </a:extLst>
          </p:cNvPr>
          <p:cNvSpPr>
            <a:spLocks noGrp="1"/>
          </p:cNvSpPr>
          <p:nvPr/>
        </p:nvSpPr>
        <p:spPr>
          <a:xfrm>
            <a:off x="1047750" y="4000500"/>
            <a:ext cx="3143250" cy="304800"/>
          </a:xfrm>
          <a:prstGeom prst="rect">
            <a:avLst/>
          </a:prstGeom>
          <a:noFill/>
          <a:ln w="0">
            <a:noFill/>
            <a:prstDash val="solid"/>
          </a:ln>
        </p:spPr>
        <p:txBody>
          <a:bodyPr lIns="0" tIns="0" rIns="0" bIns="0" anchor="ctr"/>
          <a:lstStyle>
            <a:defPPr algn="l">
              <a:defRPr sz="1500" b="1">
                <a:solidFill>
                  <a:srgbClr val="FFFFFF"/>
                </a:solidFill>
                <a:latin typeface="Nimbus Sans Narrow"/>
                <a:ea typeface="Nimbus Sans Narrow"/>
                <a:cs typeface="Nimbus Sans Narrow"/>
              </a:defRPr>
            </a:defPPr>
            <a:lvl1pPr algn="l">
              <a:defRPr sz="1500" b="1">
                <a:solidFill>
                  <a:srgbClr val="FFFFFF"/>
                </a:solidFill>
                <a:latin typeface="Nimbus Sans Narrow"/>
                <a:ea typeface="Nimbus Sans Narrow"/>
                <a:cs typeface="Nimbus Sans Narrow"/>
              </a:defRPr>
            </a:lvl1pPr>
            <a:lvl2pPr algn="l">
              <a:defRPr sz="1500" b="1">
                <a:solidFill>
                  <a:srgbClr val="FFFFFF"/>
                </a:solidFill>
                <a:latin typeface="Nimbus Sans Narrow"/>
                <a:ea typeface="Nimbus Sans Narrow"/>
                <a:cs typeface="Nimbus Sans Narrow"/>
              </a:defRPr>
            </a:lvl2pPr>
            <a:lvl3pPr algn="l">
              <a:defRPr sz="1500" b="1">
                <a:solidFill>
                  <a:srgbClr val="FFFFFF"/>
                </a:solidFill>
                <a:latin typeface="Nimbus Sans Narrow"/>
                <a:ea typeface="Nimbus Sans Narrow"/>
                <a:cs typeface="Nimbus Sans Narrow"/>
              </a:defRPr>
            </a:lvl3pPr>
            <a:lvl4pPr algn="l">
              <a:defRPr sz="1500" b="1">
                <a:solidFill>
                  <a:srgbClr val="FFFFFF"/>
                </a:solidFill>
                <a:latin typeface="Nimbus Sans Narrow"/>
                <a:ea typeface="Nimbus Sans Narrow"/>
                <a:cs typeface="Nimbus Sans Narrow"/>
              </a:defRPr>
            </a:lvl4pPr>
            <a:lvl5pPr algn="l">
              <a:defRPr sz="1500" b="1">
                <a:solidFill>
                  <a:srgbClr val="FFFFFF"/>
                </a:solidFill>
                <a:latin typeface="Nimbus Sans Narrow"/>
                <a:ea typeface="Nimbus Sans Narrow"/>
                <a:cs typeface="Nimbus Sans Narrow"/>
              </a:defRPr>
            </a:lvl5pPr>
            <a:lvl6pPr algn="l">
              <a:defRPr sz="1500" b="1">
                <a:solidFill>
                  <a:srgbClr val="FFFFFF"/>
                </a:solidFill>
                <a:latin typeface="Nimbus Sans Narrow"/>
                <a:ea typeface="Nimbus Sans Narrow"/>
                <a:cs typeface="Nimbus Sans Narrow"/>
              </a:defRPr>
            </a:lvl6pPr>
            <a:lvl7pPr algn="l">
              <a:defRPr sz="1500" b="1">
                <a:solidFill>
                  <a:srgbClr val="FFFFFF"/>
                </a:solidFill>
                <a:latin typeface="Nimbus Sans Narrow"/>
                <a:ea typeface="Nimbus Sans Narrow"/>
                <a:cs typeface="Nimbus Sans Narrow"/>
              </a:defRPr>
            </a:lvl7pPr>
            <a:lvl8pPr algn="l">
              <a:defRPr sz="1500" b="1">
                <a:solidFill>
                  <a:srgbClr val="FFFFFF"/>
                </a:solidFill>
                <a:latin typeface="Nimbus Sans Narrow"/>
                <a:ea typeface="Nimbus Sans Narrow"/>
                <a:cs typeface="Nimbus Sans Narrow"/>
              </a:defRPr>
            </a:lvl8pPr>
            <a:lvl9pPr algn="l">
              <a:defRPr sz="1500" b="1">
                <a:solidFill>
                  <a:srgbClr val="FFFFFF"/>
                </a:solidFill>
                <a:latin typeface="Nimbus Sans Narrow"/>
                <a:ea typeface="Nimbus Sans Narrow"/>
                <a:cs typeface="Nimbus Sans Narrow"/>
              </a:defRPr>
            </a:lvl9pPr>
          </a:lstStyle>
          <a:p>
            <a:pPr algn="l">
              <a:defRPr sz="1500" b="1">
                <a:solidFill>
                  <a:srgbClr val="FFFFFF"/>
                </a:solidFill>
                <a:latin typeface="Nimbus Sans Narrow"/>
                <a:ea typeface="Nimbus Sans Narrow"/>
                <a:cs typeface="Nimbus Sans Narrow"/>
              </a:defRPr>
            </a:pPr>
            <a:r>
              <a:rPr sz="1500" b="1">
                <a:solidFill>
                  <a:srgbClr val="FFFFFF"/>
                </a:solidFill>
                <a:latin typeface="Nimbus Sans Narrow"/>
                <a:ea typeface="Nimbus Sans Narrow"/>
                <a:cs typeface="Nimbus Sans Narrow"/>
              </a:rPr>
              <a:t>MOLECULAR EPIDEMIOLOGY</a:t>
            </a:r>
          </a:p>
        </p:txBody>
      </p:sp>
      <p:sp>
        <p:nvSpPr>
          <p:cNvPr id="7" name="contribution">
            <a:extLst>
              <a:ext uri="{FF2B5EF4-FFF2-40B4-BE49-F238E27FC236}">
                <a16:creationId xmlns:a16="http://schemas.microsoft.com/office/drawing/2014/main" id="{72A21B26-B742-44D6-BE69-E6D6990BB32B}"/>
              </a:ext>
            </a:extLst>
          </p:cNvPr>
          <p:cNvSpPr>
            <a:spLocks noGrp="1"/>
          </p:cNvSpPr>
          <p:nvPr/>
        </p:nvSpPr>
        <p:spPr>
          <a:xfrm>
            <a:off x="1047750" y="4362450"/>
            <a:ext cx="10001250" cy="1143000"/>
          </a:xfrm>
          <a:prstGeom prst="rect">
            <a:avLst/>
          </a:prstGeom>
          <a:noFill/>
          <a:ln w="0">
            <a:noFill/>
            <a:prstDash val="solid"/>
          </a:ln>
        </p:spPr>
        <p:txBody>
          <a:bodyPr lIns="0" tIns="0" rIns="0" bIns="0" anchor="ctr"/>
          <a:lstStyle>
            <a:defPPr algn="l">
              <a:defRPr sz="2250" b="0">
                <a:solidFill>
                  <a:srgbClr val="FFFFFF"/>
                </a:solidFill>
                <a:latin typeface="Nimbus Sans Narrow"/>
                <a:ea typeface="Nimbus Sans Narrow"/>
                <a:cs typeface="Nimbus Sans Narrow"/>
              </a:defRPr>
            </a:defPPr>
            <a:lvl1pPr algn="l">
              <a:defRPr sz="2250" b="0">
                <a:solidFill>
                  <a:srgbClr val="FFFFFF"/>
                </a:solidFill>
                <a:latin typeface="Nimbus Sans Narrow"/>
                <a:ea typeface="Nimbus Sans Narrow"/>
                <a:cs typeface="Nimbus Sans Narrow"/>
              </a:defRPr>
            </a:lvl1pPr>
            <a:lvl2pPr algn="l">
              <a:defRPr sz="2250" b="0">
                <a:solidFill>
                  <a:srgbClr val="FFFFFF"/>
                </a:solidFill>
                <a:latin typeface="Nimbus Sans Narrow"/>
                <a:ea typeface="Nimbus Sans Narrow"/>
                <a:cs typeface="Nimbus Sans Narrow"/>
              </a:defRPr>
            </a:lvl2pPr>
            <a:lvl3pPr algn="l">
              <a:defRPr sz="2250" b="0">
                <a:solidFill>
                  <a:srgbClr val="FFFFFF"/>
                </a:solidFill>
                <a:latin typeface="Nimbus Sans Narrow"/>
                <a:ea typeface="Nimbus Sans Narrow"/>
                <a:cs typeface="Nimbus Sans Narrow"/>
              </a:defRPr>
            </a:lvl3pPr>
            <a:lvl4pPr algn="l">
              <a:defRPr sz="2250" b="0">
                <a:solidFill>
                  <a:srgbClr val="FFFFFF"/>
                </a:solidFill>
                <a:latin typeface="Nimbus Sans Narrow"/>
                <a:ea typeface="Nimbus Sans Narrow"/>
                <a:cs typeface="Nimbus Sans Narrow"/>
              </a:defRPr>
            </a:lvl4pPr>
            <a:lvl5pPr algn="l">
              <a:defRPr sz="2250" b="0">
                <a:solidFill>
                  <a:srgbClr val="FFFFFF"/>
                </a:solidFill>
                <a:latin typeface="Nimbus Sans Narrow"/>
                <a:ea typeface="Nimbus Sans Narrow"/>
                <a:cs typeface="Nimbus Sans Narrow"/>
              </a:defRPr>
            </a:lvl5pPr>
            <a:lvl6pPr algn="l">
              <a:defRPr sz="2250" b="0">
                <a:solidFill>
                  <a:srgbClr val="FFFFFF"/>
                </a:solidFill>
                <a:latin typeface="Nimbus Sans Narrow"/>
                <a:ea typeface="Nimbus Sans Narrow"/>
                <a:cs typeface="Nimbus Sans Narrow"/>
              </a:defRPr>
            </a:lvl6pPr>
            <a:lvl7pPr algn="l">
              <a:defRPr sz="2250" b="0">
                <a:solidFill>
                  <a:srgbClr val="FFFFFF"/>
                </a:solidFill>
                <a:latin typeface="Nimbus Sans Narrow"/>
                <a:ea typeface="Nimbus Sans Narrow"/>
                <a:cs typeface="Nimbus Sans Narrow"/>
              </a:defRPr>
            </a:lvl7pPr>
            <a:lvl8pPr algn="l">
              <a:defRPr sz="2250" b="0">
                <a:solidFill>
                  <a:srgbClr val="FFFFFF"/>
                </a:solidFill>
                <a:latin typeface="Nimbus Sans Narrow"/>
                <a:ea typeface="Nimbus Sans Narrow"/>
                <a:cs typeface="Nimbus Sans Narrow"/>
              </a:defRPr>
            </a:lvl8pPr>
            <a:lvl9pPr algn="l">
              <a:defRPr sz="2250" b="0">
                <a:solidFill>
                  <a:srgbClr val="FFFFFF"/>
                </a:solidFill>
                <a:latin typeface="Nimbus Sans Narrow"/>
                <a:ea typeface="Nimbus Sans Narrow"/>
                <a:cs typeface="Nimbus Sans Narrow"/>
              </a:defRPr>
            </a:lvl9pPr>
          </a:lstStyle>
          <a:p>
            <a:pPr algn="l">
              <a:defRPr sz="2250" b="0">
                <a:solidFill>
                  <a:srgbClr val="FFFFFF"/>
                </a:solidFill>
                <a:latin typeface="Nimbus Sans Narrow"/>
                <a:ea typeface="Nimbus Sans Narrow"/>
                <a:cs typeface="Nimbus Sans Narrow"/>
              </a:defRPr>
            </a:pPr>
            <a:r>
              <a:rPr sz="2250" b="0">
                <a:solidFill>
                  <a:srgbClr val="FFFFFF"/>
                </a:solidFill>
                <a:latin typeface="Nimbus Sans Narrow"/>
                <a:ea typeface="Nimbus Sans Narrow"/>
                <a:cs typeface="Nimbus Sans Narrow"/>
              </a:rPr>
              <a:t>Estimate introductions, local persistence, spatial spread, growth, and heterogeneity under an explicit sampling model.</a:t>
            </a:r>
          </a:p>
        </p:txBody>
      </p:sp>
      <p:sp>
        <p:nvSpPr>
          <p:cNvPr id="8" name="overlap-note">
            <a:extLst>
              <a:ext uri="{FF2B5EF4-FFF2-40B4-BE49-F238E27FC236}">
                <a16:creationId xmlns:a16="http://schemas.microsoft.com/office/drawing/2014/main" id="{75AB91E1-BC3E-4B71-8A6F-A9F46C7F54CA}"/>
              </a:ext>
            </a:extLst>
          </p:cNvPr>
          <p:cNvSpPr>
            <a:spLocks noGrp="1"/>
          </p:cNvSpPr>
          <p:nvPr/>
        </p:nvSpPr>
        <p:spPr>
          <a:xfrm>
            <a:off x="1047750" y="6057900"/>
            <a:ext cx="10001250" cy="304800"/>
          </a:xfrm>
          <a:prstGeom prst="rect">
            <a:avLst/>
          </a:prstGeom>
          <a:noFill/>
          <a:ln w="0">
            <a:noFill/>
            <a:prstDash val="solid"/>
          </a:ln>
        </p:spPr>
        <p:txBody>
          <a:bodyPr lIns="0" tIns="0" rIns="0" bIns="0" anchor="ctr"/>
          <a:lstStyle>
            <a:defPPr algn="r">
              <a:defRPr sz="1500" b="0">
                <a:solidFill>
                  <a:srgbClr val="FFFFFF"/>
                </a:solidFill>
                <a:latin typeface="Nimbus Sans Narrow"/>
                <a:ea typeface="Nimbus Sans Narrow"/>
                <a:cs typeface="Nimbus Sans Narrow"/>
              </a:defRPr>
            </a:defPPr>
            <a:lvl1pPr algn="r">
              <a:defRPr sz="1500" b="0">
                <a:solidFill>
                  <a:srgbClr val="FFFFFF"/>
                </a:solidFill>
                <a:latin typeface="Nimbus Sans Narrow"/>
                <a:ea typeface="Nimbus Sans Narrow"/>
                <a:cs typeface="Nimbus Sans Narrow"/>
              </a:defRPr>
            </a:lvl1pPr>
            <a:lvl2pPr algn="r">
              <a:defRPr sz="1500" b="0">
                <a:solidFill>
                  <a:srgbClr val="FFFFFF"/>
                </a:solidFill>
                <a:latin typeface="Nimbus Sans Narrow"/>
                <a:ea typeface="Nimbus Sans Narrow"/>
                <a:cs typeface="Nimbus Sans Narrow"/>
              </a:defRPr>
            </a:lvl2pPr>
            <a:lvl3pPr algn="r">
              <a:defRPr sz="1500" b="0">
                <a:solidFill>
                  <a:srgbClr val="FFFFFF"/>
                </a:solidFill>
                <a:latin typeface="Nimbus Sans Narrow"/>
                <a:ea typeface="Nimbus Sans Narrow"/>
                <a:cs typeface="Nimbus Sans Narrow"/>
              </a:defRPr>
            </a:lvl3pPr>
            <a:lvl4pPr algn="r">
              <a:defRPr sz="1500" b="0">
                <a:solidFill>
                  <a:srgbClr val="FFFFFF"/>
                </a:solidFill>
                <a:latin typeface="Nimbus Sans Narrow"/>
                <a:ea typeface="Nimbus Sans Narrow"/>
                <a:cs typeface="Nimbus Sans Narrow"/>
              </a:defRPr>
            </a:lvl4pPr>
            <a:lvl5pPr algn="r">
              <a:defRPr sz="1500" b="0">
                <a:solidFill>
                  <a:srgbClr val="FFFFFF"/>
                </a:solidFill>
                <a:latin typeface="Nimbus Sans Narrow"/>
                <a:ea typeface="Nimbus Sans Narrow"/>
                <a:cs typeface="Nimbus Sans Narrow"/>
              </a:defRPr>
            </a:lvl5pPr>
            <a:lvl6pPr algn="r">
              <a:defRPr sz="1500" b="0">
                <a:solidFill>
                  <a:srgbClr val="FFFFFF"/>
                </a:solidFill>
                <a:latin typeface="Nimbus Sans Narrow"/>
                <a:ea typeface="Nimbus Sans Narrow"/>
                <a:cs typeface="Nimbus Sans Narrow"/>
              </a:defRPr>
            </a:lvl6pPr>
            <a:lvl7pPr algn="r">
              <a:defRPr sz="1500" b="0">
                <a:solidFill>
                  <a:srgbClr val="FFFFFF"/>
                </a:solidFill>
                <a:latin typeface="Nimbus Sans Narrow"/>
                <a:ea typeface="Nimbus Sans Narrow"/>
                <a:cs typeface="Nimbus Sans Narrow"/>
              </a:defRPr>
            </a:lvl7pPr>
            <a:lvl8pPr algn="r">
              <a:defRPr sz="1500" b="0">
                <a:solidFill>
                  <a:srgbClr val="FFFFFF"/>
                </a:solidFill>
                <a:latin typeface="Nimbus Sans Narrow"/>
                <a:ea typeface="Nimbus Sans Narrow"/>
                <a:cs typeface="Nimbus Sans Narrow"/>
              </a:defRPr>
            </a:lvl8pPr>
            <a:lvl9pPr algn="r">
              <a:defRPr sz="1500" b="0">
                <a:solidFill>
                  <a:srgbClr val="FFFFFF"/>
                </a:solidFill>
                <a:latin typeface="Nimbus Sans Narrow"/>
                <a:ea typeface="Nimbus Sans Narrow"/>
                <a:cs typeface="Nimbus Sans Narrow"/>
              </a:defRPr>
            </a:lvl9pPr>
          </a:lstStyle>
          <a:p>
            <a:pPr algn="r">
              <a:defRPr sz="1500" b="0">
                <a:solidFill>
                  <a:srgbClr val="FFFFFF"/>
                </a:solidFill>
                <a:latin typeface="Nimbus Sans Narrow"/>
                <a:ea typeface="Nimbus Sans Narrow"/>
                <a:cs typeface="Nimbus Sans Narrow"/>
              </a:defRPr>
            </a:pPr>
            <a:r>
              <a:rPr sz="1500" b="0">
                <a:solidFill>
                  <a:srgbClr val="FFFFFF"/>
                </a:solidFill>
                <a:latin typeface="Nimbus Sans Narrow"/>
                <a:ea typeface="Nimbus Sans Narrow"/>
                <a:cs typeface="Nimbus Sans Narrow"/>
              </a:rPr>
              <a:t>Operational states overlap across places and populations.</a:t>
            </a:r>
          </a:p>
        </p:txBody>
      </p:sp>
    </p:spTree>
    <p:extLst>
      <p:ext uri="{BB962C8B-B14F-4D97-AF65-F5344CB8AC3E}">
        <p14:creationId xmlns:p14="http://schemas.microsoft.com/office/powerpoint/2010/main" val="4816437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54F23CA-4AE5-47A5-A697-6B4EF2F87516}"/>
              </a:ext>
            </a:extLst>
          </p:cNvPr>
          <p:cNvPicPr>
            <a:picLocks noChangeAspect="1"/>
          </p:cNvPicPr>
          <p:nvPr/>
        </p:nvPicPr>
        <p:blipFill>
          <a:blip r:embed="rId3"/>
          <a:srcRect/>
          <a:stretch>
            <a:fillRect/>
          </a:stretch>
        </p:blipFill>
        <p:spPr>
          <a:xfrm>
            <a:off x="0" y="13447"/>
            <a:ext cx="12192000" cy="6858000"/>
          </a:xfrm>
          <a:prstGeom prst="rect">
            <a:avLst/>
          </a:prstGeom>
        </p:spPr>
      </p:pic>
    </p:spTree>
    <p:extLst>
      <p:ext uri="{BB962C8B-B14F-4D97-AF65-F5344CB8AC3E}">
        <p14:creationId xmlns:p14="http://schemas.microsoft.com/office/powerpoint/2010/main" val="16436737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DD3683F-3F87-46F5-AB7F-74766C84C895}"/>
              </a:ext>
            </a:extLst>
          </p:cNvPr>
          <p:cNvPicPr>
            <a:picLocks noChangeAspect="1"/>
          </p:cNvPicPr>
          <p:nvPr/>
        </p:nvPicPr>
        <p:blipFill>
          <a:blip r:embed="rId3"/>
          <a:srcRect/>
          <a:stretch>
            <a:fillRect/>
          </a:stretch>
        </p:blipFill>
        <p:spPr>
          <a:xfrm>
            <a:off x="0" y="0"/>
            <a:ext cx="12192000" cy="6858000"/>
          </a:xfrm>
          <a:prstGeom prst="rect">
            <a:avLst/>
          </a:prstGeom>
        </p:spPr>
      </p:pic>
    </p:spTree>
    <p:extLst>
      <p:ext uri="{BB962C8B-B14F-4D97-AF65-F5344CB8AC3E}">
        <p14:creationId xmlns:p14="http://schemas.microsoft.com/office/powerpoint/2010/main" val="482621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D056CC5-4255-7B0A-522E-DCA817209336}"/>
              </a:ext>
            </a:extLst>
          </p:cNvPr>
          <p:cNvPicPr>
            <a:picLocks noChangeAspect="1"/>
          </p:cNvPicPr>
          <p:nvPr/>
        </p:nvPicPr>
        <p:blipFill>
          <a:blip r:embed="rId2"/>
          <a:stretch>
            <a:fillRect/>
          </a:stretch>
        </p:blipFill>
        <p:spPr>
          <a:xfrm>
            <a:off x="2879272" y="1508617"/>
            <a:ext cx="8549640" cy="4441659"/>
          </a:xfrm>
          <a:prstGeom prst="rect">
            <a:avLst/>
          </a:prstGeom>
        </p:spPr>
      </p:pic>
      <p:pic>
        <p:nvPicPr>
          <p:cNvPr id="3" name="Picture 2" descr="A person wearing glasses and taking a selfie&#10;&#10;Description automatically generated">
            <a:extLst>
              <a:ext uri="{FF2B5EF4-FFF2-40B4-BE49-F238E27FC236}">
                <a16:creationId xmlns:a16="http://schemas.microsoft.com/office/drawing/2014/main" id="{BAFA25D8-50DA-79DF-91BF-7081AAAF7876}"/>
              </a:ext>
            </a:extLst>
          </p:cNvPr>
          <p:cNvPicPr>
            <a:picLocks noChangeAspect="1"/>
          </p:cNvPicPr>
          <p:nvPr/>
        </p:nvPicPr>
        <p:blipFill rotWithShape="1">
          <a:blip r:embed="rId3">
            <a:extLst>
              <a:ext uri="{28A0092B-C50C-407E-A947-70E740481C1C}">
                <a14:useLocalDpi xmlns:a14="http://schemas.microsoft.com/office/drawing/2010/main" val="0"/>
              </a:ext>
            </a:extLst>
          </a:blip>
          <a:srcRect t="10057" r="15122" b="13352"/>
          <a:stretch/>
        </p:blipFill>
        <p:spPr>
          <a:xfrm rot="5400000" flipV="1">
            <a:off x="-70300" y="692909"/>
            <a:ext cx="2987058" cy="2021564"/>
          </a:xfrm>
          <a:prstGeom prst="rect">
            <a:avLst/>
          </a:prstGeom>
        </p:spPr>
      </p:pic>
    </p:spTree>
    <p:extLst>
      <p:ext uri="{BB962C8B-B14F-4D97-AF65-F5344CB8AC3E}">
        <p14:creationId xmlns:p14="http://schemas.microsoft.com/office/powerpoint/2010/main" val="26125334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95D74D-912A-63AD-18CD-697CF9CB7B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4260" y="0"/>
            <a:ext cx="6105293" cy="6858000"/>
          </a:xfrm>
          <a:prstGeom prst="rect">
            <a:avLst/>
          </a:prstGeom>
        </p:spPr>
      </p:pic>
      <p:sp>
        <p:nvSpPr>
          <p:cNvPr id="5" name="TextBox 4">
            <a:extLst>
              <a:ext uri="{FF2B5EF4-FFF2-40B4-BE49-F238E27FC236}">
                <a16:creationId xmlns:a16="http://schemas.microsoft.com/office/drawing/2014/main" id="{8C55F0DA-83B3-D822-2076-B8CFC1AF26A3}"/>
              </a:ext>
            </a:extLst>
          </p:cNvPr>
          <p:cNvSpPr txBox="1"/>
          <p:nvPr/>
        </p:nvSpPr>
        <p:spPr>
          <a:xfrm>
            <a:off x="1679601" y="636835"/>
            <a:ext cx="1670714" cy="461665"/>
          </a:xfrm>
          <a:prstGeom prst="rect">
            <a:avLst/>
          </a:prstGeom>
          <a:noFill/>
        </p:spPr>
        <p:txBody>
          <a:bodyPr wrap="none" rtlCol="0">
            <a:spAutoFit/>
          </a:bodyPr>
          <a:lstStyle/>
          <a:p>
            <a:r>
              <a:rPr lang="en-US" sz="2400" b="1" dirty="0"/>
              <a:t>SARS-CoV-2</a:t>
            </a:r>
          </a:p>
        </p:txBody>
      </p:sp>
      <p:sp>
        <p:nvSpPr>
          <p:cNvPr id="7" name="TextBox 6">
            <a:extLst>
              <a:ext uri="{FF2B5EF4-FFF2-40B4-BE49-F238E27FC236}">
                <a16:creationId xmlns:a16="http://schemas.microsoft.com/office/drawing/2014/main" id="{C5CEDEE8-E35F-68D5-31DE-7C5C7B37F431}"/>
              </a:ext>
            </a:extLst>
          </p:cNvPr>
          <p:cNvSpPr txBox="1"/>
          <p:nvPr/>
        </p:nvSpPr>
        <p:spPr>
          <a:xfrm>
            <a:off x="806474" y="2272442"/>
            <a:ext cx="4013720" cy="4154984"/>
          </a:xfrm>
          <a:prstGeom prst="rect">
            <a:avLst/>
          </a:prstGeom>
          <a:noFill/>
        </p:spPr>
        <p:txBody>
          <a:bodyPr wrap="square" rtlCol="0">
            <a:spAutoFit/>
          </a:bodyPr>
          <a:lstStyle/>
          <a:p>
            <a:pPr marL="285750" indent="-285750">
              <a:buFont typeface="Arial" panose="020B0604020202020204" pitchFamily="34" charset="0"/>
              <a:buChar char="•"/>
            </a:pPr>
            <a:r>
              <a:rPr lang="en-US" sz="2400" dirty="0"/>
              <a:t>Are viruses circulating locally or being imported from surrounding regions?</a:t>
            </a:r>
          </a:p>
          <a:p>
            <a:pPr marL="285750" indent="-285750">
              <a:buFont typeface="Arial" panose="020B0604020202020204" pitchFamily="34" charset="0"/>
              <a:buChar char="•"/>
            </a:pPr>
            <a:r>
              <a:rPr lang="en-US" sz="2400" dirty="0"/>
              <a:t>Newly sequenced data released weekly</a:t>
            </a:r>
          </a:p>
          <a:p>
            <a:pPr marL="285750" indent="-285750">
              <a:buFont typeface="Arial" panose="020B0604020202020204" pitchFamily="34" charset="0"/>
              <a:buChar char="•"/>
            </a:pPr>
            <a:r>
              <a:rPr lang="en-US" sz="2400" dirty="0"/>
              <a:t>Large-scale and widespread sampling</a:t>
            </a:r>
          </a:p>
          <a:p>
            <a:pPr marL="285750" indent="-285750">
              <a:buFont typeface="Arial" panose="020B0604020202020204" pitchFamily="34" charset="0"/>
              <a:buChar char="•"/>
            </a:pPr>
            <a:r>
              <a:rPr lang="en-US" sz="2400" dirty="0"/>
              <a:t>Are disease dynamics uniform across Texas or is there a difference between urban and rural regions</a:t>
            </a:r>
          </a:p>
        </p:txBody>
      </p:sp>
    </p:spTree>
    <p:extLst>
      <p:ext uri="{BB962C8B-B14F-4D97-AF65-F5344CB8AC3E}">
        <p14:creationId xmlns:p14="http://schemas.microsoft.com/office/powerpoint/2010/main" val="9706416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094E14-3219-6DF7-C1E2-1821D2BE1C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9074" y="712694"/>
            <a:ext cx="7772400" cy="5663971"/>
          </a:xfrm>
          <a:prstGeom prst="rect">
            <a:avLst/>
          </a:prstGeom>
        </p:spPr>
      </p:pic>
    </p:spTree>
    <p:extLst>
      <p:ext uri="{BB962C8B-B14F-4D97-AF65-F5344CB8AC3E}">
        <p14:creationId xmlns:p14="http://schemas.microsoft.com/office/powerpoint/2010/main" val="33120498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map&#10;&#10;Description automatically generated with low confidence">
            <a:extLst>
              <a:ext uri="{FF2B5EF4-FFF2-40B4-BE49-F238E27FC236}">
                <a16:creationId xmlns:a16="http://schemas.microsoft.com/office/drawing/2014/main" id="{C0531F47-5CBA-D010-72DC-65CF65289BB6}"/>
              </a:ext>
            </a:extLst>
          </p:cNvPr>
          <p:cNvPicPr>
            <a:picLocks noChangeAspect="1"/>
          </p:cNvPicPr>
          <p:nvPr/>
        </p:nvPicPr>
        <p:blipFill rotWithShape="1">
          <a:blip r:embed="rId3">
            <a:extLst>
              <a:ext uri="{28A0092B-C50C-407E-A947-70E740481C1C}">
                <a14:useLocalDpi xmlns:a14="http://schemas.microsoft.com/office/drawing/2010/main" val="0"/>
              </a:ext>
            </a:extLst>
          </a:blip>
          <a:srcRect l="2314" t="3121" r="52110" b="1602"/>
          <a:stretch/>
        </p:blipFill>
        <p:spPr>
          <a:xfrm>
            <a:off x="2756030" y="371664"/>
            <a:ext cx="5820833" cy="6114671"/>
          </a:xfrm>
          <a:prstGeom prst="rect">
            <a:avLst/>
          </a:prstGeom>
        </p:spPr>
      </p:pic>
    </p:spTree>
    <p:extLst>
      <p:ext uri="{BB962C8B-B14F-4D97-AF65-F5344CB8AC3E}">
        <p14:creationId xmlns:p14="http://schemas.microsoft.com/office/powerpoint/2010/main" val="21630391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16614-B919-3658-0E4A-D98453DD2B96}"/>
            </a:ext>
          </a:extLst>
        </p:cNvPr>
        <p:cNvGrpSpPr/>
        <p:nvPr/>
      </p:nvGrpSpPr>
      <p:grpSpPr>
        <a:xfrm>
          <a:off x="0" y="0"/>
          <a:ext cx="0" cy="0"/>
          <a:chOff x="0" y="0"/>
          <a:chExt cx="0" cy="0"/>
        </a:xfrm>
      </p:grpSpPr>
      <p:pic>
        <p:nvPicPr>
          <p:cNvPr id="9" name="Picture 2" descr="page1image20218064">
            <a:extLst>
              <a:ext uri="{FF2B5EF4-FFF2-40B4-BE49-F238E27FC236}">
                <a16:creationId xmlns:a16="http://schemas.microsoft.com/office/drawing/2014/main" id="{C9741E55-291A-C6CF-FFC0-BB33B253CF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176698"/>
            <a:ext cx="2753018" cy="644163"/>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a:extLst>
              <a:ext uri="{FF2B5EF4-FFF2-40B4-BE49-F238E27FC236}">
                <a16:creationId xmlns:a16="http://schemas.microsoft.com/office/drawing/2014/main" id="{A1EA83A4-20C2-19B2-4CA1-60E1E74B4C17}"/>
              </a:ext>
            </a:extLst>
          </p:cNvPr>
          <p:cNvSpPr txBox="1">
            <a:spLocks/>
          </p:cNvSpPr>
          <p:nvPr/>
        </p:nvSpPr>
        <p:spPr>
          <a:xfrm>
            <a:off x="0" y="-12296"/>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a:latin typeface="Arial" panose="020B0604020202020204" pitchFamily="34" charset="0"/>
                <a:cs typeface="Arial" panose="020B0604020202020204" pitchFamily="34" charset="0"/>
              </a:rPr>
              <a:t>Highly populated urban centers were the major sources of the Delta epidemic in Texas</a:t>
            </a:r>
          </a:p>
        </p:txBody>
      </p:sp>
      <p:pic>
        <p:nvPicPr>
          <p:cNvPr id="4" name="Picture 3" descr="A map of the state of texas&#10;&#10;Description automatically generated">
            <a:extLst>
              <a:ext uri="{FF2B5EF4-FFF2-40B4-BE49-F238E27FC236}">
                <a16:creationId xmlns:a16="http://schemas.microsoft.com/office/drawing/2014/main" id="{2232C4A7-3084-4E0F-82C9-A86C9EC2711F}"/>
              </a:ext>
            </a:extLst>
          </p:cNvPr>
          <p:cNvPicPr>
            <a:picLocks noChangeAspect="1"/>
          </p:cNvPicPr>
          <p:nvPr/>
        </p:nvPicPr>
        <p:blipFill>
          <a:blip r:embed="rId4"/>
          <a:stretch>
            <a:fillRect/>
          </a:stretch>
        </p:blipFill>
        <p:spPr>
          <a:xfrm>
            <a:off x="1289786" y="1313267"/>
            <a:ext cx="9612428" cy="4863431"/>
          </a:xfrm>
          <a:prstGeom prst="rect">
            <a:avLst/>
          </a:prstGeom>
        </p:spPr>
      </p:pic>
      <mc:AlternateContent xmlns:mc="http://schemas.openxmlformats.org/markup-compatibility/2006" xmlns:a14="http://schemas.microsoft.com/office/drawing/2010/main">
        <mc:Choice Requires="a14">
          <p:sp>
            <p:nvSpPr>
              <p:cNvPr id="10" name="Content Placeholder 7">
                <a:extLst>
                  <a:ext uri="{FF2B5EF4-FFF2-40B4-BE49-F238E27FC236}">
                    <a16:creationId xmlns:a16="http://schemas.microsoft.com/office/drawing/2014/main" id="{AF93B71F-6D02-9822-6186-8F160DF1FB34}"/>
                  </a:ext>
                </a:extLst>
              </p:cNvPr>
              <p:cNvSpPr txBox="1">
                <a:spLocks/>
              </p:cNvSpPr>
              <p:nvPr/>
            </p:nvSpPr>
            <p:spPr>
              <a:xfrm>
                <a:off x="7483796" y="2766218"/>
                <a:ext cx="4063311" cy="13255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gn="ctr"/>
                <a14:m>
                  <m:oMathPara xmlns:m="http://schemas.openxmlformats.org/officeDocument/2006/math">
                    <m:oMath>
                      <m:r>
                        <a:rPr lang="en-US" sz="2000" i="1" smtClean="0">
                          <a:solidFill>
                            <a:srgbClr val="000000"/>
                          </a:solidFill>
                          <a:latin typeface="Cambria Math" panose="02040503050406030204" pitchFamily="18" charset="0"/>
                          <a:ea typeface="SimSun" panose="02010600030101010101" pitchFamily="2" charset="-122"/>
                          <a:cs typeface="Arial" panose="020B0604020202020204" pitchFamily="34" charset="0"/>
                        </a:rPr>
                        <m:t>𝑆𝑆</m:t>
                      </m:r>
                      <m:r>
                        <a:rPr lang="en-US" sz="2000" b="0" i="1" smtClean="0">
                          <a:solidFill>
                            <a:srgbClr val="000000"/>
                          </a:solidFill>
                          <a:latin typeface="Cambria Math" panose="02040503050406030204" pitchFamily="18" charset="0"/>
                          <a:ea typeface="SimSun" panose="02010600030101010101" pitchFamily="2" charset="-122"/>
                          <a:cs typeface="Arial" panose="020B0604020202020204" pitchFamily="34" charset="0"/>
                        </a:rPr>
                        <m:t>𝑆</m:t>
                      </m:r>
                      <m:r>
                        <a:rPr lang="en-US" sz="2000" i="1" smtClean="0">
                          <a:solidFill>
                            <a:srgbClr val="000000"/>
                          </a:solidFill>
                          <a:latin typeface="Cambria Math" panose="02040503050406030204" pitchFamily="18" charset="0"/>
                          <a:ea typeface="SimSun" panose="02010600030101010101" pitchFamily="2" charset="-122"/>
                          <a:cs typeface="Arial" panose="020B0604020202020204" pitchFamily="34" charset="0"/>
                        </a:rPr>
                        <m:t>= </m:t>
                      </m:r>
                      <m:f>
                        <m:fPr>
                          <m:ctrlPr>
                            <a:rPr lang="en-US" sz="2000" i="1" smtClean="0">
                              <a:solidFill>
                                <a:srgbClr val="FF7E79"/>
                              </a:solidFill>
                              <a:latin typeface="Cambria Math" panose="02040503050406030204" pitchFamily="18" charset="0"/>
                              <a:ea typeface="SimSun" panose="02010600030101010101" pitchFamily="2" charset="-122"/>
                              <a:cs typeface="Arial" panose="020B0604020202020204" pitchFamily="34" charset="0"/>
                            </a:rPr>
                          </m:ctrlPr>
                        </m:fPr>
                        <m:num>
                          <m:r>
                            <a:rPr lang="en-US" sz="2000" i="1" smtClean="0">
                              <a:solidFill>
                                <a:srgbClr val="FF7E79"/>
                              </a:solidFill>
                              <a:latin typeface="Cambria Math" panose="02040503050406030204" pitchFamily="18" charset="0"/>
                              <a:ea typeface="SimSun" panose="02010600030101010101" pitchFamily="2" charset="-122"/>
                              <a:cs typeface="Arial" panose="020B0604020202020204" pitchFamily="34" charset="0"/>
                            </a:rPr>
                            <m:t>𝐶</m:t>
                          </m:r>
                          <m:r>
                            <a:rPr lang="en-US" sz="2000" i="1" smtClean="0">
                              <a:solidFill>
                                <a:srgbClr val="FF7E79"/>
                              </a:solidFill>
                              <a:latin typeface="Cambria Math" panose="02040503050406030204" pitchFamily="18" charset="0"/>
                              <a:ea typeface="SimSun" panose="02010600030101010101" pitchFamily="2" charset="-122"/>
                              <a:cs typeface="Arial" panose="020B0604020202020204" pitchFamily="34" charset="0"/>
                            </a:rPr>
                            <m:t>(</m:t>
                          </m:r>
                          <m:r>
                            <a:rPr lang="en-US" sz="2000" i="1" smtClean="0">
                              <a:solidFill>
                                <a:srgbClr val="FF7E79"/>
                              </a:solidFill>
                              <a:latin typeface="Cambria Math" panose="02040503050406030204" pitchFamily="18" charset="0"/>
                              <a:ea typeface="SimSun" panose="02010600030101010101" pitchFamily="2" charset="-122"/>
                              <a:cs typeface="Arial" panose="020B0604020202020204" pitchFamily="34" charset="0"/>
                            </a:rPr>
                            <m:t>𝐸𝑥𝑝𝑜𝑟𝑡</m:t>
                          </m:r>
                          <m:r>
                            <a:rPr lang="en-US" sz="2000" i="1" smtClean="0">
                              <a:solidFill>
                                <a:srgbClr val="FF7E79"/>
                              </a:solidFill>
                              <a:latin typeface="Cambria Math" panose="02040503050406030204" pitchFamily="18" charset="0"/>
                              <a:ea typeface="SimSun" panose="02010600030101010101" pitchFamily="2" charset="-122"/>
                              <a:cs typeface="Arial" panose="020B0604020202020204" pitchFamily="34" charset="0"/>
                            </a:rPr>
                            <m:t>)−</m:t>
                          </m:r>
                          <m:r>
                            <a:rPr lang="en-US" sz="2000" i="1" smtClean="0">
                              <a:solidFill>
                                <a:schemeClr val="accent6"/>
                              </a:solidFill>
                              <a:latin typeface="Cambria Math" panose="02040503050406030204" pitchFamily="18" charset="0"/>
                              <a:ea typeface="SimSun" panose="02010600030101010101" pitchFamily="2" charset="-122"/>
                              <a:cs typeface="Arial" panose="020B0604020202020204" pitchFamily="34" charset="0"/>
                            </a:rPr>
                            <m:t>𝐶</m:t>
                          </m:r>
                          <m:d>
                            <m:dPr>
                              <m:ctrlPr>
                                <a:rPr lang="en-US" sz="2000" i="1">
                                  <a:solidFill>
                                    <a:schemeClr val="accent6"/>
                                  </a:solidFill>
                                  <a:latin typeface="Cambria Math" panose="02040503050406030204" pitchFamily="18" charset="0"/>
                                  <a:ea typeface="SimSun" panose="02010600030101010101" pitchFamily="2" charset="-122"/>
                                  <a:cs typeface="Arial" panose="020B0604020202020204" pitchFamily="34" charset="0"/>
                                </a:rPr>
                              </m:ctrlPr>
                            </m:dPr>
                            <m:e>
                              <m:r>
                                <a:rPr lang="en-US" sz="2000" i="1">
                                  <a:solidFill>
                                    <a:schemeClr val="accent6"/>
                                  </a:solidFill>
                                  <a:latin typeface="Cambria Math" panose="02040503050406030204" pitchFamily="18" charset="0"/>
                                  <a:ea typeface="SimSun" panose="02010600030101010101" pitchFamily="2" charset="-122"/>
                                  <a:cs typeface="Arial" panose="020B0604020202020204" pitchFamily="34" charset="0"/>
                                </a:rPr>
                                <m:t>𝐼𝑚𝑝𝑜𝑟𝑡</m:t>
                              </m:r>
                            </m:e>
                          </m:d>
                        </m:num>
                        <m:den>
                          <m:r>
                            <a:rPr lang="en-US" sz="2000" i="1">
                              <a:solidFill>
                                <a:srgbClr val="FF7E79"/>
                              </a:solidFill>
                              <a:latin typeface="Cambria Math" panose="02040503050406030204" pitchFamily="18" charset="0"/>
                              <a:ea typeface="SimSun" panose="02010600030101010101" pitchFamily="2" charset="-122"/>
                              <a:cs typeface="Arial" panose="020B0604020202020204" pitchFamily="34" charset="0"/>
                            </a:rPr>
                            <m:t>𝐶</m:t>
                          </m:r>
                          <m:r>
                            <a:rPr lang="en-US" sz="2000" i="1">
                              <a:solidFill>
                                <a:srgbClr val="FF7E79"/>
                              </a:solidFill>
                              <a:latin typeface="Cambria Math" panose="02040503050406030204" pitchFamily="18" charset="0"/>
                              <a:ea typeface="SimSun" panose="02010600030101010101" pitchFamily="2" charset="-122"/>
                              <a:cs typeface="Arial" panose="020B0604020202020204" pitchFamily="34" charset="0"/>
                            </a:rPr>
                            <m:t>(</m:t>
                          </m:r>
                          <m:r>
                            <a:rPr lang="en-US" sz="2000" i="1">
                              <a:solidFill>
                                <a:srgbClr val="FF7E79"/>
                              </a:solidFill>
                              <a:latin typeface="Cambria Math" panose="02040503050406030204" pitchFamily="18" charset="0"/>
                              <a:ea typeface="SimSun" panose="02010600030101010101" pitchFamily="2" charset="-122"/>
                              <a:cs typeface="Arial" panose="020B0604020202020204" pitchFamily="34" charset="0"/>
                            </a:rPr>
                            <m:t>𝐸𝑥𝑝𝑜𝑟𝑡</m:t>
                          </m:r>
                          <m:r>
                            <a:rPr lang="en-US" sz="2000" i="1" smtClean="0">
                              <a:solidFill>
                                <a:srgbClr val="FF7E79"/>
                              </a:solidFill>
                              <a:latin typeface="Cambria Math" panose="02040503050406030204" pitchFamily="18" charset="0"/>
                              <a:ea typeface="SimSun" panose="02010600030101010101" pitchFamily="2" charset="-122"/>
                              <a:cs typeface="Arial" panose="020B0604020202020204" pitchFamily="34" charset="0"/>
                            </a:rPr>
                            <m:t>)</m:t>
                          </m:r>
                          <m:r>
                            <a:rPr lang="en-US" sz="2000" i="1">
                              <a:solidFill>
                                <a:srgbClr val="000000"/>
                              </a:solidFill>
                              <a:latin typeface="Cambria Math" panose="02040503050406030204" pitchFamily="18" charset="0"/>
                              <a:ea typeface="SimSun" panose="02010600030101010101" pitchFamily="2" charset="-122"/>
                              <a:cs typeface="Arial" panose="020B0604020202020204" pitchFamily="34" charset="0"/>
                            </a:rPr>
                            <m:t>+</m:t>
                          </m:r>
                          <m:r>
                            <a:rPr lang="en-US" sz="2000" i="1" smtClean="0">
                              <a:solidFill>
                                <a:schemeClr val="accent6"/>
                              </a:solidFill>
                              <a:latin typeface="Cambria Math" panose="02040503050406030204" pitchFamily="18" charset="0"/>
                              <a:ea typeface="SimSun" panose="02010600030101010101" pitchFamily="2" charset="-122"/>
                              <a:cs typeface="Arial" panose="020B0604020202020204" pitchFamily="34" charset="0"/>
                            </a:rPr>
                            <m:t>𝐶</m:t>
                          </m:r>
                          <m:r>
                            <a:rPr lang="en-US" sz="2000" i="1">
                              <a:solidFill>
                                <a:schemeClr val="accent6"/>
                              </a:solidFill>
                              <a:latin typeface="Cambria Math" panose="02040503050406030204" pitchFamily="18" charset="0"/>
                              <a:ea typeface="SimSun" panose="02010600030101010101" pitchFamily="2" charset="-122"/>
                              <a:cs typeface="Arial" panose="020B0604020202020204" pitchFamily="34" charset="0"/>
                            </a:rPr>
                            <m:t>(</m:t>
                          </m:r>
                          <m:r>
                            <a:rPr lang="en-US" sz="2000" i="1">
                              <a:solidFill>
                                <a:schemeClr val="accent6"/>
                              </a:solidFill>
                              <a:latin typeface="Cambria Math" panose="02040503050406030204" pitchFamily="18" charset="0"/>
                              <a:ea typeface="SimSun" panose="02010600030101010101" pitchFamily="2" charset="-122"/>
                              <a:cs typeface="Arial" panose="020B0604020202020204" pitchFamily="34" charset="0"/>
                            </a:rPr>
                            <m:t>𝐼𝑚𝑝𝑜𝑟𝑡</m:t>
                          </m:r>
                          <m:r>
                            <a:rPr lang="en-US" sz="2000" i="1" smtClean="0">
                              <a:solidFill>
                                <a:schemeClr val="accent6"/>
                              </a:solidFill>
                              <a:latin typeface="Cambria Math" panose="02040503050406030204" pitchFamily="18" charset="0"/>
                              <a:ea typeface="SimSun" panose="02010600030101010101" pitchFamily="2" charset="-122"/>
                              <a:cs typeface="Arial" panose="020B0604020202020204" pitchFamily="34" charset="0"/>
                            </a:rPr>
                            <m:t>)</m:t>
                          </m:r>
                        </m:den>
                      </m:f>
                    </m:oMath>
                  </m:oMathPara>
                </a14:m>
                <a:endParaRPr lang="en-US" sz="2000" dirty="0"/>
              </a:p>
              <a:p>
                <a:pPr algn="ctr"/>
                <a:r>
                  <a:rPr lang="en-US" sz="2000" b="1" dirty="0"/>
                  <a:t>(sink) -1 &lt; SSS &lt; 1 (source)</a:t>
                </a:r>
              </a:p>
              <a:p>
                <a:pPr algn="ctr"/>
                <a:endParaRPr lang="en-US" sz="1800" b="1" dirty="0"/>
              </a:p>
            </p:txBody>
          </p:sp>
        </mc:Choice>
        <mc:Fallback xmlns="">
          <p:sp>
            <p:nvSpPr>
              <p:cNvPr id="10" name="Content Placeholder 7">
                <a:extLst>
                  <a:ext uri="{FF2B5EF4-FFF2-40B4-BE49-F238E27FC236}">
                    <a16:creationId xmlns:a16="http://schemas.microsoft.com/office/drawing/2014/main" id="{AF93B71F-6D02-9822-6186-8F160DF1FB34}"/>
                  </a:ext>
                </a:extLst>
              </p:cNvPr>
              <p:cNvSpPr txBox="1">
                <a:spLocks noRot="1" noChangeAspect="1" noMove="1" noResize="1" noEditPoints="1" noAdjustHandles="1" noChangeArrowheads="1" noChangeShapeType="1" noTextEdit="1"/>
              </p:cNvSpPr>
              <p:nvPr/>
            </p:nvSpPr>
            <p:spPr>
              <a:xfrm>
                <a:off x="7483796" y="2766218"/>
                <a:ext cx="4063311" cy="1325563"/>
              </a:xfrm>
              <a:prstGeom prst="rect">
                <a:avLst/>
              </a:prstGeom>
              <a:blipFill>
                <a:blip r:embed="rId5"/>
                <a:stretch>
                  <a:fillRect t="-943"/>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B1AD78F-657F-6222-DD87-8B63CA30B9EE}"/>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CC1E2F-350D-40F2-B937-598FD7F837CC}" type="slidenum">
              <a:rPr lang="en-US" smtClean="0"/>
              <a:pPr/>
              <a:t>42</a:t>
            </a:fld>
            <a:endParaRPr lang="en-US"/>
          </a:p>
        </p:txBody>
      </p:sp>
    </p:spTree>
    <p:extLst>
      <p:ext uri="{BB962C8B-B14F-4D97-AF65-F5344CB8AC3E}">
        <p14:creationId xmlns:p14="http://schemas.microsoft.com/office/powerpoint/2010/main" val="7220851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7C3F2-4822-9013-0281-60DFEDCB6DCB}"/>
            </a:ext>
          </a:extLst>
        </p:cNvPr>
        <p:cNvGrpSpPr/>
        <p:nvPr/>
      </p:nvGrpSpPr>
      <p:grpSpPr>
        <a:xfrm>
          <a:off x="0" y="0"/>
          <a:ext cx="0" cy="0"/>
          <a:chOff x="0" y="0"/>
          <a:chExt cx="0" cy="0"/>
        </a:xfrm>
      </p:grpSpPr>
      <p:pic>
        <p:nvPicPr>
          <p:cNvPr id="9" name="Picture 2" descr="page1image20218064">
            <a:extLst>
              <a:ext uri="{FF2B5EF4-FFF2-40B4-BE49-F238E27FC236}">
                <a16:creationId xmlns:a16="http://schemas.microsoft.com/office/drawing/2014/main" id="{BDB8C9C3-BC71-CCCC-EA23-B0C51F3F9B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176698"/>
            <a:ext cx="2753018" cy="644163"/>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a:extLst>
              <a:ext uri="{FF2B5EF4-FFF2-40B4-BE49-F238E27FC236}">
                <a16:creationId xmlns:a16="http://schemas.microsoft.com/office/drawing/2014/main" id="{9B113342-7140-BF56-2E0E-AC59A2F1BCE3}"/>
              </a:ext>
            </a:extLst>
          </p:cNvPr>
          <p:cNvSpPr txBox="1">
            <a:spLocks/>
          </p:cNvSpPr>
          <p:nvPr/>
        </p:nvSpPr>
        <p:spPr>
          <a:xfrm>
            <a:off x="0" y="-12296"/>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a:latin typeface="Arial" panose="020B0604020202020204" pitchFamily="34" charset="0"/>
                <a:ea typeface="+mn-ea"/>
                <a:cs typeface="Arial" panose="020B0604020202020204" pitchFamily="34" charset="0"/>
              </a:rPr>
              <a:t>Epidemic in Houston vs Rural Area</a:t>
            </a:r>
            <a:endParaRPr lang="en-US" sz="3200"/>
          </a:p>
        </p:txBody>
      </p:sp>
      <p:sp>
        <p:nvSpPr>
          <p:cNvPr id="6" name="Text Placeholder 2">
            <a:extLst>
              <a:ext uri="{FF2B5EF4-FFF2-40B4-BE49-F238E27FC236}">
                <a16:creationId xmlns:a16="http://schemas.microsoft.com/office/drawing/2014/main" id="{B9AC62B5-0FFF-8E5F-DB52-FFEBE120F405}"/>
              </a:ext>
            </a:extLst>
          </p:cNvPr>
          <p:cNvSpPr txBox="1">
            <a:spLocks/>
          </p:cNvSpPr>
          <p:nvPr/>
        </p:nvSpPr>
        <p:spPr>
          <a:xfrm>
            <a:off x="839788" y="1971412"/>
            <a:ext cx="5157787" cy="8239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Arial" panose="020B0604020202020204" pitchFamily="34" charset="0"/>
                <a:cs typeface="Arial" panose="020B0604020202020204" pitchFamily="34" charset="0"/>
              </a:rPr>
              <a:t>Houston – Population of 7122240 </a:t>
            </a:r>
          </a:p>
        </p:txBody>
      </p:sp>
      <p:sp>
        <p:nvSpPr>
          <p:cNvPr id="7" name="Text Placeholder 4">
            <a:extLst>
              <a:ext uri="{FF2B5EF4-FFF2-40B4-BE49-F238E27FC236}">
                <a16:creationId xmlns:a16="http://schemas.microsoft.com/office/drawing/2014/main" id="{F61B6595-13F2-0D8A-C5F7-7734B7AC05D9}"/>
              </a:ext>
            </a:extLst>
          </p:cNvPr>
          <p:cNvSpPr txBox="1">
            <a:spLocks/>
          </p:cNvSpPr>
          <p:nvPr/>
        </p:nvSpPr>
        <p:spPr>
          <a:xfrm>
            <a:off x="6194427" y="1971412"/>
            <a:ext cx="5894792" cy="8239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latin typeface="Arial" panose="020B0604020202020204" pitchFamily="34" charset="0"/>
                <a:cs typeface="Arial" panose="020B0604020202020204" pitchFamily="34" charset="0"/>
              </a:rPr>
              <a:t>The Rural Areas – Population of 3014819 </a:t>
            </a:r>
          </a:p>
        </p:txBody>
      </p:sp>
      <p:pic>
        <p:nvPicPr>
          <p:cNvPr id="8" name="Picture 7" descr="A graph of different types of goods&#10;&#10;Description automatically generated">
            <a:extLst>
              <a:ext uri="{FF2B5EF4-FFF2-40B4-BE49-F238E27FC236}">
                <a16:creationId xmlns:a16="http://schemas.microsoft.com/office/drawing/2014/main" id="{2705B570-4838-58CB-4E0D-93490A8BC42E}"/>
              </a:ext>
            </a:extLst>
          </p:cNvPr>
          <p:cNvPicPr>
            <a:picLocks noChangeAspect="1"/>
          </p:cNvPicPr>
          <p:nvPr/>
        </p:nvPicPr>
        <p:blipFill>
          <a:blip r:embed="rId4"/>
          <a:stretch>
            <a:fillRect/>
          </a:stretch>
        </p:blipFill>
        <p:spPr>
          <a:xfrm>
            <a:off x="18907" y="2748278"/>
            <a:ext cx="12154186" cy="2664027"/>
          </a:xfrm>
          <a:prstGeom prst="rect">
            <a:avLst/>
          </a:prstGeom>
        </p:spPr>
      </p:pic>
      <p:sp>
        <p:nvSpPr>
          <p:cNvPr id="11" name="Rectangle 10">
            <a:extLst>
              <a:ext uri="{FF2B5EF4-FFF2-40B4-BE49-F238E27FC236}">
                <a16:creationId xmlns:a16="http://schemas.microsoft.com/office/drawing/2014/main" id="{CD52EE0C-4295-BD87-FEA6-459230BD7891}"/>
              </a:ext>
            </a:extLst>
          </p:cNvPr>
          <p:cNvSpPr/>
          <p:nvPr/>
        </p:nvSpPr>
        <p:spPr>
          <a:xfrm>
            <a:off x="18907" y="5188688"/>
            <a:ext cx="619046" cy="4040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79114EB-7A05-AB51-5655-2C6CF24CF9F8}"/>
              </a:ext>
            </a:extLst>
          </p:cNvPr>
          <p:cNvSpPr/>
          <p:nvPr/>
        </p:nvSpPr>
        <p:spPr>
          <a:xfrm>
            <a:off x="6096000" y="5188688"/>
            <a:ext cx="619046" cy="4040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4E635514-C53F-FCA7-6365-723BB3319371}"/>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CC1E2F-350D-40F2-B937-598FD7F837CC}" type="slidenum">
              <a:rPr lang="en-US" smtClean="0"/>
              <a:pPr/>
              <a:t>43</a:t>
            </a:fld>
            <a:endParaRPr lang="en-US"/>
          </a:p>
        </p:txBody>
      </p:sp>
    </p:spTree>
    <p:extLst>
      <p:ext uri="{BB962C8B-B14F-4D97-AF65-F5344CB8AC3E}">
        <p14:creationId xmlns:p14="http://schemas.microsoft.com/office/powerpoint/2010/main" val="11380532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B6D9B87-0DC3-4C44-BE97-3EF69E134144}"/>
              </a:ext>
            </a:extLst>
          </p:cNvPr>
          <p:cNvPicPr>
            <a:picLocks noChangeAspect="1"/>
          </p:cNvPicPr>
          <p:nvPr/>
        </p:nvPicPr>
        <p:blipFill>
          <a:blip r:embed="rId3"/>
          <a:srcRect/>
          <a:stretch>
            <a:fillRect/>
          </a:stretch>
        </p:blipFill>
        <p:spPr>
          <a:xfrm>
            <a:off x="0" y="0"/>
            <a:ext cx="12192000" cy="6858000"/>
          </a:xfrm>
          <a:prstGeom prst="rect">
            <a:avLst/>
          </a:prstGeom>
        </p:spPr>
      </p:pic>
    </p:spTree>
    <p:extLst>
      <p:ext uri="{BB962C8B-B14F-4D97-AF65-F5344CB8AC3E}">
        <p14:creationId xmlns:p14="http://schemas.microsoft.com/office/powerpoint/2010/main" val="17658009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F0D1E4-EDD2-4D7F-BFB8-5695D3339DF1}"/>
              </a:ext>
            </a:extLst>
          </p:cNvPr>
          <p:cNvPicPr>
            <a:picLocks noChangeAspect="1"/>
          </p:cNvPicPr>
          <p:nvPr/>
        </p:nvPicPr>
        <p:blipFill>
          <a:blip r:embed="rId3"/>
          <a:srcRect/>
          <a:stretch>
            <a:fillRect/>
          </a:stretch>
        </p:blipFill>
        <p:spPr>
          <a:xfrm>
            <a:off x="0" y="0"/>
            <a:ext cx="12192000" cy="6858000"/>
          </a:xfrm>
          <a:prstGeom prst="rect">
            <a:avLst/>
          </a:prstGeom>
        </p:spPr>
      </p:pic>
    </p:spTree>
    <p:extLst>
      <p:ext uri="{BB962C8B-B14F-4D97-AF65-F5344CB8AC3E}">
        <p14:creationId xmlns:p14="http://schemas.microsoft.com/office/powerpoint/2010/main" val="577468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00A3B6-D11C-AF56-4BA9-6F978C86953E}"/>
              </a:ext>
            </a:extLst>
          </p:cNvPr>
          <p:cNvPicPr>
            <a:picLocks noChangeAspect="1"/>
          </p:cNvPicPr>
          <p:nvPr/>
        </p:nvPicPr>
        <p:blipFill>
          <a:blip r:embed="rId2">
            <a:extLst>
              <a:ext uri="{28A0092B-C50C-407E-A947-70E740481C1C}">
                <a14:useLocalDpi xmlns:a14="http://schemas.microsoft.com/office/drawing/2010/main" val="0"/>
              </a:ext>
            </a:extLst>
          </a:blip>
          <a:srcRect b="11588"/>
          <a:stretch>
            <a:fillRect/>
          </a:stretch>
        </p:blipFill>
        <p:spPr>
          <a:xfrm>
            <a:off x="406215" y="230197"/>
            <a:ext cx="11379570" cy="5656253"/>
          </a:xfrm>
          <a:prstGeom prst="rect">
            <a:avLst/>
          </a:prstGeom>
        </p:spPr>
      </p:pic>
      <p:sp>
        <p:nvSpPr>
          <p:cNvPr id="4" name="TextBox 3">
            <a:extLst>
              <a:ext uri="{FF2B5EF4-FFF2-40B4-BE49-F238E27FC236}">
                <a16:creationId xmlns:a16="http://schemas.microsoft.com/office/drawing/2014/main" id="{89C905DE-6505-DD11-E0FC-0F2D3D6523B0}"/>
              </a:ext>
            </a:extLst>
          </p:cNvPr>
          <p:cNvSpPr txBox="1"/>
          <p:nvPr/>
        </p:nvSpPr>
        <p:spPr>
          <a:xfrm>
            <a:off x="1557337" y="5872702"/>
            <a:ext cx="9286875" cy="830997"/>
          </a:xfrm>
          <a:prstGeom prst="rect">
            <a:avLst/>
          </a:prstGeom>
          <a:noFill/>
        </p:spPr>
        <p:txBody>
          <a:bodyPr wrap="square" rtlCol="0">
            <a:spAutoFit/>
          </a:bodyPr>
          <a:lstStyle/>
          <a:p>
            <a:r>
              <a:rPr lang="en-US" sz="2400" b="1" dirty="0">
                <a:solidFill>
                  <a:schemeClr val="tx2">
                    <a:lumMod val="75000"/>
                    <a:lumOff val="25000"/>
                  </a:schemeClr>
                </a:solidFill>
              </a:rPr>
              <a:t>Detection probability is conditional on the sampling frame, allocation, and lineage frequency within the sampled population.</a:t>
            </a:r>
          </a:p>
        </p:txBody>
      </p:sp>
    </p:spTree>
    <p:extLst>
      <p:ext uri="{BB962C8B-B14F-4D97-AF65-F5344CB8AC3E}">
        <p14:creationId xmlns:p14="http://schemas.microsoft.com/office/powerpoint/2010/main" val="33626053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4510B"/>
        </a:solidFill>
        <a:effectLst/>
      </p:bgPr>
    </p:bg>
    <p:spTree>
      <p:nvGrpSpPr>
        <p:cNvPr id="1" name=""/>
        <p:cNvGrpSpPr/>
        <p:nvPr/>
      </p:nvGrpSpPr>
      <p:grpSpPr>
        <a:xfrm>
          <a:off x="0" y="0"/>
          <a:ext cx="0" cy="0"/>
          <a:chOff x="0" y="0"/>
          <a:chExt cx="0" cy="0"/>
        </a:xfrm>
      </p:grpSpPr>
      <p:sp>
        <p:nvSpPr>
          <p:cNvPr id="9" name="section-number">
            <a:extLst>
              <a:ext uri="{FF2B5EF4-FFF2-40B4-BE49-F238E27FC236}">
                <a16:creationId xmlns:a16="http://schemas.microsoft.com/office/drawing/2014/main" id="{FADDBF29-FCB4-4FFA-B996-58C5790B3BD7}"/>
              </a:ext>
            </a:extLst>
          </p:cNvPr>
          <p:cNvSpPr>
            <a:spLocks noGrp="1"/>
          </p:cNvSpPr>
          <p:nvPr/>
        </p:nvSpPr>
        <p:spPr>
          <a:xfrm>
            <a:off x="723900" y="666750"/>
            <a:ext cx="1238250" cy="876300"/>
          </a:xfrm>
          <a:prstGeom prst="rect">
            <a:avLst/>
          </a:prstGeom>
          <a:noFill/>
          <a:ln w="0">
            <a:noFill/>
            <a:prstDash val="solid"/>
          </a:ln>
        </p:spPr>
        <p:txBody>
          <a:bodyPr lIns="0" tIns="0" rIns="0" bIns="0" anchor="ctr"/>
          <a:lstStyle>
            <a:defPPr algn="ctr">
              <a:defRPr sz="5400" b="1">
                <a:solidFill>
                  <a:srgbClr val="FFFFFF"/>
                </a:solidFill>
                <a:latin typeface="Nimbus Sans Narrow"/>
                <a:ea typeface="Nimbus Sans Narrow"/>
                <a:cs typeface="Nimbus Sans Narrow"/>
              </a:defRPr>
            </a:defPPr>
            <a:lvl1pPr algn="ctr">
              <a:defRPr sz="5400" b="1">
                <a:solidFill>
                  <a:srgbClr val="FFFFFF"/>
                </a:solidFill>
                <a:latin typeface="Nimbus Sans Narrow"/>
                <a:ea typeface="Nimbus Sans Narrow"/>
                <a:cs typeface="Nimbus Sans Narrow"/>
              </a:defRPr>
            </a:lvl1pPr>
            <a:lvl2pPr algn="ctr">
              <a:defRPr sz="5400" b="1">
                <a:solidFill>
                  <a:srgbClr val="FFFFFF"/>
                </a:solidFill>
                <a:latin typeface="Nimbus Sans Narrow"/>
                <a:ea typeface="Nimbus Sans Narrow"/>
                <a:cs typeface="Nimbus Sans Narrow"/>
              </a:defRPr>
            </a:lvl2pPr>
            <a:lvl3pPr algn="ctr">
              <a:defRPr sz="5400" b="1">
                <a:solidFill>
                  <a:srgbClr val="FFFFFF"/>
                </a:solidFill>
                <a:latin typeface="Nimbus Sans Narrow"/>
                <a:ea typeface="Nimbus Sans Narrow"/>
                <a:cs typeface="Nimbus Sans Narrow"/>
              </a:defRPr>
            </a:lvl3pPr>
            <a:lvl4pPr algn="ctr">
              <a:defRPr sz="5400" b="1">
                <a:solidFill>
                  <a:srgbClr val="FFFFFF"/>
                </a:solidFill>
                <a:latin typeface="Nimbus Sans Narrow"/>
                <a:ea typeface="Nimbus Sans Narrow"/>
                <a:cs typeface="Nimbus Sans Narrow"/>
              </a:defRPr>
            </a:lvl4pPr>
            <a:lvl5pPr algn="ctr">
              <a:defRPr sz="5400" b="1">
                <a:solidFill>
                  <a:srgbClr val="FFFFFF"/>
                </a:solidFill>
                <a:latin typeface="Nimbus Sans Narrow"/>
                <a:ea typeface="Nimbus Sans Narrow"/>
                <a:cs typeface="Nimbus Sans Narrow"/>
              </a:defRPr>
            </a:lvl5pPr>
            <a:lvl6pPr algn="ctr">
              <a:defRPr sz="5400" b="1">
                <a:solidFill>
                  <a:srgbClr val="FFFFFF"/>
                </a:solidFill>
                <a:latin typeface="Nimbus Sans Narrow"/>
                <a:ea typeface="Nimbus Sans Narrow"/>
                <a:cs typeface="Nimbus Sans Narrow"/>
              </a:defRPr>
            </a:lvl6pPr>
            <a:lvl7pPr algn="ctr">
              <a:defRPr sz="5400" b="1">
                <a:solidFill>
                  <a:srgbClr val="FFFFFF"/>
                </a:solidFill>
                <a:latin typeface="Nimbus Sans Narrow"/>
                <a:ea typeface="Nimbus Sans Narrow"/>
                <a:cs typeface="Nimbus Sans Narrow"/>
              </a:defRPr>
            </a:lvl7pPr>
            <a:lvl8pPr algn="ctr">
              <a:defRPr sz="5400" b="1">
                <a:solidFill>
                  <a:srgbClr val="FFFFFF"/>
                </a:solidFill>
                <a:latin typeface="Nimbus Sans Narrow"/>
                <a:ea typeface="Nimbus Sans Narrow"/>
                <a:cs typeface="Nimbus Sans Narrow"/>
              </a:defRPr>
            </a:lvl8pPr>
            <a:lvl9pPr algn="ctr">
              <a:defRPr sz="5400" b="1">
                <a:solidFill>
                  <a:srgbClr val="FFFFFF"/>
                </a:solidFill>
                <a:latin typeface="Nimbus Sans Narrow"/>
                <a:ea typeface="Nimbus Sans Narrow"/>
                <a:cs typeface="Nimbus Sans Narrow"/>
              </a:defRPr>
            </a:lvl9pPr>
          </a:lstStyle>
          <a:p>
            <a:pPr algn="ctr">
              <a:defRPr sz="5400" b="1">
                <a:solidFill>
                  <a:srgbClr val="FFFFFF"/>
                </a:solidFill>
                <a:latin typeface="Nimbus Sans Narrow"/>
                <a:ea typeface="Nimbus Sans Narrow"/>
                <a:cs typeface="Nimbus Sans Narrow"/>
              </a:defRPr>
            </a:pPr>
            <a:r>
              <a:rPr sz="5400" b="1">
                <a:solidFill>
                  <a:srgbClr val="FFFFFF"/>
                </a:solidFill>
                <a:latin typeface="Nimbus Sans Narrow"/>
                <a:ea typeface="Nimbus Sans Narrow"/>
                <a:cs typeface="Nimbus Sans Narrow"/>
              </a:rPr>
              <a:t>06</a:t>
            </a:r>
          </a:p>
        </p:txBody>
      </p:sp>
      <p:sp>
        <p:nvSpPr>
          <p:cNvPr id="2" name="section-title">
            <a:extLst>
              <a:ext uri="{FF2B5EF4-FFF2-40B4-BE49-F238E27FC236}">
                <a16:creationId xmlns:a16="http://schemas.microsoft.com/office/drawing/2014/main" id="{B968D06C-44D9-4644-94EC-8456AA6456B1}"/>
              </a:ext>
            </a:extLst>
          </p:cNvPr>
          <p:cNvSpPr>
            <a:spLocks noGrp="1"/>
          </p:cNvSpPr>
          <p:nvPr/>
        </p:nvSpPr>
        <p:spPr>
          <a:xfrm>
            <a:off x="2133600" y="628650"/>
            <a:ext cx="9029700" cy="990600"/>
          </a:xfrm>
          <a:prstGeom prst="rect">
            <a:avLst/>
          </a:prstGeom>
          <a:noFill/>
          <a:ln w="0">
            <a:noFill/>
            <a:prstDash val="solid"/>
          </a:ln>
        </p:spPr>
        <p:txBody>
          <a:bodyPr lIns="0" tIns="0" rIns="0" bIns="0" anchor="ctr"/>
          <a:lstStyle>
            <a:defPPr algn="l">
              <a:defRPr sz="3525" b="1">
                <a:solidFill>
                  <a:srgbClr val="FFFFFF"/>
                </a:solidFill>
                <a:latin typeface="Nimbus Sans Narrow"/>
                <a:ea typeface="Nimbus Sans Narrow"/>
                <a:cs typeface="Nimbus Sans Narrow"/>
              </a:defRPr>
            </a:defPPr>
            <a:lvl1pPr algn="l">
              <a:defRPr sz="3525" b="1">
                <a:solidFill>
                  <a:srgbClr val="FFFFFF"/>
                </a:solidFill>
                <a:latin typeface="Nimbus Sans Narrow"/>
                <a:ea typeface="Nimbus Sans Narrow"/>
                <a:cs typeface="Nimbus Sans Narrow"/>
              </a:defRPr>
            </a:lvl1pPr>
            <a:lvl2pPr algn="l">
              <a:defRPr sz="3525" b="1">
                <a:solidFill>
                  <a:srgbClr val="FFFFFF"/>
                </a:solidFill>
                <a:latin typeface="Nimbus Sans Narrow"/>
                <a:ea typeface="Nimbus Sans Narrow"/>
                <a:cs typeface="Nimbus Sans Narrow"/>
              </a:defRPr>
            </a:lvl2pPr>
            <a:lvl3pPr algn="l">
              <a:defRPr sz="3525" b="1">
                <a:solidFill>
                  <a:srgbClr val="FFFFFF"/>
                </a:solidFill>
                <a:latin typeface="Nimbus Sans Narrow"/>
                <a:ea typeface="Nimbus Sans Narrow"/>
                <a:cs typeface="Nimbus Sans Narrow"/>
              </a:defRPr>
            </a:lvl3pPr>
            <a:lvl4pPr algn="l">
              <a:defRPr sz="3525" b="1">
                <a:solidFill>
                  <a:srgbClr val="FFFFFF"/>
                </a:solidFill>
                <a:latin typeface="Nimbus Sans Narrow"/>
                <a:ea typeface="Nimbus Sans Narrow"/>
                <a:cs typeface="Nimbus Sans Narrow"/>
              </a:defRPr>
            </a:lvl4pPr>
            <a:lvl5pPr algn="l">
              <a:defRPr sz="3525" b="1">
                <a:solidFill>
                  <a:srgbClr val="FFFFFF"/>
                </a:solidFill>
                <a:latin typeface="Nimbus Sans Narrow"/>
                <a:ea typeface="Nimbus Sans Narrow"/>
                <a:cs typeface="Nimbus Sans Narrow"/>
              </a:defRPr>
            </a:lvl5pPr>
            <a:lvl6pPr algn="l">
              <a:defRPr sz="3525" b="1">
                <a:solidFill>
                  <a:srgbClr val="FFFFFF"/>
                </a:solidFill>
                <a:latin typeface="Nimbus Sans Narrow"/>
                <a:ea typeface="Nimbus Sans Narrow"/>
                <a:cs typeface="Nimbus Sans Narrow"/>
              </a:defRPr>
            </a:lvl6pPr>
            <a:lvl7pPr algn="l">
              <a:defRPr sz="3525" b="1">
                <a:solidFill>
                  <a:srgbClr val="FFFFFF"/>
                </a:solidFill>
                <a:latin typeface="Nimbus Sans Narrow"/>
                <a:ea typeface="Nimbus Sans Narrow"/>
                <a:cs typeface="Nimbus Sans Narrow"/>
              </a:defRPr>
            </a:lvl7pPr>
            <a:lvl8pPr algn="l">
              <a:defRPr sz="3525" b="1">
                <a:solidFill>
                  <a:srgbClr val="FFFFFF"/>
                </a:solidFill>
                <a:latin typeface="Nimbus Sans Narrow"/>
                <a:ea typeface="Nimbus Sans Narrow"/>
                <a:cs typeface="Nimbus Sans Narrow"/>
              </a:defRPr>
            </a:lvl8pPr>
            <a:lvl9pPr algn="l">
              <a:defRPr sz="3525" b="1">
                <a:solidFill>
                  <a:srgbClr val="FFFFFF"/>
                </a:solidFill>
                <a:latin typeface="Nimbus Sans Narrow"/>
                <a:ea typeface="Nimbus Sans Narrow"/>
                <a:cs typeface="Nimbus Sans Narrow"/>
              </a:defRPr>
            </a:lvl9pPr>
          </a:lstStyle>
          <a:p>
            <a:pPr algn="l">
              <a:defRPr sz="3525" b="1">
                <a:solidFill>
                  <a:srgbClr val="FFFFFF"/>
                </a:solidFill>
                <a:latin typeface="Nimbus Sans Narrow"/>
                <a:ea typeface="Nimbus Sans Narrow"/>
                <a:cs typeface="Nimbus Sans Narrow"/>
              </a:defRPr>
            </a:pPr>
            <a:r>
              <a:rPr sz="3525" b="1">
                <a:solidFill>
                  <a:srgbClr val="FFFFFF"/>
                </a:solidFill>
                <a:latin typeface="Nimbus Sans Narrow"/>
                <a:ea typeface="Nimbus Sans Narrow"/>
                <a:cs typeface="Nimbus Sans Narrow"/>
              </a:rPr>
              <a:t>Select and evaluate interventions</a:t>
            </a:r>
          </a:p>
        </p:txBody>
      </p:sp>
      <p:sp>
        <p:nvSpPr>
          <p:cNvPr id="3" name="section-rule">
            <a:extLst>
              <a:ext uri="{FF2B5EF4-FFF2-40B4-BE49-F238E27FC236}">
                <a16:creationId xmlns:a16="http://schemas.microsoft.com/office/drawing/2014/main" id="{530073F4-9854-4F97-AE46-EE18773F578C}"/>
              </a:ext>
            </a:extLst>
          </p:cNvPr>
          <p:cNvSpPr>
            <a:spLocks noGrp="1"/>
          </p:cNvSpPr>
          <p:nvPr/>
        </p:nvSpPr>
        <p:spPr>
          <a:xfrm>
            <a:off x="1009650" y="1866900"/>
            <a:ext cx="10134600" cy="953"/>
          </a:xfrm>
          <a:custGeom>
            <a:avLst/>
            <a:gdLst/>
            <a:ahLst/>
            <a:cxnLst/>
            <a:rect l="0" t="0" r="0" b="0"/>
            <a:pathLst>
              <a:path w="10134600" h="953">
                <a:moveTo>
                  <a:pt x="0" y="0"/>
                </a:moveTo>
                <a:lnTo>
                  <a:pt x="10134600" y="0"/>
                </a:lnTo>
              </a:path>
            </a:pathLst>
          </a:custGeom>
          <a:noFill/>
          <a:ln w="19050">
            <a:solidFill>
              <a:srgbClr val="FFFFFF"/>
            </a:solidFill>
            <a:prstDash val="solid"/>
          </a:ln>
        </p:spPr>
        <p:txBody>
          <a:bodyPr/>
          <a:lstStyle/>
          <a:p>
            <a:endParaRPr lang="en-US"/>
          </a:p>
        </p:txBody>
      </p:sp>
      <p:sp>
        <p:nvSpPr>
          <p:cNvPr id="4" name="question-label">
            <a:extLst>
              <a:ext uri="{FF2B5EF4-FFF2-40B4-BE49-F238E27FC236}">
                <a16:creationId xmlns:a16="http://schemas.microsoft.com/office/drawing/2014/main" id="{9B7CC100-3B8D-4594-89C3-D37A83211A34}"/>
              </a:ext>
            </a:extLst>
          </p:cNvPr>
          <p:cNvSpPr>
            <a:spLocks noGrp="1"/>
          </p:cNvSpPr>
          <p:nvPr/>
        </p:nvSpPr>
        <p:spPr>
          <a:xfrm>
            <a:off x="1047750" y="2266950"/>
            <a:ext cx="3143250" cy="304800"/>
          </a:xfrm>
          <a:prstGeom prst="rect">
            <a:avLst/>
          </a:prstGeom>
          <a:noFill/>
          <a:ln w="0">
            <a:noFill/>
            <a:prstDash val="solid"/>
          </a:ln>
        </p:spPr>
        <p:txBody>
          <a:bodyPr lIns="0" tIns="0" rIns="0" bIns="0" anchor="ctr"/>
          <a:lstStyle>
            <a:defPPr algn="l">
              <a:defRPr sz="1500" b="1">
                <a:solidFill>
                  <a:srgbClr val="FFFFFF"/>
                </a:solidFill>
                <a:latin typeface="Nimbus Sans Narrow"/>
                <a:ea typeface="Nimbus Sans Narrow"/>
                <a:cs typeface="Nimbus Sans Narrow"/>
              </a:defRPr>
            </a:defPPr>
            <a:lvl1pPr algn="l">
              <a:defRPr sz="1500" b="1">
                <a:solidFill>
                  <a:srgbClr val="FFFFFF"/>
                </a:solidFill>
                <a:latin typeface="Nimbus Sans Narrow"/>
                <a:ea typeface="Nimbus Sans Narrow"/>
                <a:cs typeface="Nimbus Sans Narrow"/>
              </a:defRPr>
            </a:lvl1pPr>
            <a:lvl2pPr algn="l">
              <a:defRPr sz="1500" b="1">
                <a:solidFill>
                  <a:srgbClr val="FFFFFF"/>
                </a:solidFill>
                <a:latin typeface="Nimbus Sans Narrow"/>
                <a:ea typeface="Nimbus Sans Narrow"/>
                <a:cs typeface="Nimbus Sans Narrow"/>
              </a:defRPr>
            </a:lvl2pPr>
            <a:lvl3pPr algn="l">
              <a:defRPr sz="1500" b="1">
                <a:solidFill>
                  <a:srgbClr val="FFFFFF"/>
                </a:solidFill>
                <a:latin typeface="Nimbus Sans Narrow"/>
                <a:ea typeface="Nimbus Sans Narrow"/>
                <a:cs typeface="Nimbus Sans Narrow"/>
              </a:defRPr>
            </a:lvl3pPr>
            <a:lvl4pPr algn="l">
              <a:defRPr sz="1500" b="1">
                <a:solidFill>
                  <a:srgbClr val="FFFFFF"/>
                </a:solidFill>
                <a:latin typeface="Nimbus Sans Narrow"/>
                <a:ea typeface="Nimbus Sans Narrow"/>
                <a:cs typeface="Nimbus Sans Narrow"/>
              </a:defRPr>
            </a:lvl4pPr>
            <a:lvl5pPr algn="l">
              <a:defRPr sz="1500" b="1">
                <a:solidFill>
                  <a:srgbClr val="FFFFFF"/>
                </a:solidFill>
                <a:latin typeface="Nimbus Sans Narrow"/>
                <a:ea typeface="Nimbus Sans Narrow"/>
                <a:cs typeface="Nimbus Sans Narrow"/>
              </a:defRPr>
            </a:lvl5pPr>
            <a:lvl6pPr algn="l">
              <a:defRPr sz="1500" b="1">
                <a:solidFill>
                  <a:srgbClr val="FFFFFF"/>
                </a:solidFill>
                <a:latin typeface="Nimbus Sans Narrow"/>
                <a:ea typeface="Nimbus Sans Narrow"/>
                <a:cs typeface="Nimbus Sans Narrow"/>
              </a:defRPr>
            </a:lvl6pPr>
            <a:lvl7pPr algn="l">
              <a:defRPr sz="1500" b="1">
                <a:solidFill>
                  <a:srgbClr val="FFFFFF"/>
                </a:solidFill>
                <a:latin typeface="Nimbus Sans Narrow"/>
                <a:ea typeface="Nimbus Sans Narrow"/>
                <a:cs typeface="Nimbus Sans Narrow"/>
              </a:defRPr>
            </a:lvl7pPr>
            <a:lvl8pPr algn="l">
              <a:defRPr sz="1500" b="1">
                <a:solidFill>
                  <a:srgbClr val="FFFFFF"/>
                </a:solidFill>
                <a:latin typeface="Nimbus Sans Narrow"/>
                <a:ea typeface="Nimbus Sans Narrow"/>
                <a:cs typeface="Nimbus Sans Narrow"/>
              </a:defRPr>
            </a:lvl8pPr>
            <a:lvl9pPr algn="l">
              <a:defRPr sz="1500" b="1">
                <a:solidFill>
                  <a:srgbClr val="FFFFFF"/>
                </a:solidFill>
                <a:latin typeface="Nimbus Sans Narrow"/>
                <a:ea typeface="Nimbus Sans Narrow"/>
                <a:cs typeface="Nimbus Sans Narrow"/>
              </a:defRPr>
            </a:lvl9pPr>
          </a:lstStyle>
          <a:p>
            <a:pPr algn="l">
              <a:defRPr sz="1500" b="1">
                <a:solidFill>
                  <a:srgbClr val="FFFFFF"/>
                </a:solidFill>
                <a:latin typeface="Nimbus Sans Narrow"/>
                <a:ea typeface="Nimbus Sans Narrow"/>
                <a:cs typeface="Nimbus Sans Narrow"/>
              </a:defRPr>
            </a:pPr>
            <a:r>
              <a:rPr sz="1500" b="1">
                <a:solidFill>
                  <a:srgbClr val="FFFFFF"/>
                </a:solidFill>
                <a:latin typeface="Nimbus Sans Narrow"/>
                <a:ea typeface="Nimbus Sans Narrow"/>
                <a:cs typeface="Nimbus Sans Narrow"/>
              </a:rPr>
              <a:t>PUBLIC-HEALTH QUESTION</a:t>
            </a:r>
          </a:p>
        </p:txBody>
      </p:sp>
      <p:sp>
        <p:nvSpPr>
          <p:cNvPr id="5" name="question">
            <a:extLst>
              <a:ext uri="{FF2B5EF4-FFF2-40B4-BE49-F238E27FC236}">
                <a16:creationId xmlns:a16="http://schemas.microsoft.com/office/drawing/2014/main" id="{B9B0D12B-07B1-4517-BB38-25C4D6D90A88}"/>
              </a:ext>
            </a:extLst>
          </p:cNvPr>
          <p:cNvSpPr>
            <a:spLocks noGrp="1"/>
          </p:cNvSpPr>
          <p:nvPr/>
        </p:nvSpPr>
        <p:spPr>
          <a:xfrm>
            <a:off x="1047750" y="2628900"/>
            <a:ext cx="10001250" cy="933450"/>
          </a:xfrm>
          <a:prstGeom prst="rect">
            <a:avLst/>
          </a:prstGeom>
          <a:noFill/>
          <a:ln w="0">
            <a:noFill/>
            <a:prstDash val="solid"/>
          </a:ln>
        </p:spPr>
        <p:txBody>
          <a:bodyPr lIns="0" tIns="0" rIns="0" bIns="0" anchor="ctr"/>
          <a:lstStyle>
            <a:defPPr algn="l">
              <a:defRPr sz="2550" b="1">
                <a:solidFill>
                  <a:srgbClr val="FFFFFF"/>
                </a:solidFill>
                <a:latin typeface="Nimbus Sans Narrow"/>
                <a:ea typeface="Nimbus Sans Narrow"/>
                <a:cs typeface="Nimbus Sans Narrow"/>
              </a:defRPr>
            </a:defPPr>
            <a:lvl1pPr algn="l">
              <a:defRPr sz="2550" b="1">
                <a:solidFill>
                  <a:srgbClr val="FFFFFF"/>
                </a:solidFill>
                <a:latin typeface="Nimbus Sans Narrow"/>
                <a:ea typeface="Nimbus Sans Narrow"/>
                <a:cs typeface="Nimbus Sans Narrow"/>
              </a:defRPr>
            </a:lvl1pPr>
            <a:lvl2pPr algn="l">
              <a:defRPr sz="2550" b="1">
                <a:solidFill>
                  <a:srgbClr val="FFFFFF"/>
                </a:solidFill>
                <a:latin typeface="Nimbus Sans Narrow"/>
                <a:ea typeface="Nimbus Sans Narrow"/>
                <a:cs typeface="Nimbus Sans Narrow"/>
              </a:defRPr>
            </a:lvl2pPr>
            <a:lvl3pPr algn="l">
              <a:defRPr sz="2550" b="1">
                <a:solidFill>
                  <a:srgbClr val="FFFFFF"/>
                </a:solidFill>
                <a:latin typeface="Nimbus Sans Narrow"/>
                <a:ea typeface="Nimbus Sans Narrow"/>
                <a:cs typeface="Nimbus Sans Narrow"/>
              </a:defRPr>
            </a:lvl3pPr>
            <a:lvl4pPr algn="l">
              <a:defRPr sz="2550" b="1">
                <a:solidFill>
                  <a:srgbClr val="FFFFFF"/>
                </a:solidFill>
                <a:latin typeface="Nimbus Sans Narrow"/>
                <a:ea typeface="Nimbus Sans Narrow"/>
                <a:cs typeface="Nimbus Sans Narrow"/>
              </a:defRPr>
            </a:lvl4pPr>
            <a:lvl5pPr algn="l">
              <a:defRPr sz="2550" b="1">
                <a:solidFill>
                  <a:srgbClr val="FFFFFF"/>
                </a:solidFill>
                <a:latin typeface="Nimbus Sans Narrow"/>
                <a:ea typeface="Nimbus Sans Narrow"/>
                <a:cs typeface="Nimbus Sans Narrow"/>
              </a:defRPr>
            </a:lvl5pPr>
            <a:lvl6pPr algn="l">
              <a:defRPr sz="2550" b="1">
                <a:solidFill>
                  <a:srgbClr val="FFFFFF"/>
                </a:solidFill>
                <a:latin typeface="Nimbus Sans Narrow"/>
                <a:ea typeface="Nimbus Sans Narrow"/>
                <a:cs typeface="Nimbus Sans Narrow"/>
              </a:defRPr>
            </a:lvl6pPr>
            <a:lvl7pPr algn="l">
              <a:defRPr sz="2550" b="1">
                <a:solidFill>
                  <a:srgbClr val="FFFFFF"/>
                </a:solidFill>
                <a:latin typeface="Nimbus Sans Narrow"/>
                <a:ea typeface="Nimbus Sans Narrow"/>
                <a:cs typeface="Nimbus Sans Narrow"/>
              </a:defRPr>
            </a:lvl7pPr>
            <a:lvl8pPr algn="l">
              <a:defRPr sz="2550" b="1">
                <a:solidFill>
                  <a:srgbClr val="FFFFFF"/>
                </a:solidFill>
                <a:latin typeface="Nimbus Sans Narrow"/>
                <a:ea typeface="Nimbus Sans Narrow"/>
                <a:cs typeface="Nimbus Sans Narrow"/>
              </a:defRPr>
            </a:lvl8pPr>
            <a:lvl9pPr algn="l">
              <a:defRPr sz="2550" b="1">
                <a:solidFill>
                  <a:srgbClr val="FFFFFF"/>
                </a:solidFill>
                <a:latin typeface="Nimbus Sans Narrow"/>
                <a:ea typeface="Nimbus Sans Narrow"/>
                <a:cs typeface="Nimbus Sans Narrow"/>
              </a:defRPr>
            </a:lvl9pPr>
          </a:lstStyle>
          <a:p>
            <a:pPr algn="l">
              <a:defRPr sz="2550" b="1">
                <a:solidFill>
                  <a:srgbClr val="FFFFFF"/>
                </a:solidFill>
                <a:latin typeface="Nimbus Sans Narrow"/>
                <a:ea typeface="Nimbus Sans Narrow"/>
                <a:cs typeface="Nimbus Sans Narrow"/>
              </a:defRPr>
            </a:pPr>
            <a:r>
              <a:rPr sz="2550" b="1">
                <a:solidFill>
                  <a:srgbClr val="FFFFFF"/>
                </a:solidFill>
                <a:latin typeface="Nimbus Sans Narrow"/>
                <a:ea typeface="Nimbus Sans Narrow"/>
                <a:cs typeface="Nimbus Sans Narrow"/>
              </a:rPr>
              <a:t>Where can action interrupt transmission or reduce severe outcomes?</a:t>
            </a:r>
          </a:p>
        </p:txBody>
      </p:sp>
      <p:sp>
        <p:nvSpPr>
          <p:cNvPr id="6" name="contribution-label">
            <a:extLst>
              <a:ext uri="{FF2B5EF4-FFF2-40B4-BE49-F238E27FC236}">
                <a16:creationId xmlns:a16="http://schemas.microsoft.com/office/drawing/2014/main" id="{0D540453-15BF-440E-9575-BF6A051B75BE}"/>
              </a:ext>
            </a:extLst>
          </p:cNvPr>
          <p:cNvSpPr>
            <a:spLocks noGrp="1"/>
          </p:cNvSpPr>
          <p:nvPr/>
        </p:nvSpPr>
        <p:spPr>
          <a:xfrm>
            <a:off x="1047750" y="4000500"/>
            <a:ext cx="3143250" cy="304800"/>
          </a:xfrm>
          <a:prstGeom prst="rect">
            <a:avLst/>
          </a:prstGeom>
          <a:noFill/>
          <a:ln w="0">
            <a:noFill/>
            <a:prstDash val="solid"/>
          </a:ln>
        </p:spPr>
        <p:txBody>
          <a:bodyPr lIns="0" tIns="0" rIns="0" bIns="0" anchor="ctr"/>
          <a:lstStyle>
            <a:defPPr algn="l">
              <a:defRPr sz="1500" b="1">
                <a:solidFill>
                  <a:srgbClr val="FFFFFF"/>
                </a:solidFill>
                <a:latin typeface="Nimbus Sans Narrow"/>
                <a:ea typeface="Nimbus Sans Narrow"/>
                <a:cs typeface="Nimbus Sans Narrow"/>
              </a:defRPr>
            </a:defPPr>
            <a:lvl1pPr algn="l">
              <a:defRPr sz="1500" b="1">
                <a:solidFill>
                  <a:srgbClr val="FFFFFF"/>
                </a:solidFill>
                <a:latin typeface="Nimbus Sans Narrow"/>
                <a:ea typeface="Nimbus Sans Narrow"/>
                <a:cs typeface="Nimbus Sans Narrow"/>
              </a:defRPr>
            </a:lvl1pPr>
            <a:lvl2pPr algn="l">
              <a:defRPr sz="1500" b="1">
                <a:solidFill>
                  <a:srgbClr val="FFFFFF"/>
                </a:solidFill>
                <a:latin typeface="Nimbus Sans Narrow"/>
                <a:ea typeface="Nimbus Sans Narrow"/>
                <a:cs typeface="Nimbus Sans Narrow"/>
              </a:defRPr>
            </a:lvl2pPr>
            <a:lvl3pPr algn="l">
              <a:defRPr sz="1500" b="1">
                <a:solidFill>
                  <a:srgbClr val="FFFFFF"/>
                </a:solidFill>
                <a:latin typeface="Nimbus Sans Narrow"/>
                <a:ea typeface="Nimbus Sans Narrow"/>
                <a:cs typeface="Nimbus Sans Narrow"/>
              </a:defRPr>
            </a:lvl3pPr>
            <a:lvl4pPr algn="l">
              <a:defRPr sz="1500" b="1">
                <a:solidFill>
                  <a:srgbClr val="FFFFFF"/>
                </a:solidFill>
                <a:latin typeface="Nimbus Sans Narrow"/>
                <a:ea typeface="Nimbus Sans Narrow"/>
                <a:cs typeface="Nimbus Sans Narrow"/>
              </a:defRPr>
            </a:lvl4pPr>
            <a:lvl5pPr algn="l">
              <a:defRPr sz="1500" b="1">
                <a:solidFill>
                  <a:srgbClr val="FFFFFF"/>
                </a:solidFill>
                <a:latin typeface="Nimbus Sans Narrow"/>
                <a:ea typeface="Nimbus Sans Narrow"/>
                <a:cs typeface="Nimbus Sans Narrow"/>
              </a:defRPr>
            </a:lvl5pPr>
            <a:lvl6pPr algn="l">
              <a:defRPr sz="1500" b="1">
                <a:solidFill>
                  <a:srgbClr val="FFFFFF"/>
                </a:solidFill>
                <a:latin typeface="Nimbus Sans Narrow"/>
                <a:ea typeface="Nimbus Sans Narrow"/>
                <a:cs typeface="Nimbus Sans Narrow"/>
              </a:defRPr>
            </a:lvl6pPr>
            <a:lvl7pPr algn="l">
              <a:defRPr sz="1500" b="1">
                <a:solidFill>
                  <a:srgbClr val="FFFFFF"/>
                </a:solidFill>
                <a:latin typeface="Nimbus Sans Narrow"/>
                <a:ea typeface="Nimbus Sans Narrow"/>
                <a:cs typeface="Nimbus Sans Narrow"/>
              </a:defRPr>
            </a:lvl7pPr>
            <a:lvl8pPr algn="l">
              <a:defRPr sz="1500" b="1">
                <a:solidFill>
                  <a:srgbClr val="FFFFFF"/>
                </a:solidFill>
                <a:latin typeface="Nimbus Sans Narrow"/>
                <a:ea typeface="Nimbus Sans Narrow"/>
                <a:cs typeface="Nimbus Sans Narrow"/>
              </a:defRPr>
            </a:lvl8pPr>
            <a:lvl9pPr algn="l">
              <a:defRPr sz="1500" b="1">
                <a:solidFill>
                  <a:srgbClr val="FFFFFF"/>
                </a:solidFill>
                <a:latin typeface="Nimbus Sans Narrow"/>
                <a:ea typeface="Nimbus Sans Narrow"/>
                <a:cs typeface="Nimbus Sans Narrow"/>
              </a:defRPr>
            </a:lvl9pPr>
          </a:lstStyle>
          <a:p>
            <a:pPr algn="l">
              <a:defRPr sz="1500" b="1">
                <a:solidFill>
                  <a:srgbClr val="FFFFFF"/>
                </a:solidFill>
                <a:latin typeface="Nimbus Sans Narrow"/>
                <a:ea typeface="Nimbus Sans Narrow"/>
                <a:cs typeface="Nimbus Sans Narrow"/>
              </a:defRPr>
            </a:pPr>
            <a:r>
              <a:rPr sz="1500" b="1">
                <a:solidFill>
                  <a:srgbClr val="FFFFFF"/>
                </a:solidFill>
                <a:latin typeface="Nimbus Sans Narrow"/>
                <a:ea typeface="Nimbus Sans Narrow"/>
                <a:cs typeface="Nimbus Sans Narrow"/>
              </a:rPr>
              <a:t>MOLECULAR EPIDEMIOLOGY</a:t>
            </a:r>
          </a:p>
        </p:txBody>
      </p:sp>
      <p:sp>
        <p:nvSpPr>
          <p:cNvPr id="7" name="contribution">
            <a:extLst>
              <a:ext uri="{FF2B5EF4-FFF2-40B4-BE49-F238E27FC236}">
                <a16:creationId xmlns:a16="http://schemas.microsoft.com/office/drawing/2014/main" id="{B7912DE2-B453-45F1-B11F-B4015BAC622C}"/>
              </a:ext>
            </a:extLst>
          </p:cNvPr>
          <p:cNvSpPr>
            <a:spLocks noGrp="1"/>
          </p:cNvSpPr>
          <p:nvPr/>
        </p:nvSpPr>
        <p:spPr>
          <a:xfrm>
            <a:off x="1047750" y="4362450"/>
            <a:ext cx="10001250" cy="1143000"/>
          </a:xfrm>
          <a:prstGeom prst="rect">
            <a:avLst/>
          </a:prstGeom>
          <a:noFill/>
          <a:ln w="0">
            <a:noFill/>
            <a:prstDash val="solid"/>
          </a:ln>
        </p:spPr>
        <p:txBody>
          <a:bodyPr lIns="0" tIns="0" rIns="0" bIns="0" anchor="ctr"/>
          <a:lstStyle>
            <a:defPPr algn="l">
              <a:defRPr sz="2250" b="0">
                <a:solidFill>
                  <a:srgbClr val="FFFFFF"/>
                </a:solidFill>
                <a:latin typeface="Nimbus Sans Narrow"/>
                <a:ea typeface="Nimbus Sans Narrow"/>
                <a:cs typeface="Nimbus Sans Narrow"/>
              </a:defRPr>
            </a:defPPr>
            <a:lvl1pPr algn="l">
              <a:defRPr sz="2250" b="0">
                <a:solidFill>
                  <a:srgbClr val="FFFFFF"/>
                </a:solidFill>
                <a:latin typeface="Nimbus Sans Narrow"/>
                <a:ea typeface="Nimbus Sans Narrow"/>
                <a:cs typeface="Nimbus Sans Narrow"/>
              </a:defRPr>
            </a:lvl1pPr>
            <a:lvl2pPr algn="l">
              <a:defRPr sz="2250" b="0">
                <a:solidFill>
                  <a:srgbClr val="FFFFFF"/>
                </a:solidFill>
                <a:latin typeface="Nimbus Sans Narrow"/>
                <a:ea typeface="Nimbus Sans Narrow"/>
                <a:cs typeface="Nimbus Sans Narrow"/>
              </a:defRPr>
            </a:lvl2pPr>
            <a:lvl3pPr algn="l">
              <a:defRPr sz="2250" b="0">
                <a:solidFill>
                  <a:srgbClr val="FFFFFF"/>
                </a:solidFill>
                <a:latin typeface="Nimbus Sans Narrow"/>
                <a:ea typeface="Nimbus Sans Narrow"/>
                <a:cs typeface="Nimbus Sans Narrow"/>
              </a:defRPr>
            </a:lvl3pPr>
            <a:lvl4pPr algn="l">
              <a:defRPr sz="2250" b="0">
                <a:solidFill>
                  <a:srgbClr val="FFFFFF"/>
                </a:solidFill>
                <a:latin typeface="Nimbus Sans Narrow"/>
                <a:ea typeface="Nimbus Sans Narrow"/>
                <a:cs typeface="Nimbus Sans Narrow"/>
              </a:defRPr>
            </a:lvl4pPr>
            <a:lvl5pPr algn="l">
              <a:defRPr sz="2250" b="0">
                <a:solidFill>
                  <a:srgbClr val="FFFFFF"/>
                </a:solidFill>
                <a:latin typeface="Nimbus Sans Narrow"/>
                <a:ea typeface="Nimbus Sans Narrow"/>
                <a:cs typeface="Nimbus Sans Narrow"/>
              </a:defRPr>
            </a:lvl5pPr>
            <a:lvl6pPr algn="l">
              <a:defRPr sz="2250" b="0">
                <a:solidFill>
                  <a:srgbClr val="FFFFFF"/>
                </a:solidFill>
                <a:latin typeface="Nimbus Sans Narrow"/>
                <a:ea typeface="Nimbus Sans Narrow"/>
                <a:cs typeface="Nimbus Sans Narrow"/>
              </a:defRPr>
            </a:lvl6pPr>
            <a:lvl7pPr algn="l">
              <a:defRPr sz="2250" b="0">
                <a:solidFill>
                  <a:srgbClr val="FFFFFF"/>
                </a:solidFill>
                <a:latin typeface="Nimbus Sans Narrow"/>
                <a:ea typeface="Nimbus Sans Narrow"/>
                <a:cs typeface="Nimbus Sans Narrow"/>
              </a:defRPr>
            </a:lvl7pPr>
            <a:lvl8pPr algn="l">
              <a:defRPr sz="2250" b="0">
                <a:solidFill>
                  <a:srgbClr val="FFFFFF"/>
                </a:solidFill>
                <a:latin typeface="Nimbus Sans Narrow"/>
                <a:ea typeface="Nimbus Sans Narrow"/>
                <a:cs typeface="Nimbus Sans Narrow"/>
              </a:defRPr>
            </a:lvl8pPr>
            <a:lvl9pPr algn="l">
              <a:defRPr sz="2250" b="0">
                <a:solidFill>
                  <a:srgbClr val="FFFFFF"/>
                </a:solidFill>
                <a:latin typeface="Nimbus Sans Narrow"/>
                <a:ea typeface="Nimbus Sans Narrow"/>
                <a:cs typeface="Nimbus Sans Narrow"/>
              </a:defRPr>
            </a:lvl9pPr>
          </a:lstStyle>
          <a:p>
            <a:pPr algn="l">
              <a:defRPr sz="2250" b="0">
                <a:solidFill>
                  <a:srgbClr val="FFFFFF"/>
                </a:solidFill>
                <a:latin typeface="Nimbus Sans Narrow"/>
                <a:ea typeface="Nimbus Sans Narrow"/>
                <a:cs typeface="Nimbus Sans Narrow"/>
              </a:defRPr>
            </a:pPr>
            <a:r>
              <a:rPr sz="2250" b="0">
                <a:solidFill>
                  <a:srgbClr val="FFFFFF"/>
                </a:solidFill>
                <a:latin typeface="Nimbus Sans Narrow"/>
                <a:ea typeface="Nimbus Sans Narrow"/>
                <a:cs typeface="Nimbus Sans Narrow"/>
              </a:rPr>
              <a:t>Locate expanding networks and monitor change, while recognizing that genomic trajectories do not establish causality.</a:t>
            </a:r>
          </a:p>
        </p:txBody>
      </p:sp>
      <p:sp>
        <p:nvSpPr>
          <p:cNvPr id="8" name="overlap-note">
            <a:extLst>
              <a:ext uri="{FF2B5EF4-FFF2-40B4-BE49-F238E27FC236}">
                <a16:creationId xmlns:a16="http://schemas.microsoft.com/office/drawing/2014/main" id="{05E77237-F2E0-4CFA-B7AD-30DE59F19995}"/>
              </a:ext>
            </a:extLst>
          </p:cNvPr>
          <p:cNvSpPr>
            <a:spLocks noGrp="1"/>
          </p:cNvSpPr>
          <p:nvPr/>
        </p:nvSpPr>
        <p:spPr>
          <a:xfrm>
            <a:off x="1047750" y="6057900"/>
            <a:ext cx="10001250" cy="304800"/>
          </a:xfrm>
          <a:prstGeom prst="rect">
            <a:avLst/>
          </a:prstGeom>
          <a:noFill/>
          <a:ln w="0">
            <a:noFill/>
            <a:prstDash val="solid"/>
          </a:ln>
        </p:spPr>
        <p:txBody>
          <a:bodyPr lIns="0" tIns="0" rIns="0" bIns="0" anchor="ctr"/>
          <a:lstStyle>
            <a:defPPr algn="r">
              <a:defRPr sz="1500" b="0">
                <a:solidFill>
                  <a:srgbClr val="FFFFFF"/>
                </a:solidFill>
                <a:latin typeface="Nimbus Sans Narrow"/>
                <a:ea typeface="Nimbus Sans Narrow"/>
                <a:cs typeface="Nimbus Sans Narrow"/>
              </a:defRPr>
            </a:defPPr>
            <a:lvl1pPr algn="r">
              <a:defRPr sz="1500" b="0">
                <a:solidFill>
                  <a:srgbClr val="FFFFFF"/>
                </a:solidFill>
                <a:latin typeface="Nimbus Sans Narrow"/>
                <a:ea typeface="Nimbus Sans Narrow"/>
                <a:cs typeface="Nimbus Sans Narrow"/>
              </a:defRPr>
            </a:lvl1pPr>
            <a:lvl2pPr algn="r">
              <a:defRPr sz="1500" b="0">
                <a:solidFill>
                  <a:srgbClr val="FFFFFF"/>
                </a:solidFill>
                <a:latin typeface="Nimbus Sans Narrow"/>
                <a:ea typeface="Nimbus Sans Narrow"/>
                <a:cs typeface="Nimbus Sans Narrow"/>
              </a:defRPr>
            </a:lvl2pPr>
            <a:lvl3pPr algn="r">
              <a:defRPr sz="1500" b="0">
                <a:solidFill>
                  <a:srgbClr val="FFFFFF"/>
                </a:solidFill>
                <a:latin typeface="Nimbus Sans Narrow"/>
                <a:ea typeface="Nimbus Sans Narrow"/>
                <a:cs typeface="Nimbus Sans Narrow"/>
              </a:defRPr>
            </a:lvl3pPr>
            <a:lvl4pPr algn="r">
              <a:defRPr sz="1500" b="0">
                <a:solidFill>
                  <a:srgbClr val="FFFFFF"/>
                </a:solidFill>
                <a:latin typeface="Nimbus Sans Narrow"/>
                <a:ea typeface="Nimbus Sans Narrow"/>
                <a:cs typeface="Nimbus Sans Narrow"/>
              </a:defRPr>
            </a:lvl4pPr>
            <a:lvl5pPr algn="r">
              <a:defRPr sz="1500" b="0">
                <a:solidFill>
                  <a:srgbClr val="FFFFFF"/>
                </a:solidFill>
                <a:latin typeface="Nimbus Sans Narrow"/>
                <a:ea typeface="Nimbus Sans Narrow"/>
                <a:cs typeface="Nimbus Sans Narrow"/>
              </a:defRPr>
            </a:lvl5pPr>
            <a:lvl6pPr algn="r">
              <a:defRPr sz="1500" b="0">
                <a:solidFill>
                  <a:srgbClr val="FFFFFF"/>
                </a:solidFill>
                <a:latin typeface="Nimbus Sans Narrow"/>
                <a:ea typeface="Nimbus Sans Narrow"/>
                <a:cs typeface="Nimbus Sans Narrow"/>
              </a:defRPr>
            </a:lvl6pPr>
            <a:lvl7pPr algn="r">
              <a:defRPr sz="1500" b="0">
                <a:solidFill>
                  <a:srgbClr val="FFFFFF"/>
                </a:solidFill>
                <a:latin typeface="Nimbus Sans Narrow"/>
                <a:ea typeface="Nimbus Sans Narrow"/>
                <a:cs typeface="Nimbus Sans Narrow"/>
              </a:defRPr>
            </a:lvl7pPr>
            <a:lvl8pPr algn="r">
              <a:defRPr sz="1500" b="0">
                <a:solidFill>
                  <a:srgbClr val="FFFFFF"/>
                </a:solidFill>
                <a:latin typeface="Nimbus Sans Narrow"/>
                <a:ea typeface="Nimbus Sans Narrow"/>
                <a:cs typeface="Nimbus Sans Narrow"/>
              </a:defRPr>
            </a:lvl8pPr>
            <a:lvl9pPr algn="r">
              <a:defRPr sz="1500" b="0">
                <a:solidFill>
                  <a:srgbClr val="FFFFFF"/>
                </a:solidFill>
                <a:latin typeface="Nimbus Sans Narrow"/>
                <a:ea typeface="Nimbus Sans Narrow"/>
                <a:cs typeface="Nimbus Sans Narrow"/>
              </a:defRPr>
            </a:lvl9pPr>
          </a:lstStyle>
          <a:p>
            <a:pPr algn="r">
              <a:defRPr sz="1500" b="0">
                <a:solidFill>
                  <a:srgbClr val="FFFFFF"/>
                </a:solidFill>
                <a:latin typeface="Nimbus Sans Narrow"/>
                <a:ea typeface="Nimbus Sans Narrow"/>
                <a:cs typeface="Nimbus Sans Narrow"/>
              </a:defRPr>
            </a:pPr>
            <a:r>
              <a:rPr sz="1500" b="0">
                <a:solidFill>
                  <a:srgbClr val="FFFFFF"/>
                </a:solidFill>
                <a:latin typeface="Nimbus Sans Narrow"/>
                <a:ea typeface="Nimbus Sans Narrow"/>
                <a:cs typeface="Nimbus Sans Narrow"/>
              </a:rPr>
              <a:t>Operational states overlap across places and populations.</a:t>
            </a:r>
          </a:p>
        </p:txBody>
      </p:sp>
    </p:spTree>
    <p:extLst>
      <p:ext uri="{BB962C8B-B14F-4D97-AF65-F5344CB8AC3E}">
        <p14:creationId xmlns:p14="http://schemas.microsoft.com/office/powerpoint/2010/main" val="6307782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phase-slide-border">
            <a:extLst>
              <a:ext uri="{FF2B5EF4-FFF2-40B4-BE49-F238E27FC236}">
                <a16:creationId xmlns:a16="http://schemas.microsoft.com/office/drawing/2014/main" id="{1E3EA892-0B28-4E8B-B94B-F2859CBDB5F5}"/>
              </a:ext>
            </a:extLst>
          </p:cNvPr>
          <p:cNvSpPr>
            <a:spLocks noGrp="1"/>
          </p:cNvSpPr>
          <p:nvPr/>
        </p:nvSpPr>
        <p:spPr>
          <a:xfrm>
            <a:off x="76200" y="76200"/>
            <a:ext cx="12039600" cy="6705600"/>
          </a:xfrm>
          <a:prstGeom prst="roundRect">
            <a:avLst>
              <a:gd name="adj" fmla="val 1705"/>
            </a:avLst>
          </a:prstGeom>
          <a:noFill/>
          <a:ln w="19050">
            <a:solidFill>
              <a:srgbClr val="F4510B"/>
            </a:solidFill>
            <a:prstDash val="solid"/>
          </a:ln>
        </p:spPr>
        <p:txBody>
          <a:bodyPr/>
          <a:lstStyle/>
          <a:p>
            <a:endParaRPr lang="en-US"/>
          </a:p>
        </p:txBody>
      </p:sp>
      <p:sp>
        <p:nvSpPr>
          <p:cNvPr id="2" name="slide-title">
            <a:extLst>
              <a:ext uri="{FF2B5EF4-FFF2-40B4-BE49-F238E27FC236}">
                <a16:creationId xmlns:a16="http://schemas.microsoft.com/office/drawing/2014/main" id="{E8FD7FEA-0935-458D-A24A-57E2CC87C728}"/>
              </a:ext>
            </a:extLst>
          </p:cNvPr>
          <p:cNvSpPr>
            <a:spLocks noGrp="1"/>
          </p:cNvSpPr>
          <p:nvPr/>
        </p:nvSpPr>
        <p:spPr>
          <a:xfrm>
            <a:off x="533400" y="266700"/>
            <a:ext cx="11125200" cy="552450"/>
          </a:xfrm>
          <a:prstGeom prst="rect">
            <a:avLst/>
          </a:prstGeom>
          <a:noFill/>
          <a:ln w="0">
            <a:noFill/>
            <a:prstDash val="solid"/>
          </a:ln>
        </p:spPr>
        <p:txBody>
          <a:bodyPr lIns="0" tIns="0" rIns="0" bIns="0" anchor="ctr"/>
          <a:lstStyle>
            <a:defPPr algn="ctr">
              <a:defRPr sz="3000" b="1">
                <a:solidFill>
                  <a:srgbClr val="070D3A"/>
                </a:solidFill>
                <a:latin typeface="Nimbus Sans Narrow"/>
                <a:ea typeface="Nimbus Sans Narrow"/>
                <a:cs typeface="Nimbus Sans Narrow"/>
              </a:defRPr>
            </a:defPPr>
            <a:lvl1pPr algn="ctr">
              <a:defRPr sz="3000" b="1">
                <a:solidFill>
                  <a:srgbClr val="070D3A"/>
                </a:solidFill>
                <a:latin typeface="Nimbus Sans Narrow"/>
                <a:ea typeface="Nimbus Sans Narrow"/>
                <a:cs typeface="Nimbus Sans Narrow"/>
              </a:defRPr>
            </a:lvl1pPr>
            <a:lvl2pPr algn="ctr">
              <a:defRPr sz="3000" b="1">
                <a:solidFill>
                  <a:srgbClr val="070D3A"/>
                </a:solidFill>
                <a:latin typeface="Nimbus Sans Narrow"/>
                <a:ea typeface="Nimbus Sans Narrow"/>
                <a:cs typeface="Nimbus Sans Narrow"/>
              </a:defRPr>
            </a:lvl2pPr>
            <a:lvl3pPr algn="ctr">
              <a:defRPr sz="3000" b="1">
                <a:solidFill>
                  <a:srgbClr val="070D3A"/>
                </a:solidFill>
                <a:latin typeface="Nimbus Sans Narrow"/>
                <a:ea typeface="Nimbus Sans Narrow"/>
                <a:cs typeface="Nimbus Sans Narrow"/>
              </a:defRPr>
            </a:lvl3pPr>
            <a:lvl4pPr algn="ctr">
              <a:defRPr sz="3000" b="1">
                <a:solidFill>
                  <a:srgbClr val="070D3A"/>
                </a:solidFill>
                <a:latin typeface="Nimbus Sans Narrow"/>
                <a:ea typeface="Nimbus Sans Narrow"/>
                <a:cs typeface="Nimbus Sans Narrow"/>
              </a:defRPr>
            </a:lvl4pPr>
            <a:lvl5pPr algn="ctr">
              <a:defRPr sz="3000" b="1">
                <a:solidFill>
                  <a:srgbClr val="070D3A"/>
                </a:solidFill>
                <a:latin typeface="Nimbus Sans Narrow"/>
                <a:ea typeface="Nimbus Sans Narrow"/>
                <a:cs typeface="Nimbus Sans Narrow"/>
              </a:defRPr>
            </a:lvl5pPr>
            <a:lvl6pPr algn="ctr">
              <a:defRPr sz="3000" b="1">
                <a:solidFill>
                  <a:srgbClr val="070D3A"/>
                </a:solidFill>
                <a:latin typeface="Nimbus Sans Narrow"/>
                <a:ea typeface="Nimbus Sans Narrow"/>
                <a:cs typeface="Nimbus Sans Narrow"/>
              </a:defRPr>
            </a:lvl6pPr>
            <a:lvl7pPr algn="ctr">
              <a:defRPr sz="3000" b="1">
                <a:solidFill>
                  <a:srgbClr val="070D3A"/>
                </a:solidFill>
                <a:latin typeface="Nimbus Sans Narrow"/>
                <a:ea typeface="Nimbus Sans Narrow"/>
                <a:cs typeface="Nimbus Sans Narrow"/>
              </a:defRPr>
            </a:lvl7pPr>
            <a:lvl8pPr algn="ctr">
              <a:defRPr sz="3000" b="1">
                <a:solidFill>
                  <a:srgbClr val="070D3A"/>
                </a:solidFill>
                <a:latin typeface="Nimbus Sans Narrow"/>
                <a:ea typeface="Nimbus Sans Narrow"/>
                <a:cs typeface="Nimbus Sans Narrow"/>
              </a:defRPr>
            </a:lvl8pPr>
            <a:lvl9pPr algn="ctr">
              <a:defRPr sz="3000" b="1">
                <a:solidFill>
                  <a:srgbClr val="070D3A"/>
                </a:solidFill>
                <a:latin typeface="Nimbus Sans Narrow"/>
                <a:ea typeface="Nimbus Sans Narrow"/>
                <a:cs typeface="Nimbus Sans Narrow"/>
              </a:defRPr>
            </a:lvl9pPr>
          </a:lstStyle>
          <a:p>
            <a:pPr algn="ctr">
              <a:defRPr sz="3000" b="1">
                <a:solidFill>
                  <a:srgbClr val="070D3A"/>
                </a:solidFill>
                <a:latin typeface="Nimbus Sans Narrow"/>
                <a:ea typeface="Nimbus Sans Narrow"/>
                <a:cs typeface="Nimbus Sans Narrow"/>
              </a:defRPr>
            </a:pPr>
            <a:r>
              <a:rPr sz="3000" b="1">
                <a:solidFill>
                  <a:srgbClr val="070D3A"/>
                </a:solidFill>
                <a:latin typeface="Nimbus Sans Narrow"/>
                <a:ea typeface="Nimbus Sans Narrow"/>
                <a:cs typeface="Nimbus Sans Narrow"/>
              </a:rPr>
              <a:t>Attributing an intervention effect requires a counterfactual</a:t>
            </a:r>
          </a:p>
        </p:txBody>
      </p:sp>
      <p:sp>
        <p:nvSpPr>
          <p:cNvPr id="3" name="cf-panel-0">
            <a:extLst>
              <a:ext uri="{FF2B5EF4-FFF2-40B4-BE49-F238E27FC236}">
                <a16:creationId xmlns:a16="http://schemas.microsoft.com/office/drawing/2014/main" id="{A487B2B7-5B5E-4F7C-9D6D-2E08396A7B26}"/>
              </a:ext>
            </a:extLst>
          </p:cNvPr>
          <p:cNvSpPr>
            <a:spLocks noGrp="1"/>
          </p:cNvSpPr>
          <p:nvPr/>
        </p:nvSpPr>
        <p:spPr>
          <a:xfrm>
            <a:off x="914400" y="1238250"/>
            <a:ext cx="4895850" cy="3695700"/>
          </a:xfrm>
          <a:prstGeom prst="roundRect">
            <a:avLst>
              <a:gd name="adj" fmla="val 4124"/>
            </a:avLst>
          </a:prstGeom>
          <a:solidFill>
            <a:srgbClr val="FFFFFF"/>
          </a:solidFill>
          <a:ln w="19050">
            <a:solidFill>
              <a:srgbClr val="F4510B"/>
            </a:solidFill>
            <a:prstDash val="solid"/>
          </a:ln>
        </p:spPr>
        <p:txBody>
          <a:bodyPr/>
          <a:lstStyle/>
          <a:p>
            <a:endParaRPr lang="en-US"/>
          </a:p>
        </p:txBody>
      </p:sp>
      <p:sp>
        <p:nvSpPr>
          <p:cNvPr id="4" name="cf-title-0">
            <a:extLst>
              <a:ext uri="{FF2B5EF4-FFF2-40B4-BE49-F238E27FC236}">
                <a16:creationId xmlns:a16="http://schemas.microsoft.com/office/drawing/2014/main" id="{280E9965-0C54-4196-917A-4F5006363D7C}"/>
              </a:ext>
            </a:extLst>
          </p:cNvPr>
          <p:cNvSpPr>
            <a:spLocks noGrp="1"/>
          </p:cNvSpPr>
          <p:nvPr/>
        </p:nvSpPr>
        <p:spPr>
          <a:xfrm>
            <a:off x="1200150" y="1428750"/>
            <a:ext cx="1714500" cy="361950"/>
          </a:xfrm>
          <a:prstGeom prst="rect">
            <a:avLst/>
          </a:prstGeom>
          <a:noFill/>
          <a:ln w="0">
            <a:noFill/>
            <a:prstDash val="solid"/>
          </a:ln>
        </p:spPr>
        <p:txBody>
          <a:bodyPr lIns="0" tIns="0" rIns="0" bIns="0" anchor="ctr"/>
          <a:lstStyle>
            <a:defPPr algn="l">
              <a:defRPr sz="2100" b="1">
                <a:solidFill>
                  <a:srgbClr val="F4510B"/>
                </a:solidFill>
                <a:latin typeface="Nimbus Sans Narrow"/>
                <a:ea typeface="Nimbus Sans Narrow"/>
                <a:cs typeface="Nimbus Sans Narrow"/>
              </a:defRPr>
            </a:defPPr>
            <a:lvl1pPr algn="l">
              <a:defRPr sz="2100" b="1">
                <a:solidFill>
                  <a:srgbClr val="F4510B"/>
                </a:solidFill>
                <a:latin typeface="Nimbus Sans Narrow"/>
                <a:ea typeface="Nimbus Sans Narrow"/>
                <a:cs typeface="Nimbus Sans Narrow"/>
              </a:defRPr>
            </a:lvl1pPr>
            <a:lvl2pPr algn="l">
              <a:defRPr sz="2100" b="1">
                <a:solidFill>
                  <a:srgbClr val="F4510B"/>
                </a:solidFill>
                <a:latin typeface="Nimbus Sans Narrow"/>
                <a:ea typeface="Nimbus Sans Narrow"/>
                <a:cs typeface="Nimbus Sans Narrow"/>
              </a:defRPr>
            </a:lvl2pPr>
            <a:lvl3pPr algn="l">
              <a:defRPr sz="2100" b="1">
                <a:solidFill>
                  <a:srgbClr val="F4510B"/>
                </a:solidFill>
                <a:latin typeface="Nimbus Sans Narrow"/>
                <a:ea typeface="Nimbus Sans Narrow"/>
                <a:cs typeface="Nimbus Sans Narrow"/>
              </a:defRPr>
            </a:lvl3pPr>
            <a:lvl4pPr algn="l">
              <a:defRPr sz="2100" b="1">
                <a:solidFill>
                  <a:srgbClr val="F4510B"/>
                </a:solidFill>
                <a:latin typeface="Nimbus Sans Narrow"/>
                <a:ea typeface="Nimbus Sans Narrow"/>
                <a:cs typeface="Nimbus Sans Narrow"/>
              </a:defRPr>
            </a:lvl4pPr>
            <a:lvl5pPr algn="l">
              <a:defRPr sz="2100" b="1">
                <a:solidFill>
                  <a:srgbClr val="F4510B"/>
                </a:solidFill>
                <a:latin typeface="Nimbus Sans Narrow"/>
                <a:ea typeface="Nimbus Sans Narrow"/>
                <a:cs typeface="Nimbus Sans Narrow"/>
              </a:defRPr>
            </a:lvl5pPr>
            <a:lvl6pPr algn="l">
              <a:defRPr sz="2100" b="1">
                <a:solidFill>
                  <a:srgbClr val="F4510B"/>
                </a:solidFill>
                <a:latin typeface="Nimbus Sans Narrow"/>
                <a:ea typeface="Nimbus Sans Narrow"/>
                <a:cs typeface="Nimbus Sans Narrow"/>
              </a:defRPr>
            </a:lvl6pPr>
            <a:lvl7pPr algn="l">
              <a:defRPr sz="2100" b="1">
                <a:solidFill>
                  <a:srgbClr val="F4510B"/>
                </a:solidFill>
                <a:latin typeface="Nimbus Sans Narrow"/>
                <a:ea typeface="Nimbus Sans Narrow"/>
                <a:cs typeface="Nimbus Sans Narrow"/>
              </a:defRPr>
            </a:lvl7pPr>
            <a:lvl8pPr algn="l">
              <a:defRPr sz="2100" b="1">
                <a:solidFill>
                  <a:srgbClr val="F4510B"/>
                </a:solidFill>
                <a:latin typeface="Nimbus Sans Narrow"/>
                <a:ea typeface="Nimbus Sans Narrow"/>
                <a:cs typeface="Nimbus Sans Narrow"/>
              </a:defRPr>
            </a:lvl8pPr>
            <a:lvl9pPr algn="l">
              <a:defRPr sz="2100" b="1">
                <a:solidFill>
                  <a:srgbClr val="F4510B"/>
                </a:solidFill>
                <a:latin typeface="Nimbus Sans Narrow"/>
                <a:ea typeface="Nimbus Sans Narrow"/>
                <a:cs typeface="Nimbus Sans Narrow"/>
              </a:defRPr>
            </a:lvl9pPr>
          </a:lstStyle>
          <a:p>
            <a:pPr algn="l">
              <a:defRPr sz="2100" b="1">
                <a:solidFill>
                  <a:srgbClr val="F4510B"/>
                </a:solidFill>
                <a:latin typeface="Nimbus Sans Narrow"/>
                <a:ea typeface="Nimbus Sans Narrow"/>
                <a:cs typeface="Nimbus Sans Narrow"/>
              </a:defRPr>
            </a:pPr>
            <a:r>
              <a:rPr sz="2100" b="1">
                <a:solidFill>
                  <a:srgbClr val="F4510B"/>
                </a:solidFill>
                <a:latin typeface="Nimbus Sans Narrow"/>
                <a:ea typeface="Nimbus Sans Narrow"/>
                <a:cs typeface="Nimbus Sans Narrow"/>
              </a:rPr>
              <a:t>Region A</a:t>
            </a:r>
          </a:p>
        </p:txBody>
      </p:sp>
      <p:sp>
        <p:nvSpPr>
          <p:cNvPr id="5" name="cf-subtitle-0">
            <a:extLst>
              <a:ext uri="{FF2B5EF4-FFF2-40B4-BE49-F238E27FC236}">
                <a16:creationId xmlns:a16="http://schemas.microsoft.com/office/drawing/2014/main" id="{0DFD7DE4-4D56-431C-A684-1C700625CE9D}"/>
              </a:ext>
            </a:extLst>
          </p:cNvPr>
          <p:cNvSpPr>
            <a:spLocks noGrp="1"/>
          </p:cNvSpPr>
          <p:nvPr/>
        </p:nvSpPr>
        <p:spPr>
          <a:xfrm>
            <a:off x="3009900" y="1466850"/>
            <a:ext cx="2381250" cy="285750"/>
          </a:xfrm>
          <a:prstGeom prst="rect">
            <a:avLst/>
          </a:prstGeom>
          <a:noFill/>
          <a:ln w="0">
            <a:noFill/>
            <a:prstDash val="solid"/>
          </a:ln>
        </p:spPr>
        <p:txBody>
          <a:bodyPr lIns="0" tIns="0" rIns="0" bIns="0" anchor="ctr"/>
          <a:lstStyle>
            <a:defPPr algn="r">
              <a:defRPr sz="1575" b="0">
                <a:solidFill>
                  <a:srgbClr val="718096"/>
                </a:solidFill>
                <a:latin typeface="Nimbus Sans Narrow"/>
                <a:ea typeface="Nimbus Sans Narrow"/>
                <a:cs typeface="Nimbus Sans Narrow"/>
              </a:defRPr>
            </a:defPPr>
            <a:lvl1pPr algn="r">
              <a:defRPr sz="1575" b="0">
                <a:solidFill>
                  <a:srgbClr val="718096"/>
                </a:solidFill>
                <a:latin typeface="Nimbus Sans Narrow"/>
                <a:ea typeface="Nimbus Sans Narrow"/>
                <a:cs typeface="Nimbus Sans Narrow"/>
              </a:defRPr>
            </a:lvl1pPr>
            <a:lvl2pPr algn="r">
              <a:defRPr sz="1575" b="0">
                <a:solidFill>
                  <a:srgbClr val="718096"/>
                </a:solidFill>
                <a:latin typeface="Nimbus Sans Narrow"/>
                <a:ea typeface="Nimbus Sans Narrow"/>
                <a:cs typeface="Nimbus Sans Narrow"/>
              </a:defRPr>
            </a:lvl2pPr>
            <a:lvl3pPr algn="r">
              <a:defRPr sz="1575" b="0">
                <a:solidFill>
                  <a:srgbClr val="718096"/>
                </a:solidFill>
                <a:latin typeface="Nimbus Sans Narrow"/>
                <a:ea typeface="Nimbus Sans Narrow"/>
                <a:cs typeface="Nimbus Sans Narrow"/>
              </a:defRPr>
            </a:lvl3pPr>
            <a:lvl4pPr algn="r">
              <a:defRPr sz="1575" b="0">
                <a:solidFill>
                  <a:srgbClr val="718096"/>
                </a:solidFill>
                <a:latin typeface="Nimbus Sans Narrow"/>
                <a:ea typeface="Nimbus Sans Narrow"/>
                <a:cs typeface="Nimbus Sans Narrow"/>
              </a:defRPr>
            </a:lvl4pPr>
            <a:lvl5pPr algn="r">
              <a:defRPr sz="1575" b="0">
                <a:solidFill>
                  <a:srgbClr val="718096"/>
                </a:solidFill>
                <a:latin typeface="Nimbus Sans Narrow"/>
                <a:ea typeface="Nimbus Sans Narrow"/>
                <a:cs typeface="Nimbus Sans Narrow"/>
              </a:defRPr>
            </a:lvl5pPr>
            <a:lvl6pPr algn="r">
              <a:defRPr sz="1575" b="0">
                <a:solidFill>
                  <a:srgbClr val="718096"/>
                </a:solidFill>
                <a:latin typeface="Nimbus Sans Narrow"/>
                <a:ea typeface="Nimbus Sans Narrow"/>
                <a:cs typeface="Nimbus Sans Narrow"/>
              </a:defRPr>
            </a:lvl6pPr>
            <a:lvl7pPr algn="r">
              <a:defRPr sz="1575" b="0">
                <a:solidFill>
                  <a:srgbClr val="718096"/>
                </a:solidFill>
                <a:latin typeface="Nimbus Sans Narrow"/>
                <a:ea typeface="Nimbus Sans Narrow"/>
                <a:cs typeface="Nimbus Sans Narrow"/>
              </a:defRPr>
            </a:lvl7pPr>
            <a:lvl8pPr algn="r">
              <a:defRPr sz="1575" b="0">
                <a:solidFill>
                  <a:srgbClr val="718096"/>
                </a:solidFill>
                <a:latin typeface="Nimbus Sans Narrow"/>
                <a:ea typeface="Nimbus Sans Narrow"/>
                <a:cs typeface="Nimbus Sans Narrow"/>
              </a:defRPr>
            </a:lvl8pPr>
            <a:lvl9pPr algn="r">
              <a:defRPr sz="1575" b="0">
                <a:solidFill>
                  <a:srgbClr val="718096"/>
                </a:solidFill>
                <a:latin typeface="Nimbus Sans Narrow"/>
                <a:ea typeface="Nimbus Sans Narrow"/>
                <a:cs typeface="Nimbus Sans Narrow"/>
              </a:defRPr>
            </a:lvl9pPr>
          </a:lstStyle>
          <a:p>
            <a:pPr algn="r">
              <a:defRPr sz="1575" b="0">
                <a:solidFill>
                  <a:srgbClr val="718096"/>
                </a:solidFill>
                <a:latin typeface="Nimbus Sans Narrow"/>
                <a:ea typeface="Nimbus Sans Narrow"/>
                <a:cs typeface="Nimbus Sans Narrow"/>
              </a:defRPr>
            </a:pPr>
            <a:r>
              <a:rPr sz="1575" b="0">
                <a:solidFill>
                  <a:srgbClr val="718096"/>
                </a:solidFill>
                <a:latin typeface="Nimbus Sans Narrow"/>
                <a:ea typeface="Nimbus Sans Narrow"/>
                <a:cs typeface="Nimbus Sans Narrow"/>
              </a:rPr>
              <a:t>Intervention introduced</a:t>
            </a:r>
          </a:p>
        </p:txBody>
      </p:sp>
      <p:sp>
        <p:nvSpPr>
          <p:cNvPr id="6" name="cf-x-0">
            <a:extLst>
              <a:ext uri="{FF2B5EF4-FFF2-40B4-BE49-F238E27FC236}">
                <a16:creationId xmlns:a16="http://schemas.microsoft.com/office/drawing/2014/main" id="{2E531DCC-88F6-48CE-8939-BEC3E594837D}"/>
              </a:ext>
            </a:extLst>
          </p:cNvPr>
          <p:cNvSpPr>
            <a:spLocks noGrp="1"/>
          </p:cNvSpPr>
          <p:nvPr/>
        </p:nvSpPr>
        <p:spPr>
          <a:xfrm>
            <a:off x="1581150" y="4305300"/>
            <a:ext cx="3524250" cy="953"/>
          </a:xfrm>
          <a:custGeom>
            <a:avLst/>
            <a:gdLst/>
            <a:ahLst/>
            <a:cxnLst/>
            <a:rect l="0" t="0" r="0" b="0"/>
            <a:pathLst>
              <a:path w="3524250" h="953">
                <a:moveTo>
                  <a:pt x="0" y="0"/>
                </a:moveTo>
                <a:lnTo>
                  <a:pt x="3524250" y="0"/>
                </a:lnTo>
              </a:path>
            </a:pathLst>
          </a:custGeom>
          <a:noFill/>
          <a:ln w="19050">
            <a:solidFill>
              <a:srgbClr val="070D3A"/>
            </a:solidFill>
            <a:prstDash val="solid"/>
          </a:ln>
        </p:spPr>
        <p:txBody>
          <a:bodyPr/>
          <a:lstStyle/>
          <a:p>
            <a:endParaRPr lang="en-US"/>
          </a:p>
        </p:txBody>
      </p:sp>
      <p:sp>
        <p:nvSpPr>
          <p:cNvPr id="7" name="cf-y-0">
            <a:extLst>
              <a:ext uri="{FF2B5EF4-FFF2-40B4-BE49-F238E27FC236}">
                <a16:creationId xmlns:a16="http://schemas.microsoft.com/office/drawing/2014/main" id="{859EBFAD-5845-4AB1-B839-D7907E8C612F}"/>
              </a:ext>
            </a:extLst>
          </p:cNvPr>
          <p:cNvSpPr>
            <a:spLocks noGrp="1"/>
          </p:cNvSpPr>
          <p:nvPr/>
        </p:nvSpPr>
        <p:spPr>
          <a:xfrm>
            <a:off x="1581150" y="2047875"/>
            <a:ext cx="953" cy="2257425"/>
          </a:xfrm>
          <a:custGeom>
            <a:avLst/>
            <a:gdLst/>
            <a:ahLst/>
            <a:cxnLst/>
            <a:rect l="0" t="0" r="0" b="0"/>
            <a:pathLst>
              <a:path w="953" h="2257425">
                <a:moveTo>
                  <a:pt x="0" y="2257425"/>
                </a:moveTo>
                <a:lnTo>
                  <a:pt x="0" y="0"/>
                </a:lnTo>
              </a:path>
            </a:pathLst>
          </a:custGeom>
          <a:noFill/>
          <a:ln w="19050">
            <a:solidFill>
              <a:srgbClr val="070D3A"/>
            </a:solidFill>
            <a:prstDash val="solid"/>
          </a:ln>
        </p:spPr>
        <p:txBody>
          <a:bodyPr/>
          <a:lstStyle/>
          <a:p>
            <a:endParaRPr lang="en-US"/>
          </a:p>
        </p:txBody>
      </p:sp>
      <p:sp>
        <p:nvSpPr>
          <p:cNvPr id="8" name="cf-point-0-0">
            <a:extLst>
              <a:ext uri="{FF2B5EF4-FFF2-40B4-BE49-F238E27FC236}">
                <a16:creationId xmlns:a16="http://schemas.microsoft.com/office/drawing/2014/main" id="{2A8636E7-D654-4AED-A853-49D6BC0CC189}"/>
              </a:ext>
            </a:extLst>
          </p:cNvPr>
          <p:cNvSpPr>
            <a:spLocks noGrp="1"/>
          </p:cNvSpPr>
          <p:nvPr/>
        </p:nvSpPr>
        <p:spPr>
          <a:xfrm>
            <a:off x="1524000" y="3699510"/>
            <a:ext cx="114300" cy="114300"/>
          </a:xfrm>
          <a:prstGeom prst="ellipse">
            <a:avLst/>
          </a:prstGeom>
          <a:solidFill>
            <a:srgbClr val="F4510B"/>
          </a:solidFill>
          <a:ln w="9525">
            <a:solidFill>
              <a:srgbClr val="FFFFFF"/>
            </a:solidFill>
            <a:prstDash val="solid"/>
          </a:ln>
        </p:spPr>
        <p:txBody>
          <a:bodyPr/>
          <a:lstStyle/>
          <a:p>
            <a:endParaRPr lang="en-US"/>
          </a:p>
        </p:txBody>
      </p:sp>
      <p:sp>
        <p:nvSpPr>
          <p:cNvPr id="9" name="cf-line-0-1">
            <a:extLst>
              <a:ext uri="{FF2B5EF4-FFF2-40B4-BE49-F238E27FC236}">
                <a16:creationId xmlns:a16="http://schemas.microsoft.com/office/drawing/2014/main" id="{ABB3F005-4DBC-4372-A80C-EDE82FDD4CEC}"/>
              </a:ext>
            </a:extLst>
          </p:cNvPr>
          <p:cNvSpPr>
            <a:spLocks noGrp="1"/>
          </p:cNvSpPr>
          <p:nvPr/>
        </p:nvSpPr>
        <p:spPr>
          <a:xfrm>
            <a:off x="1581150" y="3451860"/>
            <a:ext cx="466725" cy="304800"/>
          </a:xfrm>
          <a:custGeom>
            <a:avLst/>
            <a:gdLst/>
            <a:ahLst/>
            <a:cxnLst/>
            <a:rect l="0" t="0" r="0" b="0"/>
            <a:pathLst>
              <a:path w="466725" h="304800">
                <a:moveTo>
                  <a:pt x="0" y="304800"/>
                </a:moveTo>
                <a:lnTo>
                  <a:pt x="466725" y="0"/>
                </a:lnTo>
              </a:path>
            </a:pathLst>
          </a:custGeom>
          <a:noFill/>
          <a:ln w="38100">
            <a:solidFill>
              <a:srgbClr val="F4510B"/>
            </a:solidFill>
            <a:prstDash val="solid"/>
          </a:ln>
        </p:spPr>
        <p:txBody>
          <a:bodyPr/>
          <a:lstStyle/>
          <a:p>
            <a:endParaRPr lang="en-US"/>
          </a:p>
        </p:txBody>
      </p:sp>
      <p:sp>
        <p:nvSpPr>
          <p:cNvPr id="10" name="cf-point-0-1">
            <a:extLst>
              <a:ext uri="{FF2B5EF4-FFF2-40B4-BE49-F238E27FC236}">
                <a16:creationId xmlns:a16="http://schemas.microsoft.com/office/drawing/2014/main" id="{BA224291-2DA2-41B9-B56C-2D98514A0741}"/>
              </a:ext>
            </a:extLst>
          </p:cNvPr>
          <p:cNvSpPr>
            <a:spLocks noGrp="1"/>
          </p:cNvSpPr>
          <p:nvPr/>
        </p:nvSpPr>
        <p:spPr>
          <a:xfrm>
            <a:off x="1990725" y="3394710"/>
            <a:ext cx="114300" cy="114300"/>
          </a:xfrm>
          <a:prstGeom prst="ellipse">
            <a:avLst/>
          </a:prstGeom>
          <a:solidFill>
            <a:srgbClr val="F4510B"/>
          </a:solidFill>
          <a:ln w="9525">
            <a:solidFill>
              <a:srgbClr val="FFFFFF"/>
            </a:solidFill>
            <a:prstDash val="solid"/>
          </a:ln>
        </p:spPr>
        <p:txBody>
          <a:bodyPr/>
          <a:lstStyle/>
          <a:p>
            <a:endParaRPr lang="en-US"/>
          </a:p>
        </p:txBody>
      </p:sp>
      <p:sp>
        <p:nvSpPr>
          <p:cNvPr id="11" name="cf-line-0-2">
            <a:extLst>
              <a:ext uri="{FF2B5EF4-FFF2-40B4-BE49-F238E27FC236}">
                <a16:creationId xmlns:a16="http://schemas.microsoft.com/office/drawing/2014/main" id="{1A26A037-4754-40FE-B22B-89A2BC283209}"/>
              </a:ext>
            </a:extLst>
          </p:cNvPr>
          <p:cNvSpPr>
            <a:spLocks noGrp="1"/>
          </p:cNvSpPr>
          <p:nvPr/>
        </p:nvSpPr>
        <p:spPr>
          <a:xfrm>
            <a:off x="2047875" y="3086100"/>
            <a:ext cx="466725" cy="365760"/>
          </a:xfrm>
          <a:custGeom>
            <a:avLst/>
            <a:gdLst/>
            <a:ahLst/>
            <a:cxnLst/>
            <a:rect l="0" t="0" r="0" b="0"/>
            <a:pathLst>
              <a:path w="466725" h="365760">
                <a:moveTo>
                  <a:pt x="0" y="365760"/>
                </a:moveTo>
                <a:lnTo>
                  <a:pt x="466725" y="0"/>
                </a:lnTo>
              </a:path>
            </a:pathLst>
          </a:custGeom>
          <a:noFill/>
          <a:ln w="38100">
            <a:solidFill>
              <a:srgbClr val="F4510B"/>
            </a:solidFill>
            <a:prstDash val="solid"/>
          </a:ln>
        </p:spPr>
        <p:txBody>
          <a:bodyPr/>
          <a:lstStyle/>
          <a:p>
            <a:endParaRPr lang="en-US"/>
          </a:p>
        </p:txBody>
      </p:sp>
      <p:sp>
        <p:nvSpPr>
          <p:cNvPr id="12" name="cf-point-0-2">
            <a:extLst>
              <a:ext uri="{FF2B5EF4-FFF2-40B4-BE49-F238E27FC236}">
                <a16:creationId xmlns:a16="http://schemas.microsoft.com/office/drawing/2014/main" id="{4EC826E1-2C0E-4AC5-A972-FD35AF1B5BC9}"/>
              </a:ext>
            </a:extLst>
          </p:cNvPr>
          <p:cNvSpPr>
            <a:spLocks noGrp="1"/>
          </p:cNvSpPr>
          <p:nvPr/>
        </p:nvSpPr>
        <p:spPr>
          <a:xfrm>
            <a:off x="2457450" y="3028950"/>
            <a:ext cx="114300" cy="114300"/>
          </a:xfrm>
          <a:prstGeom prst="ellipse">
            <a:avLst/>
          </a:prstGeom>
          <a:solidFill>
            <a:srgbClr val="F4510B"/>
          </a:solidFill>
          <a:ln w="9525">
            <a:solidFill>
              <a:srgbClr val="FFFFFF"/>
            </a:solidFill>
            <a:prstDash val="solid"/>
          </a:ln>
        </p:spPr>
        <p:txBody>
          <a:bodyPr/>
          <a:lstStyle/>
          <a:p>
            <a:endParaRPr lang="en-US"/>
          </a:p>
        </p:txBody>
      </p:sp>
      <p:sp>
        <p:nvSpPr>
          <p:cNvPr id="13" name="cf-line-0-3">
            <a:extLst>
              <a:ext uri="{FF2B5EF4-FFF2-40B4-BE49-F238E27FC236}">
                <a16:creationId xmlns:a16="http://schemas.microsoft.com/office/drawing/2014/main" id="{F34D01AA-A950-4BD6-A3FC-0F85C9A3A742}"/>
              </a:ext>
            </a:extLst>
          </p:cNvPr>
          <p:cNvSpPr>
            <a:spLocks noGrp="1"/>
          </p:cNvSpPr>
          <p:nvPr/>
        </p:nvSpPr>
        <p:spPr>
          <a:xfrm>
            <a:off x="2514600" y="2659380"/>
            <a:ext cx="466725" cy="426720"/>
          </a:xfrm>
          <a:custGeom>
            <a:avLst/>
            <a:gdLst/>
            <a:ahLst/>
            <a:cxnLst/>
            <a:rect l="0" t="0" r="0" b="0"/>
            <a:pathLst>
              <a:path w="466725" h="426720">
                <a:moveTo>
                  <a:pt x="0" y="426720"/>
                </a:moveTo>
                <a:lnTo>
                  <a:pt x="466725" y="0"/>
                </a:lnTo>
              </a:path>
            </a:pathLst>
          </a:custGeom>
          <a:noFill/>
          <a:ln w="38100">
            <a:solidFill>
              <a:srgbClr val="F4510B"/>
            </a:solidFill>
            <a:prstDash val="solid"/>
          </a:ln>
        </p:spPr>
        <p:txBody>
          <a:bodyPr/>
          <a:lstStyle/>
          <a:p>
            <a:endParaRPr lang="en-US"/>
          </a:p>
        </p:txBody>
      </p:sp>
      <p:sp>
        <p:nvSpPr>
          <p:cNvPr id="14" name="cf-point-0-3">
            <a:extLst>
              <a:ext uri="{FF2B5EF4-FFF2-40B4-BE49-F238E27FC236}">
                <a16:creationId xmlns:a16="http://schemas.microsoft.com/office/drawing/2014/main" id="{D2FF8A7B-8BCE-484C-A130-6D967C831DFF}"/>
              </a:ext>
            </a:extLst>
          </p:cNvPr>
          <p:cNvSpPr>
            <a:spLocks noGrp="1"/>
          </p:cNvSpPr>
          <p:nvPr/>
        </p:nvSpPr>
        <p:spPr>
          <a:xfrm>
            <a:off x="2924175" y="2602230"/>
            <a:ext cx="114300" cy="114300"/>
          </a:xfrm>
          <a:prstGeom prst="ellipse">
            <a:avLst/>
          </a:prstGeom>
          <a:solidFill>
            <a:srgbClr val="F4510B"/>
          </a:solidFill>
          <a:ln w="9525">
            <a:solidFill>
              <a:srgbClr val="FFFFFF"/>
            </a:solidFill>
            <a:prstDash val="solid"/>
          </a:ln>
        </p:spPr>
        <p:txBody>
          <a:bodyPr/>
          <a:lstStyle/>
          <a:p>
            <a:endParaRPr lang="en-US"/>
          </a:p>
        </p:txBody>
      </p:sp>
      <p:sp>
        <p:nvSpPr>
          <p:cNvPr id="15" name="cf-line-0-4">
            <a:extLst>
              <a:ext uri="{FF2B5EF4-FFF2-40B4-BE49-F238E27FC236}">
                <a16:creationId xmlns:a16="http://schemas.microsoft.com/office/drawing/2014/main" id="{19DC3961-5B4A-4DDA-8A72-1F10455FF498}"/>
              </a:ext>
            </a:extLst>
          </p:cNvPr>
          <p:cNvSpPr>
            <a:spLocks noGrp="1"/>
          </p:cNvSpPr>
          <p:nvPr/>
        </p:nvSpPr>
        <p:spPr>
          <a:xfrm>
            <a:off x="2981325" y="2415540"/>
            <a:ext cx="466725" cy="243840"/>
          </a:xfrm>
          <a:custGeom>
            <a:avLst/>
            <a:gdLst/>
            <a:ahLst/>
            <a:cxnLst/>
            <a:rect l="0" t="0" r="0" b="0"/>
            <a:pathLst>
              <a:path w="466725" h="243840">
                <a:moveTo>
                  <a:pt x="0" y="243840"/>
                </a:moveTo>
                <a:lnTo>
                  <a:pt x="466725" y="0"/>
                </a:lnTo>
              </a:path>
            </a:pathLst>
          </a:custGeom>
          <a:noFill/>
          <a:ln w="38100">
            <a:solidFill>
              <a:srgbClr val="F4510B"/>
            </a:solidFill>
            <a:prstDash val="solid"/>
          </a:ln>
        </p:spPr>
        <p:txBody>
          <a:bodyPr/>
          <a:lstStyle/>
          <a:p>
            <a:endParaRPr lang="en-US"/>
          </a:p>
        </p:txBody>
      </p:sp>
      <p:sp>
        <p:nvSpPr>
          <p:cNvPr id="16" name="cf-point-0-4">
            <a:extLst>
              <a:ext uri="{FF2B5EF4-FFF2-40B4-BE49-F238E27FC236}">
                <a16:creationId xmlns:a16="http://schemas.microsoft.com/office/drawing/2014/main" id="{ABC06E5D-E585-4E03-A50B-30E7AFDE6526}"/>
              </a:ext>
            </a:extLst>
          </p:cNvPr>
          <p:cNvSpPr>
            <a:spLocks noGrp="1"/>
          </p:cNvSpPr>
          <p:nvPr/>
        </p:nvSpPr>
        <p:spPr>
          <a:xfrm>
            <a:off x="3390900" y="2358390"/>
            <a:ext cx="114300" cy="114300"/>
          </a:xfrm>
          <a:prstGeom prst="ellipse">
            <a:avLst/>
          </a:prstGeom>
          <a:solidFill>
            <a:srgbClr val="F4510B"/>
          </a:solidFill>
          <a:ln w="9525">
            <a:solidFill>
              <a:srgbClr val="FFFFFF"/>
            </a:solidFill>
            <a:prstDash val="solid"/>
          </a:ln>
        </p:spPr>
        <p:txBody>
          <a:bodyPr/>
          <a:lstStyle/>
          <a:p>
            <a:endParaRPr lang="en-US"/>
          </a:p>
        </p:txBody>
      </p:sp>
      <p:sp>
        <p:nvSpPr>
          <p:cNvPr id="17" name="cf-line-0-5">
            <a:extLst>
              <a:ext uri="{FF2B5EF4-FFF2-40B4-BE49-F238E27FC236}">
                <a16:creationId xmlns:a16="http://schemas.microsoft.com/office/drawing/2014/main" id="{C65E87A7-AA38-4E73-A22B-D9DEF64BC234}"/>
              </a:ext>
            </a:extLst>
          </p:cNvPr>
          <p:cNvSpPr>
            <a:spLocks noGrp="1"/>
          </p:cNvSpPr>
          <p:nvPr/>
        </p:nvSpPr>
        <p:spPr>
          <a:xfrm>
            <a:off x="3448050" y="2415540"/>
            <a:ext cx="466725" cy="365760"/>
          </a:xfrm>
          <a:custGeom>
            <a:avLst/>
            <a:gdLst/>
            <a:ahLst/>
            <a:cxnLst/>
            <a:rect l="0" t="0" r="0" b="0"/>
            <a:pathLst>
              <a:path w="466725" h="365760">
                <a:moveTo>
                  <a:pt x="0" y="0"/>
                </a:moveTo>
                <a:lnTo>
                  <a:pt x="466725" y="365760"/>
                </a:lnTo>
              </a:path>
            </a:pathLst>
          </a:custGeom>
          <a:noFill/>
          <a:ln w="38100">
            <a:solidFill>
              <a:srgbClr val="F4510B"/>
            </a:solidFill>
            <a:prstDash val="solid"/>
          </a:ln>
        </p:spPr>
        <p:txBody>
          <a:bodyPr/>
          <a:lstStyle/>
          <a:p>
            <a:endParaRPr lang="en-US"/>
          </a:p>
        </p:txBody>
      </p:sp>
      <p:sp>
        <p:nvSpPr>
          <p:cNvPr id="18" name="cf-point-0-5">
            <a:extLst>
              <a:ext uri="{FF2B5EF4-FFF2-40B4-BE49-F238E27FC236}">
                <a16:creationId xmlns:a16="http://schemas.microsoft.com/office/drawing/2014/main" id="{364E2C21-4FA5-4BCB-B06E-86655E704DC4}"/>
              </a:ext>
            </a:extLst>
          </p:cNvPr>
          <p:cNvSpPr>
            <a:spLocks noGrp="1"/>
          </p:cNvSpPr>
          <p:nvPr/>
        </p:nvSpPr>
        <p:spPr>
          <a:xfrm>
            <a:off x="3857625" y="2724150"/>
            <a:ext cx="114300" cy="114300"/>
          </a:xfrm>
          <a:prstGeom prst="ellipse">
            <a:avLst/>
          </a:prstGeom>
          <a:solidFill>
            <a:srgbClr val="F4510B"/>
          </a:solidFill>
          <a:ln w="9525">
            <a:solidFill>
              <a:srgbClr val="FFFFFF"/>
            </a:solidFill>
            <a:prstDash val="solid"/>
          </a:ln>
        </p:spPr>
        <p:txBody>
          <a:bodyPr/>
          <a:lstStyle/>
          <a:p>
            <a:endParaRPr lang="en-US"/>
          </a:p>
        </p:txBody>
      </p:sp>
      <p:sp>
        <p:nvSpPr>
          <p:cNvPr id="19" name="cf-line-0-6">
            <a:extLst>
              <a:ext uri="{FF2B5EF4-FFF2-40B4-BE49-F238E27FC236}">
                <a16:creationId xmlns:a16="http://schemas.microsoft.com/office/drawing/2014/main" id="{05C9F2D6-F1DE-43F0-975B-4B1911BFAA39}"/>
              </a:ext>
            </a:extLst>
          </p:cNvPr>
          <p:cNvSpPr>
            <a:spLocks noGrp="1"/>
          </p:cNvSpPr>
          <p:nvPr/>
        </p:nvSpPr>
        <p:spPr>
          <a:xfrm>
            <a:off x="3914775" y="2781300"/>
            <a:ext cx="466725" cy="365760"/>
          </a:xfrm>
          <a:custGeom>
            <a:avLst/>
            <a:gdLst/>
            <a:ahLst/>
            <a:cxnLst/>
            <a:rect l="0" t="0" r="0" b="0"/>
            <a:pathLst>
              <a:path w="466725" h="365760">
                <a:moveTo>
                  <a:pt x="0" y="0"/>
                </a:moveTo>
                <a:lnTo>
                  <a:pt x="466725" y="365760"/>
                </a:lnTo>
              </a:path>
            </a:pathLst>
          </a:custGeom>
          <a:noFill/>
          <a:ln w="38100">
            <a:solidFill>
              <a:srgbClr val="F4510B"/>
            </a:solidFill>
            <a:prstDash val="solid"/>
          </a:ln>
        </p:spPr>
        <p:txBody>
          <a:bodyPr/>
          <a:lstStyle/>
          <a:p>
            <a:endParaRPr lang="en-US"/>
          </a:p>
        </p:txBody>
      </p:sp>
      <p:sp>
        <p:nvSpPr>
          <p:cNvPr id="20" name="cf-point-0-6">
            <a:extLst>
              <a:ext uri="{FF2B5EF4-FFF2-40B4-BE49-F238E27FC236}">
                <a16:creationId xmlns:a16="http://schemas.microsoft.com/office/drawing/2014/main" id="{FE9737FE-F388-4CBE-BA31-DF261DD02A50}"/>
              </a:ext>
            </a:extLst>
          </p:cNvPr>
          <p:cNvSpPr>
            <a:spLocks noGrp="1"/>
          </p:cNvSpPr>
          <p:nvPr/>
        </p:nvSpPr>
        <p:spPr>
          <a:xfrm>
            <a:off x="4324350" y="3089910"/>
            <a:ext cx="114300" cy="114300"/>
          </a:xfrm>
          <a:prstGeom prst="ellipse">
            <a:avLst/>
          </a:prstGeom>
          <a:solidFill>
            <a:srgbClr val="F4510B"/>
          </a:solidFill>
          <a:ln w="9525">
            <a:solidFill>
              <a:srgbClr val="FFFFFF"/>
            </a:solidFill>
            <a:prstDash val="solid"/>
          </a:ln>
        </p:spPr>
        <p:txBody>
          <a:bodyPr/>
          <a:lstStyle/>
          <a:p>
            <a:endParaRPr lang="en-US"/>
          </a:p>
        </p:txBody>
      </p:sp>
      <p:sp>
        <p:nvSpPr>
          <p:cNvPr id="21" name="cf-line-0-7">
            <a:extLst>
              <a:ext uri="{FF2B5EF4-FFF2-40B4-BE49-F238E27FC236}">
                <a16:creationId xmlns:a16="http://schemas.microsoft.com/office/drawing/2014/main" id="{75CFF248-DF07-4C07-8802-AB199F5CA250}"/>
              </a:ext>
            </a:extLst>
          </p:cNvPr>
          <p:cNvSpPr>
            <a:spLocks noGrp="1"/>
          </p:cNvSpPr>
          <p:nvPr/>
        </p:nvSpPr>
        <p:spPr>
          <a:xfrm>
            <a:off x="4381500" y="3147060"/>
            <a:ext cx="466725" cy="243840"/>
          </a:xfrm>
          <a:custGeom>
            <a:avLst/>
            <a:gdLst/>
            <a:ahLst/>
            <a:cxnLst/>
            <a:rect l="0" t="0" r="0" b="0"/>
            <a:pathLst>
              <a:path w="466725" h="243840">
                <a:moveTo>
                  <a:pt x="0" y="0"/>
                </a:moveTo>
                <a:lnTo>
                  <a:pt x="466725" y="243840"/>
                </a:lnTo>
              </a:path>
            </a:pathLst>
          </a:custGeom>
          <a:noFill/>
          <a:ln w="38100">
            <a:solidFill>
              <a:srgbClr val="F4510B"/>
            </a:solidFill>
            <a:prstDash val="solid"/>
          </a:ln>
        </p:spPr>
        <p:txBody>
          <a:bodyPr/>
          <a:lstStyle/>
          <a:p>
            <a:endParaRPr lang="en-US"/>
          </a:p>
        </p:txBody>
      </p:sp>
      <p:sp>
        <p:nvSpPr>
          <p:cNvPr id="22" name="cf-point-0-7">
            <a:extLst>
              <a:ext uri="{FF2B5EF4-FFF2-40B4-BE49-F238E27FC236}">
                <a16:creationId xmlns:a16="http://schemas.microsoft.com/office/drawing/2014/main" id="{89ADFBB7-D4B4-4D32-9BE4-55D33CF585D0}"/>
              </a:ext>
            </a:extLst>
          </p:cNvPr>
          <p:cNvSpPr>
            <a:spLocks noGrp="1"/>
          </p:cNvSpPr>
          <p:nvPr/>
        </p:nvSpPr>
        <p:spPr>
          <a:xfrm>
            <a:off x="4791075" y="3333750"/>
            <a:ext cx="114300" cy="114300"/>
          </a:xfrm>
          <a:prstGeom prst="ellipse">
            <a:avLst/>
          </a:prstGeom>
          <a:solidFill>
            <a:srgbClr val="F4510B"/>
          </a:solidFill>
          <a:ln w="9525">
            <a:solidFill>
              <a:srgbClr val="FFFFFF"/>
            </a:solidFill>
            <a:prstDash val="solid"/>
          </a:ln>
        </p:spPr>
        <p:txBody>
          <a:bodyPr/>
          <a:lstStyle/>
          <a:p>
            <a:endParaRPr lang="en-US"/>
          </a:p>
        </p:txBody>
      </p:sp>
      <p:sp>
        <p:nvSpPr>
          <p:cNvPr id="23" name="cf-marker-0">
            <a:extLst>
              <a:ext uri="{FF2B5EF4-FFF2-40B4-BE49-F238E27FC236}">
                <a16:creationId xmlns:a16="http://schemas.microsoft.com/office/drawing/2014/main" id="{9303FE71-D023-49AE-A861-4D9DAB316B20}"/>
              </a:ext>
            </a:extLst>
          </p:cNvPr>
          <p:cNvSpPr>
            <a:spLocks noGrp="1"/>
          </p:cNvSpPr>
          <p:nvPr/>
        </p:nvSpPr>
        <p:spPr>
          <a:xfrm>
            <a:off x="3214688" y="2019300"/>
            <a:ext cx="953" cy="2381250"/>
          </a:xfrm>
          <a:custGeom>
            <a:avLst/>
            <a:gdLst/>
            <a:ahLst/>
            <a:cxnLst/>
            <a:rect l="0" t="0" r="0" b="0"/>
            <a:pathLst>
              <a:path w="953" h="2381250">
                <a:moveTo>
                  <a:pt x="0" y="0"/>
                </a:moveTo>
                <a:lnTo>
                  <a:pt x="0" y="2381250"/>
                </a:lnTo>
              </a:path>
            </a:pathLst>
          </a:custGeom>
          <a:noFill/>
          <a:ln w="14288">
            <a:solidFill>
              <a:srgbClr val="718096"/>
            </a:solidFill>
            <a:prstDash val="dash"/>
          </a:ln>
        </p:spPr>
        <p:txBody>
          <a:bodyPr/>
          <a:lstStyle/>
          <a:p>
            <a:endParaRPr lang="en-US"/>
          </a:p>
        </p:txBody>
      </p:sp>
      <p:sp>
        <p:nvSpPr>
          <p:cNvPr id="24" name="cf-marker-label-0">
            <a:extLst>
              <a:ext uri="{FF2B5EF4-FFF2-40B4-BE49-F238E27FC236}">
                <a16:creationId xmlns:a16="http://schemas.microsoft.com/office/drawing/2014/main" id="{2213B9C3-A9F4-4B8F-96F4-AD791F669D95}"/>
              </a:ext>
            </a:extLst>
          </p:cNvPr>
          <p:cNvSpPr>
            <a:spLocks noGrp="1"/>
          </p:cNvSpPr>
          <p:nvPr/>
        </p:nvSpPr>
        <p:spPr>
          <a:xfrm>
            <a:off x="2690813" y="1809750"/>
            <a:ext cx="1047750" cy="209550"/>
          </a:xfrm>
          <a:prstGeom prst="rect">
            <a:avLst/>
          </a:prstGeom>
          <a:noFill/>
          <a:ln w="0">
            <a:noFill/>
            <a:prstDash val="solid"/>
          </a:ln>
        </p:spPr>
        <p:txBody>
          <a:bodyPr lIns="0" tIns="0" rIns="0" bIns="0" anchor="ctr"/>
          <a:lstStyle>
            <a:defPPr algn="ctr">
              <a:defRPr sz="1125" b="1">
                <a:solidFill>
                  <a:srgbClr val="718096"/>
                </a:solidFill>
                <a:latin typeface="Nimbus Sans Narrow"/>
                <a:ea typeface="Nimbus Sans Narrow"/>
                <a:cs typeface="Nimbus Sans Narrow"/>
              </a:defRPr>
            </a:defPPr>
            <a:lvl1pPr algn="ctr">
              <a:defRPr sz="1125" b="1">
                <a:solidFill>
                  <a:srgbClr val="718096"/>
                </a:solidFill>
                <a:latin typeface="Nimbus Sans Narrow"/>
                <a:ea typeface="Nimbus Sans Narrow"/>
                <a:cs typeface="Nimbus Sans Narrow"/>
              </a:defRPr>
            </a:lvl1pPr>
            <a:lvl2pPr algn="ctr">
              <a:defRPr sz="1125" b="1">
                <a:solidFill>
                  <a:srgbClr val="718096"/>
                </a:solidFill>
                <a:latin typeface="Nimbus Sans Narrow"/>
                <a:ea typeface="Nimbus Sans Narrow"/>
                <a:cs typeface="Nimbus Sans Narrow"/>
              </a:defRPr>
            </a:lvl2pPr>
            <a:lvl3pPr algn="ctr">
              <a:defRPr sz="1125" b="1">
                <a:solidFill>
                  <a:srgbClr val="718096"/>
                </a:solidFill>
                <a:latin typeface="Nimbus Sans Narrow"/>
                <a:ea typeface="Nimbus Sans Narrow"/>
                <a:cs typeface="Nimbus Sans Narrow"/>
              </a:defRPr>
            </a:lvl3pPr>
            <a:lvl4pPr algn="ctr">
              <a:defRPr sz="1125" b="1">
                <a:solidFill>
                  <a:srgbClr val="718096"/>
                </a:solidFill>
                <a:latin typeface="Nimbus Sans Narrow"/>
                <a:ea typeface="Nimbus Sans Narrow"/>
                <a:cs typeface="Nimbus Sans Narrow"/>
              </a:defRPr>
            </a:lvl4pPr>
            <a:lvl5pPr algn="ctr">
              <a:defRPr sz="1125" b="1">
                <a:solidFill>
                  <a:srgbClr val="718096"/>
                </a:solidFill>
                <a:latin typeface="Nimbus Sans Narrow"/>
                <a:ea typeface="Nimbus Sans Narrow"/>
                <a:cs typeface="Nimbus Sans Narrow"/>
              </a:defRPr>
            </a:lvl5pPr>
            <a:lvl6pPr algn="ctr">
              <a:defRPr sz="1125" b="1">
                <a:solidFill>
                  <a:srgbClr val="718096"/>
                </a:solidFill>
                <a:latin typeface="Nimbus Sans Narrow"/>
                <a:ea typeface="Nimbus Sans Narrow"/>
                <a:cs typeface="Nimbus Sans Narrow"/>
              </a:defRPr>
            </a:lvl6pPr>
            <a:lvl7pPr algn="ctr">
              <a:defRPr sz="1125" b="1">
                <a:solidFill>
                  <a:srgbClr val="718096"/>
                </a:solidFill>
                <a:latin typeface="Nimbus Sans Narrow"/>
                <a:ea typeface="Nimbus Sans Narrow"/>
                <a:cs typeface="Nimbus Sans Narrow"/>
              </a:defRPr>
            </a:lvl7pPr>
            <a:lvl8pPr algn="ctr">
              <a:defRPr sz="1125" b="1">
                <a:solidFill>
                  <a:srgbClr val="718096"/>
                </a:solidFill>
                <a:latin typeface="Nimbus Sans Narrow"/>
                <a:ea typeface="Nimbus Sans Narrow"/>
                <a:cs typeface="Nimbus Sans Narrow"/>
              </a:defRPr>
            </a:lvl8pPr>
            <a:lvl9pPr algn="ctr">
              <a:defRPr sz="1125" b="1">
                <a:solidFill>
                  <a:srgbClr val="718096"/>
                </a:solidFill>
                <a:latin typeface="Nimbus Sans Narrow"/>
                <a:ea typeface="Nimbus Sans Narrow"/>
                <a:cs typeface="Nimbus Sans Narrow"/>
              </a:defRPr>
            </a:lvl9pPr>
          </a:lstStyle>
          <a:p>
            <a:pPr algn="ctr">
              <a:defRPr sz="1125" b="1">
                <a:solidFill>
                  <a:srgbClr val="718096"/>
                </a:solidFill>
                <a:latin typeface="Nimbus Sans Narrow"/>
                <a:ea typeface="Nimbus Sans Narrow"/>
                <a:cs typeface="Nimbus Sans Narrow"/>
              </a:defRPr>
            </a:pPr>
            <a:r>
              <a:rPr sz="1125" b="1">
                <a:solidFill>
                  <a:srgbClr val="718096"/>
                </a:solidFill>
                <a:latin typeface="Nimbus Sans Narrow"/>
                <a:ea typeface="Nimbus Sans Narrow"/>
                <a:cs typeface="Nimbus Sans Narrow"/>
              </a:rPr>
              <a:t>INTERVENTION</a:t>
            </a:r>
          </a:p>
        </p:txBody>
      </p:sp>
      <p:sp>
        <p:nvSpPr>
          <p:cNvPr id="25" name="cf-ylabel-0">
            <a:extLst>
              <a:ext uri="{FF2B5EF4-FFF2-40B4-BE49-F238E27FC236}">
                <a16:creationId xmlns:a16="http://schemas.microsoft.com/office/drawing/2014/main" id="{EF528878-C019-4032-BC4D-1099D515C99C}"/>
              </a:ext>
            </a:extLst>
          </p:cNvPr>
          <p:cNvSpPr>
            <a:spLocks noGrp="1"/>
          </p:cNvSpPr>
          <p:nvPr/>
        </p:nvSpPr>
        <p:spPr>
          <a:xfrm>
            <a:off x="2152650" y="4495800"/>
            <a:ext cx="2381250" cy="266700"/>
          </a:xfrm>
          <a:prstGeom prst="rect">
            <a:avLst/>
          </a:prstGeom>
          <a:noFill/>
          <a:ln w="0">
            <a:noFill/>
            <a:prstDash val="solid"/>
          </a:ln>
        </p:spPr>
        <p:txBody>
          <a:bodyPr lIns="0" tIns="0" rIns="0" bIns="0" anchor="ctr"/>
          <a:lstStyle>
            <a:defPPr algn="ctr">
              <a:defRPr sz="1350" b="0">
                <a:solidFill>
                  <a:srgbClr val="718096"/>
                </a:solidFill>
                <a:latin typeface="Nimbus Sans Narrow"/>
                <a:ea typeface="Nimbus Sans Narrow"/>
                <a:cs typeface="Nimbus Sans Narrow"/>
              </a:defRPr>
            </a:defPPr>
            <a:lvl1pPr algn="ctr">
              <a:defRPr sz="1350" b="0">
                <a:solidFill>
                  <a:srgbClr val="718096"/>
                </a:solidFill>
                <a:latin typeface="Nimbus Sans Narrow"/>
                <a:ea typeface="Nimbus Sans Narrow"/>
                <a:cs typeface="Nimbus Sans Narrow"/>
              </a:defRPr>
            </a:lvl1pPr>
            <a:lvl2pPr algn="ctr">
              <a:defRPr sz="1350" b="0">
                <a:solidFill>
                  <a:srgbClr val="718096"/>
                </a:solidFill>
                <a:latin typeface="Nimbus Sans Narrow"/>
                <a:ea typeface="Nimbus Sans Narrow"/>
                <a:cs typeface="Nimbus Sans Narrow"/>
              </a:defRPr>
            </a:lvl2pPr>
            <a:lvl3pPr algn="ctr">
              <a:defRPr sz="1350" b="0">
                <a:solidFill>
                  <a:srgbClr val="718096"/>
                </a:solidFill>
                <a:latin typeface="Nimbus Sans Narrow"/>
                <a:ea typeface="Nimbus Sans Narrow"/>
                <a:cs typeface="Nimbus Sans Narrow"/>
              </a:defRPr>
            </a:lvl3pPr>
            <a:lvl4pPr algn="ctr">
              <a:defRPr sz="1350" b="0">
                <a:solidFill>
                  <a:srgbClr val="718096"/>
                </a:solidFill>
                <a:latin typeface="Nimbus Sans Narrow"/>
                <a:ea typeface="Nimbus Sans Narrow"/>
                <a:cs typeface="Nimbus Sans Narrow"/>
              </a:defRPr>
            </a:lvl4pPr>
            <a:lvl5pPr algn="ctr">
              <a:defRPr sz="1350" b="0">
                <a:solidFill>
                  <a:srgbClr val="718096"/>
                </a:solidFill>
                <a:latin typeface="Nimbus Sans Narrow"/>
                <a:ea typeface="Nimbus Sans Narrow"/>
                <a:cs typeface="Nimbus Sans Narrow"/>
              </a:defRPr>
            </a:lvl5pPr>
            <a:lvl6pPr algn="ctr">
              <a:defRPr sz="1350" b="0">
                <a:solidFill>
                  <a:srgbClr val="718096"/>
                </a:solidFill>
                <a:latin typeface="Nimbus Sans Narrow"/>
                <a:ea typeface="Nimbus Sans Narrow"/>
                <a:cs typeface="Nimbus Sans Narrow"/>
              </a:defRPr>
            </a:lvl6pPr>
            <a:lvl7pPr algn="ctr">
              <a:defRPr sz="1350" b="0">
                <a:solidFill>
                  <a:srgbClr val="718096"/>
                </a:solidFill>
                <a:latin typeface="Nimbus Sans Narrow"/>
                <a:ea typeface="Nimbus Sans Narrow"/>
                <a:cs typeface="Nimbus Sans Narrow"/>
              </a:defRPr>
            </a:lvl7pPr>
            <a:lvl8pPr algn="ctr">
              <a:defRPr sz="1350" b="0">
                <a:solidFill>
                  <a:srgbClr val="718096"/>
                </a:solidFill>
                <a:latin typeface="Nimbus Sans Narrow"/>
                <a:ea typeface="Nimbus Sans Narrow"/>
                <a:cs typeface="Nimbus Sans Narrow"/>
              </a:defRPr>
            </a:lvl8pPr>
            <a:lvl9pPr algn="ctr">
              <a:defRPr sz="1350" b="0">
                <a:solidFill>
                  <a:srgbClr val="718096"/>
                </a:solidFill>
                <a:latin typeface="Nimbus Sans Narrow"/>
                <a:ea typeface="Nimbus Sans Narrow"/>
                <a:cs typeface="Nimbus Sans Narrow"/>
              </a:defRPr>
            </a:lvl9pPr>
          </a:lstStyle>
          <a:p>
            <a:pPr algn="ctr">
              <a:defRPr sz="1350" b="0">
                <a:solidFill>
                  <a:srgbClr val="718096"/>
                </a:solidFill>
                <a:latin typeface="Nimbus Sans Narrow"/>
                <a:ea typeface="Nimbus Sans Narrow"/>
                <a:cs typeface="Nimbus Sans Narrow"/>
              </a:defRPr>
            </a:pPr>
            <a:r>
              <a:rPr sz="1350" b="0">
                <a:solidFill>
                  <a:srgbClr val="718096"/>
                </a:solidFill>
                <a:latin typeface="Nimbus Sans Narrow"/>
                <a:ea typeface="Nimbus Sans Narrow"/>
                <a:cs typeface="Nimbus Sans Narrow"/>
              </a:rPr>
              <a:t>Lineage growth proxy</a:t>
            </a:r>
          </a:p>
        </p:txBody>
      </p:sp>
      <p:sp>
        <p:nvSpPr>
          <p:cNvPr id="26" name="cf-panel-1">
            <a:extLst>
              <a:ext uri="{FF2B5EF4-FFF2-40B4-BE49-F238E27FC236}">
                <a16:creationId xmlns:a16="http://schemas.microsoft.com/office/drawing/2014/main" id="{72256911-0757-442D-B9CE-9455FB427D0B}"/>
              </a:ext>
            </a:extLst>
          </p:cNvPr>
          <p:cNvSpPr>
            <a:spLocks noGrp="1"/>
          </p:cNvSpPr>
          <p:nvPr/>
        </p:nvSpPr>
        <p:spPr>
          <a:xfrm>
            <a:off x="6381750" y="1238250"/>
            <a:ext cx="4895850" cy="3695700"/>
          </a:xfrm>
          <a:prstGeom prst="roundRect">
            <a:avLst>
              <a:gd name="adj" fmla="val 4124"/>
            </a:avLst>
          </a:prstGeom>
          <a:solidFill>
            <a:srgbClr val="FFFFFF"/>
          </a:solidFill>
          <a:ln w="19050">
            <a:solidFill>
              <a:srgbClr val="0B69E8"/>
            </a:solidFill>
            <a:prstDash val="solid"/>
          </a:ln>
        </p:spPr>
        <p:txBody>
          <a:bodyPr/>
          <a:lstStyle/>
          <a:p>
            <a:endParaRPr lang="en-US"/>
          </a:p>
        </p:txBody>
      </p:sp>
      <p:sp>
        <p:nvSpPr>
          <p:cNvPr id="27" name="cf-title-1">
            <a:extLst>
              <a:ext uri="{FF2B5EF4-FFF2-40B4-BE49-F238E27FC236}">
                <a16:creationId xmlns:a16="http://schemas.microsoft.com/office/drawing/2014/main" id="{8D3A4D3A-A609-41A1-90F8-BEEB2F009C31}"/>
              </a:ext>
            </a:extLst>
          </p:cNvPr>
          <p:cNvSpPr>
            <a:spLocks noGrp="1"/>
          </p:cNvSpPr>
          <p:nvPr/>
        </p:nvSpPr>
        <p:spPr>
          <a:xfrm>
            <a:off x="6667500" y="1428750"/>
            <a:ext cx="1714500" cy="361950"/>
          </a:xfrm>
          <a:prstGeom prst="rect">
            <a:avLst/>
          </a:prstGeom>
          <a:noFill/>
          <a:ln w="0">
            <a:noFill/>
            <a:prstDash val="solid"/>
          </a:ln>
        </p:spPr>
        <p:txBody>
          <a:bodyPr lIns="0" tIns="0" rIns="0" bIns="0" anchor="ctr"/>
          <a:lstStyle>
            <a:defPPr algn="l">
              <a:defRPr sz="2100" b="1">
                <a:solidFill>
                  <a:srgbClr val="0B69E8"/>
                </a:solidFill>
                <a:latin typeface="Nimbus Sans Narrow"/>
                <a:ea typeface="Nimbus Sans Narrow"/>
                <a:cs typeface="Nimbus Sans Narrow"/>
              </a:defRPr>
            </a:defPPr>
            <a:lvl1pPr algn="l">
              <a:defRPr sz="2100" b="1">
                <a:solidFill>
                  <a:srgbClr val="0B69E8"/>
                </a:solidFill>
                <a:latin typeface="Nimbus Sans Narrow"/>
                <a:ea typeface="Nimbus Sans Narrow"/>
                <a:cs typeface="Nimbus Sans Narrow"/>
              </a:defRPr>
            </a:lvl1pPr>
            <a:lvl2pPr algn="l">
              <a:defRPr sz="2100" b="1">
                <a:solidFill>
                  <a:srgbClr val="0B69E8"/>
                </a:solidFill>
                <a:latin typeface="Nimbus Sans Narrow"/>
                <a:ea typeface="Nimbus Sans Narrow"/>
                <a:cs typeface="Nimbus Sans Narrow"/>
              </a:defRPr>
            </a:lvl2pPr>
            <a:lvl3pPr algn="l">
              <a:defRPr sz="2100" b="1">
                <a:solidFill>
                  <a:srgbClr val="0B69E8"/>
                </a:solidFill>
                <a:latin typeface="Nimbus Sans Narrow"/>
                <a:ea typeface="Nimbus Sans Narrow"/>
                <a:cs typeface="Nimbus Sans Narrow"/>
              </a:defRPr>
            </a:lvl3pPr>
            <a:lvl4pPr algn="l">
              <a:defRPr sz="2100" b="1">
                <a:solidFill>
                  <a:srgbClr val="0B69E8"/>
                </a:solidFill>
                <a:latin typeface="Nimbus Sans Narrow"/>
                <a:ea typeface="Nimbus Sans Narrow"/>
                <a:cs typeface="Nimbus Sans Narrow"/>
              </a:defRPr>
            </a:lvl4pPr>
            <a:lvl5pPr algn="l">
              <a:defRPr sz="2100" b="1">
                <a:solidFill>
                  <a:srgbClr val="0B69E8"/>
                </a:solidFill>
                <a:latin typeface="Nimbus Sans Narrow"/>
                <a:ea typeface="Nimbus Sans Narrow"/>
                <a:cs typeface="Nimbus Sans Narrow"/>
              </a:defRPr>
            </a:lvl5pPr>
            <a:lvl6pPr algn="l">
              <a:defRPr sz="2100" b="1">
                <a:solidFill>
                  <a:srgbClr val="0B69E8"/>
                </a:solidFill>
                <a:latin typeface="Nimbus Sans Narrow"/>
                <a:ea typeface="Nimbus Sans Narrow"/>
                <a:cs typeface="Nimbus Sans Narrow"/>
              </a:defRPr>
            </a:lvl6pPr>
            <a:lvl7pPr algn="l">
              <a:defRPr sz="2100" b="1">
                <a:solidFill>
                  <a:srgbClr val="0B69E8"/>
                </a:solidFill>
                <a:latin typeface="Nimbus Sans Narrow"/>
                <a:ea typeface="Nimbus Sans Narrow"/>
                <a:cs typeface="Nimbus Sans Narrow"/>
              </a:defRPr>
            </a:lvl7pPr>
            <a:lvl8pPr algn="l">
              <a:defRPr sz="2100" b="1">
                <a:solidFill>
                  <a:srgbClr val="0B69E8"/>
                </a:solidFill>
                <a:latin typeface="Nimbus Sans Narrow"/>
                <a:ea typeface="Nimbus Sans Narrow"/>
                <a:cs typeface="Nimbus Sans Narrow"/>
              </a:defRPr>
            </a:lvl8pPr>
            <a:lvl9pPr algn="l">
              <a:defRPr sz="2100" b="1">
                <a:solidFill>
                  <a:srgbClr val="0B69E8"/>
                </a:solidFill>
                <a:latin typeface="Nimbus Sans Narrow"/>
                <a:ea typeface="Nimbus Sans Narrow"/>
                <a:cs typeface="Nimbus Sans Narrow"/>
              </a:defRPr>
            </a:lvl9pPr>
          </a:lstStyle>
          <a:p>
            <a:pPr algn="l">
              <a:defRPr sz="2100" b="1">
                <a:solidFill>
                  <a:srgbClr val="0B69E8"/>
                </a:solidFill>
                <a:latin typeface="Nimbus Sans Narrow"/>
                <a:ea typeface="Nimbus Sans Narrow"/>
                <a:cs typeface="Nimbus Sans Narrow"/>
              </a:defRPr>
            </a:pPr>
            <a:r>
              <a:rPr sz="2100" b="1">
                <a:solidFill>
                  <a:srgbClr val="0B69E8"/>
                </a:solidFill>
                <a:latin typeface="Nimbus Sans Narrow"/>
                <a:ea typeface="Nimbus Sans Narrow"/>
                <a:cs typeface="Nimbus Sans Narrow"/>
              </a:rPr>
              <a:t>Region B</a:t>
            </a:r>
          </a:p>
        </p:txBody>
      </p:sp>
      <p:sp>
        <p:nvSpPr>
          <p:cNvPr id="28" name="cf-subtitle-1">
            <a:extLst>
              <a:ext uri="{FF2B5EF4-FFF2-40B4-BE49-F238E27FC236}">
                <a16:creationId xmlns:a16="http://schemas.microsoft.com/office/drawing/2014/main" id="{E5672369-D901-457D-8484-E70C44204957}"/>
              </a:ext>
            </a:extLst>
          </p:cNvPr>
          <p:cNvSpPr>
            <a:spLocks noGrp="1"/>
          </p:cNvSpPr>
          <p:nvPr/>
        </p:nvSpPr>
        <p:spPr>
          <a:xfrm>
            <a:off x="8477250" y="1466850"/>
            <a:ext cx="2381250" cy="285750"/>
          </a:xfrm>
          <a:prstGeom prst="rect">
            <a:avLst/>
          </a:prstGeom>
          <a:noFill/>
          <a:ln w="0">
            <a:noFill/>
            <a:prstDash val="solid"/>
          </a:ln>
        </p:spPr>
        <p:txBody>
          <a:bodyPr lIns="0" tIns="0" rIns="0" bIns="0" anchor="ctr"/>
          <a:lstStyle>
            <a:defPPr algn="r">
              <a:defRPr sz="1575" b="0">
                <a:solidFill>
                  <a:srgbClr val="718096"/>
                </a:solidFill>
                <a:latin typeface="Nimbus Sans Narrow"/>
                <a:ea typeface="Nimbus Sans Narrow"/>
                <a:cs typeface="Nimbus Sans Narrow"/>
              </a:defRPr>
            </a:defPPr>
            <a:lvl1pPr algn="r">
              <a:defRPr sz="1575" b="0">
                <a:solidFill>
                  <a:srgbClr val="718096"/>
                </a:solidFill>
                <a:latin typeface="Nimbus Sans Narrow"/>
                <a:ea typeface="Nimbus Sans Narrow"/>
                <a:cs typeface="Nimbus Sans Narrow"/>
              </a:defRPr>
            </a:lvl1pPr>
            <a:lvl2pPr algn="r">
              <a:defRPr sz="1575" b="0">
                <a:solidFill>
                  <a:srgbClr val="718096"/>
                </a:solidFill>
                <a:latin typeface="Nimbus Sans Narrow"/>
                <a:ea typeface="Nimbus Sans Narrow"/>
                <a:cs typeface="Nimbus Sans Narrow"/>
              </a:defRPr>
            </a:lvl2pPr>
            <a:lvl3pPr algn="r">
              <a:defRPr sz="1575" b="0">
                <a:solidFill>
                  <a:srgbClr val="718096"/>
                </a:solidFill>
                <a:latin typeface="Nimbus Sans Narrow"/>
                <a:ea typeface="Nimbus Sans Narrow"/>
                <a:cs typeface="Nimbus Sans Narrow"/>
              </a:defRPr>
            </a:lvl3pPr>
            <a:lvl4pPr algn="r">
              <a:defRPr sz="1575" b="0">
                <a:solidFill>
                  <a:srgbClr val="718096"/>
                </a:solidFill>
                <a:latin typeface="Nimbus Sans Narrow"/>
                <a:ea typeface="Nimbus Sans Narrow"/>
                <a:cs typeface="Nimbus Sans Narrow"/>
              </a:defRPr>
            </a:lvl4pPr>
            <a:lvl5pPr algn="r">
              <a:defRPr sz="1575" b="0">
                <a:solidFill>
                  <a:srgbClr val="718096"/>
                </a:solidFill>
                <a:latin typeface="Nimbus Sans Narrow"/>
                <a:ea typeface="Nimbus Sans Narrow"/>
                <a:cs typeface="Nimbus Sans Narrow"/>
              </a:defRPr>
            </a:lvl5pPr>
            <a:lvl6pPr algn="r">
              <a:defRPr sz="1575" b="0">
                <a:solidFill>
                  <a:srgbClr val="718096"/>
                </a:solidFill>
                <a:latin typeface="Nimbus Sans Narrow"/>
                <a:ea typeface="Nimbus Sans Narrow"/>
                <a:cs typeface="Nimbus Sans Narrow"/>
              </a:defRPr>
            </a:lvl6pPr>
            <a:lvl7pPr algn="r">
              <a:defRPr sz="1575" b="0">
                <a:solidFill>
                  <a:srgbClr val="718096"/>
                </a:solidFill>
                <a:latin typeface="Nimbus Sans Narrow"/>
                <a:ea typeface="Nimbus Sans Narrow"/>
                <a:cs typeface="Nimbus Sans Narrow"/>
              </a:defRPr>
            </a:lvl7pPr>
            <a:lvl8pPr algn="r">
              <a:defRPr sz="1575" b="0">
                <a:solidFill>
                  <a:srgbClr val="718096"/>
                </a:solidFill>
                <a:latin typeface="Nimbus Sans Narrow"/>
                <a:ea typeface="Nimbus Sans Narrow"/>
                <a:cs typeface="Nimbus Sans Narrow"/>
              </a:defRPr>
            </a:lvl8pPr>
            <a:lvl9pPr algn="r">
              <a:defRPr sz="1575" b="0">
                <a:solidFill>
                  <a:srgbClr val="718096"/>
                </a:solidFill>
                <a:latin typeface="Nimbus Sans Narrow"/>
                <a:ea typeface="Nimbus Sans Narrow"/>
                <a:cs typeface="Nimbus Sans Narrow"/>
              </a:defRPr>
            </a:lvl9pPr>
          </a:lstStyle>
          <a:p>
            <a:pPr algn="r">
              <a:defRPr sz="1575" b="0">
                <a:solidFill>
                  <a:srgbClr val="718096"/>
                </a:solidFill>
                <a:latin typeface="Nimbus Sans Narrow"/>
                <a:ea typeface="Nimbus Sans Narrow"/>
                <a:cs typeface="Nimbus Sans Narrow"/>
              </a:defRPr>
            </a:pPr>
            <a:r>
              <a:rPr sz="1575" b="0">
                <a:solidFill>
                  <a:srgbClr val="718096"/>
                </a:solidFill>
                <a:latin typeface="Nimbus Sans Narrow"/>
                <a:ea typeface="Nimbus Sans Narrow"/>
                <a:cs typeface="Nimbus Sans Narrow"/>
              </a:rPr>
              <a:t>No intervention</a:t>
            </a:r>
          </a:p>
        </p:txBody>
      </p:sp>
      <p:sp>
        <p:nvSpPr>
          <p:cNvPr id="29" name="cf-x-1">
            <a:extLst>
              <a:ext uri="{FF2B5EF4-FFF2-40B4-BE49-F238E27FC236}">
                <a16:creationId xmlns:a16="http://schemas.microsoft.com/office/drawing/2014/main" id="{77917C0B-176D-43CB-A8A2-8D993FDE53AC}"/>
              </a:ext>
            </a:extLst>
          </p:cNvPr>
          <p:cNvSpPr>
            <a:spLocks noGrp="1"/>
          </p:cNvSpPr>
          <p:nvPr/>
        </p:nvSpPr>
        <p:spPr>
          <a:xfrm>
            <a:off x="7048500" y="4305300"/>
            <a:ext cx="3524250" cy="953"/>
          </a:xfrm>
          <a:custGeom>
            <a:avLst/>
            <a:gdLst/>
            <a:ahLst/>
            <a:cxnLst/>
            <a:rect l="0" t="0" r="0" b="0"/>
            <a:pathLst>
              <a:path w="3524250" h="953">
                <a:moveTo>
                  <a:pt x="0" y="0"/>
                </a:moveTo>
                <a:lnTo>
                  <a:pt x="3524250" y="0"/>
                </a:lnTo>
              </a:path>
            </a:pathLst>
          </a:custGeom>
          <a:noFill/>
          <a:ln w="19050">
            <a:solidFill>
              <a:srgbClr val="070D3A"/>
            </a:solidFill>
            <a:prstDash val="solid"/>
          </a:ln>
        </p:spPr>
        <p:txBody>
          <a:bodyPr/>
          <a:lstStyle/>
          <a:p>
            <a:endParaRPr lang="en-US"/>
          </a:p>
        </p:txBody>
      </p:sp>
      <p:sp>
        <p:nvSpPr>
          <p:cNvPr id="30" name="cf-y-1">
            <a:extLst>
              <a:ext uri="{FF2B5EF4-FFF2-40B4-BE49-F238E27FC236}">
                <a16:creationId xmlns:a16="http://schemas.microsoft.com/office/drawing/2014/main" id="{61D3BBC0-CD04-499D-B957-48660510A0BE}"/>
              </a:ext>
            </a:extLst>
          </p:cNvPr>
          <p:cNvSpPr>
            <a:spLocks noGrp="1"/>
          </p:cNvSpPr>
          <p:nvPr/>
        </p:nvSpPr>
        <p:spPr>
          <a:xfrm>
            <a:off x="7048500" y="2047875"/>
            <a:ext cx="953" cy="2257425"/>
          </a:xfrm>
          <a:custGeom>
            <a:avLst/>
            <a:gdLst/>
            <a:ahLst/>
            <a:cxnLst/>
            <a:rect l="0" t="0" r="0" b="0"/>
            <a:pathLst>
              <a:path w="953" h="2257425">
                <a:moveTo>
                  <a:pt x="0" y="2257425"/>
                </a:moveTo>
                <a:lnTo>
                  <a:pt x="0" y="0"/>
                </a:lnTo>
              </a:path>
            </a:pathLst>
          </a:custGeom>
          <a:noFill/>
          <a:ln w="19050">
            <a:solidFill>
              <a:srgbClr val="070D3A"/>
            </a:solidFill>
            <a:prstDash val="solid"/>
          </a:ln>
        </p:spPr>
        <p:txBody>
          <a:bodyPr/>
          <a:lstStyle/>
          <a:p>
            <a:endParaRPr lang="en-US"/>
          </a:p>
        </p:txBody>
      </p:sp>
      <p:sp>
        <p:nvSpPr>
          <p:cNvPr id="31" name="cf-point-1-0">
            <a:extLst>
              <a:ext uri="{FF2B5EF4-FFF2-40B4-BE49-F238E27FC236}">
                <a16:creationId xmlns:a16="http://schemas.microsoft.com/office/drawing/2014/main" id="{EF4779FA-CD50-4794-A179-539741EE6E54}"/>
              </a:ext>
            </a:extLst>
          </p:cNvPr>
          <p:cNvSpPr>
            <a:spLocks noGrp="1"/>
          </p:cNvSpPr>
          <p:nvPr/>
        </p:nvSpPr>
        <p:spPr>
          <a:xfrm>
            <a:off x="6991350" y="3699510"/>
            <a:ext cx="114300" cy="114300"/>
          </a:xfrm>
          <a:prstGeom prst="ellipse">
            <a:avLst/>
          </a:prstGeom>
          <a:solidFill>
            <a:srgbClr val="0B69E8"/>
          </a:solidFill>
          <a:ln w="9525">
            <a:solidFill>
              <a:srgbClr val="FFFFFF"/>
            </a:solidFill>
            <a:prstDash val="solid"/>
          </a:ln>
        </p:spPr>
        <p:txBody>
          <a:bodyPr/>
          <a:lstStyle/>
          <a:p>
            <a:endParaRPr lang="en-US"/>
          </a:p>
        </p:txBody>
      </p:sp>
      <p:sp>
        <p:nvSpPr>
          <p:cNvPr id="32" name="cf-line-1-1">
            <a:extLst>
              <a:ext uri="{FF2B5EF4-FFF2-40B4-BE49-F238E27FC236}">
                <a16:creationId xmlns:a16="http://schemas.microsoft.com/office/drawing/2014/main" id="{34AB69C5-CB22-4138-B925-52369D799025}"/>
              </a:ext>
            </a:extLst>
          </p:cNvPr>
          <p:cNvSpPr>
            <a:spLocks noGrp="1"/>
          </p:cNvSpPr>
          <p:nvPr/>
        </p:nvSpPr>
        <p:spPr>
          <a:xfrm>
            <a:off x="7048500" y="3451860"/>
            <a:ext cx="466725" cy="304800"/>
          </a:xfrm>
          <a:custGeom>
            <a:avLst/>
            <a:gdLst/>
            <a:ahLst/>
            <a:cxnLst/>
            <a:rect l="0" t="0" r="0" b="0"/>
            <a:pathLst>
              <a:path w="466725" h="304800">
                <a:moveTo>
                  <a:pt x="0" y="304800"/>
                </a:moveTo>
                <a:lnTo>
                  <a:pt x="466725" y="0"/>
                </a:lnTo>
              </a:path>
            </a:pathLst>
          </a:custGeom>
          <a:noFill/>
          <a:ln w="38100">
            <a:solidFill>
              <a:srgbClr val="0B69E8"/>
            </a:solidFill>
            <a:prstDash val="solid"/>
          </a:ln>
        </p:spPr>
        <p:txBody>
          <a:bodyPr/>
          <a:lstStyle/>
          <a:p>
            <a:endParaRPr lang="en-US"/>
          </a:p>
        </p:txBody>
      </p:sp>
      <p:sp>
        <p:nvSpPr>
          <p:cNvPr id="33" name="cf-point-1-1">
            <a:extLst>
              <a:ext uri="{FF2B5EF4-FFF2-40B4-BE49-F238E27FC236}">
                <a16:creationId xmlns:a16="http://schemas.microsoft.com/office/drawing/2014/main" id="{BCB66253-D34B-429F-88B5-E1ADE49DF933}"/>
              </a:ext>
            </a:extLst>
          </p:cNvPr>
          <p:cNvSpPr>
            <a:spLocks noGrp="1"/>
          </p:cNvSpPr>
          <p:nvPr/>
        </p:nvSpPr>
        <p:spPr>
          <a:xfrm>
            <a:off x="7458075" y="3394710"/>
            <a:ext cx="114300" cy="114300"/>
          </a:xfrm>
          <a:prstGeom prst="ellipse">
            <a:avLst/>
          </a:prstGeom>
          <a:solidFill>
            <a:srgbClr val="0B69E8"/>
          </a:solidFill>
          <a:ln w="9525">
            <a:solidFill>
              <a:srgbClr val="FFFFFF"/>
            </a:solidFill>
            <a:prstDash val="solid"/>
          </a:ln>
        </p:spPr>
        <p:txBody>
          <a:bodyPr/>
          <a:lstStyle/>
          <a:p>
            <a:endParaRPr lang="en-US"/>
          </a:p>
        </p:txBody>
      </p:sp>
      <p:sp>
        <p:nvSpPr>
          <p:cNvPr id="34" name="cf-line-1-2">
            <a:extLst>
              <a:ext uri="{FF2B5EF4-FFF2-40B4-BE49-F238E27FC236}">
                <a16:creationId xmlns:a16="http://schemas.microsoft.com/office/drawing/2014/main" id="{DEC14B02-31A8-4135-88ED-2E1AA34513A6}"/>
              </a:ext>
            </a:extLst>
          </p:cNvPr>
          <p:cNvSpPr>
            <a:spLocks noGrp="1"/>
          </p:cNvSpPr>
          <p:nvPr/>
        </p:nvSpPr>
        <p:spPr>
          <a:xfrm>
            <a:off x="7515225" y="3086100"/>
            <a:ext cx="466725" cy="365760"/>
          </a:xfrm>
          <a:custGeom>
            <a:avLst/>
            <a:gdLst/>
            <a:ahLst/>
            <a:cxnLst/>
            <a:rect l="0" t="0" r="0" b="0"/>
            <a:pathLst>
              <a:path w="466725" h="365760">
                <a:moveTo>
                  <a:pt x="0" y="365760"/>
                </a:moveTo>
                <a:lnTo>
                  <a:pt x="466725" y="0"/>
                </a:lnTo>
              </a:path>
            </a:pathLst>
          </a:custGeom>
          <a:noFill/>
          <a:ln w="38100">
            <a:solidFill>
              <a:srgbClr val="0B69E8"/>
            </a:solidFill>
            <a:prstDash val="solid"/>
          </a:ln>
        </p:spPr>
        <p:txBody>
          <a:bodyPr/>
          <a:lstStyle/>
          <a:p>
            <a:endParaRPr lang="en-US"/>
          </a:p>
        </p:txBody>
      </p:sp>
      <p:sp>
        <p:nvSpPr>
          <p:cNvPr id="35" name="cf-point-1-2">
            <a:extLst>
              <a:ext uri="{FF2B5EF4-FFF2-40B4-BE49-F238E27FC236}">
                <a16:creationId xmlns:a16="http://schemas.microsoft.com/office/drawing/2014/main" id="{936E913A-D51C-4292-BC06-2C853699F229}"/>
              </a:ext>
            </a:extLst>
          </p:cNvPr>
          <p:cNvSpPr>
            <a:spLocks noGrp="1"/>
          </p:cNvSpPr>
          <p:nvPr/>
        </p:nvSpPr>
        <p:spPr>
          <a:xfrm>
            <a:off x="7924800" y="3028950"/>
            <a:ext cx="114300" cy="114300"/>
          </a:xfrm>
          <a:prstGeom prst="ellipse">
            <a:avLst/>
          </a:prstGeom>
          <a:solidFill>
            <a:srgbClr val="0B69E8"/>
          </a:solidFill>
          <a:ln w="9525">
            <a:solidFill>
              <a:srgbClr val="FFFFFF"/>
            </a:solidFill>
            <a:prstDash val="solid"/>
          </a:ln>
        </p:spPr>
        <p:txBody>
          <a:bodyPr/>
          <a:lstStyle/>
          <a:p>
            <a:endParaRPr lang="en-US"/>
          </a:p>
        </p:txBody>
      </p:sp>
      <p:sp>
        <p:nvSpPr>
          <p:cNvPr id="36" name="cf-line-1-3">
            <a:extLst>
              <a:ext uri="{FF2B5EF4-FFF2-40B4-BE49-F238E27FC236}">
                <a16:creationId xmlns:a16="http://schemas.microsoft.com/office/drawing/2014/main" id="{1B8EA5BF-ADA8-4A09-8349-62440F6A415C}"/>
              </a:ext>
            </a:extLst>
          </p:cNvPr>
          <p:cNvSpPr>
            <a:spLocks noGrp="1"/>
          </p:cNvSpPr>
          <p:nvPr/>
        </p:nvSpPr>
        <p:spPr>
          <a:xfrm>
            <a:off x="7981950" y="2659380"/>
            <a:ext cx="466725" cy="426720"/>
          </a:xfrm>
          <a:custGeom>
            <a:avLst/>
            <a:gdLst/>
            <a:ahLst/>
            <a:cxnLst/>
            <a:rect l="0" t="0" r="0" b="0"/>
            <a:pathLst>
              <a:path w="466725" h="426720">
                <a:moveTo>
                  <a:pt x="0" y="426720"/>
                </a:moveTo>
                <a:lnTo>
                  <a:pt x="466725" y="0"/>
                </a:lnTo>
              </a:path>
            </a:pathLst>
          </a:custGeom>
          <a:noFill/>
          <a:ln w="38100">
            <a:solidFill>
              <a:srgbClr val="0B69E8"/>
            </a:solidFill>
            <a:prstDash val="solid"/>
          </a:ln>
        </p:spPr>
        <p:txBody>
          <a:bodyPr/>
          <a:lstStyle/>
          <a:p>
            <a:endParaRPr lang="en-US"/>
          </a:p>
        </p:txBody>
      </p:sp>
      <p:sp>
        <p:nvSpPr>
          <p:cNvPr id="37" name="cf-point-1-3">
            <a:extLst>
              <a:ext uri="{FF2B5EF4-FFF2-40B4-BE49-F238E27FC236}">
                <a16:creationId xmlns:a16="http://schemas.microsoft.com/office/drawing/2014/main" id="{D39FDA21-B914-4E4F-93B6-5458BF894FF8}"/>
              </a:ext>
            </a:extLst>
          </p:cNvPr>
          <p:cNvSpPr>
            <a:spLocks noGrp="1"/>
          </p:cNvSpPr>
          <p:nvPr/>
        </p:nvSpPr>
        <p:spPr>
          <a:xfrm>
            <a:off x="8391525" y="2602230"/>
            <a:ext cx="114300" cy="114300"/>
          </a:xfrm>
          <a:prstGeom prst="ellipse">
            <a:avLst/>
          </a:prstGeom>
          <a:solidFill>
            <a:srgbClr val="0B69E8"/>
          </a:solidFill>
          <a:ln w="9525">
            <a:solidFill>
              <a:srgbClr val="FFFFFF"/>
            </a:solidFill>
            <a:prstDash val="solid"/>
          </a:ln>
        </p:spPr>
        <p:txBody>
          <a:bodyPr/>
          <a:lstStyle/>
          <a:p>
            <a:endParaRPr lang="en-US"/>
          </a:p>
        </p:txBody>
      </p:sp>
      <p:sp>
        <p:nvSpPr>
          <p:cNvPr id="38" name="cf-line-1-4">
            <a:extLst>
              <a:ext uri="{FF2B5EF4-FFF2-40B4-BE49-F238E27FC236}">
                <a16:creationId xmlns:a16="http://schemas.microsoft.com/office/drawing/2014/main" id="{4E7C6CCC-D22F-47C4-AD33-DD0DA7FEB9F7}"/>
              </a:ext>
            </a:extLst>
          </p:cNvPr>
          <p:cNvSpPr>
            <a:spLocks noGrp="1"/>
          </p:cNvSpPr>
          <p:nvPr/>
        </p:nvSpPr>
        <p:spPr>
          <a:xfrm>
            <a:off x="8448675" y="2385060"/>
            <a:ext cx="466725" cy="274320"/>
          </a:xfrm>
          <a:custGeom>
            <a:avLst/>
            <a:gdLst/>
            <a:ahLst/>
            <a:cxnLst/>
            <a:rect l="0" t="0" r="0" b="0"/>
            <a:pathLst>
              <a:path w="466725" h="274320">
                <a:moveTo>
                  <a:pt x="0" y="274320"/>
                </a:moveTo>
                <a:lnTo>
                  <a:pt x="466725" y="0"/>
                </a:lnTo>
              </a:path>
            </a:pathLst>
          </a:custGeom>
          <a:noFill/>
          <a:ln w="38100">
            <a:solidFill>
              <a:srgbClr val="0B69E8"/>
            </a:solidFill>
            <a:prstDash val="solid"/>
          </a:ln>
        </p:spPr>
        <p:txBody>
          <a:bodyPr/>
          <a:lstStyle/>
          <a:p>
            <a:endParaRPr lang="en-US"/>
          </a:p>
        </p:txBody>
      </p:sp>
      <p:sp>
        <p:nvSpPr>
          <p:cNvPr id="39" name="cf-point-1-4">
            <a:extLst>
              <a:ext uri="{FF2B5EF4-FFF2-40B4-BE49-F238E27FC236}">
                <a16:creationId xmlns:a16="http://schemas.microsoft.com/office/drawing/2014/main" id="{20EDB4F7-B778-40A2-A0EB-238E59ABC544}"/>
              </a:ext>
            </a:extLst>
          </p:cNvPr>
          <p:cNvSpPr>
            <a:spLocks noGrp="1"/>
          </p:cNvSpPr>
          <p:nvPr/>
        </p:nvSpPr>
        <p:spPr>
          <a:xfrm>
            <a:off x="8858250" y="2327910"/>
            <a:ext cx="114300" cy="114300"/>
          </a:xfrm>
          <a:prstGeom prst="ellipse">
            <a:avLst/>
          </a:prstGeom>
          <a:solidFill>
            <a:srgbClr val="0B69E8"/>
          </a:solidFill>
          <a:ln w="9525">
            <a:solidFill>
              <a:srgbClr val="FFFFFF"/>
            </a:solidFill>
            <a:prstDash val="solid"/>
          </a:ln>
        </p:spPr>
        <p:txBody>
          <a:bodyPr/>
          <a:lstStyle/>
          <a:p>
            <a:endParaRPr lang="en-US"/>
          </a:p>
        </p:txBody>
      </p:sp>
      <p:sp>
        <p:nvSpPr>
          <p:cNvPr id="40" name="cf-line-1-5">
            <a:extLst>
              <a:ext uri="{FF2B5EF4-FFF2-40B4-BE49-F238E27FC236}">
                <a16:creationId xmlns:a16="http://schemas.microsoft.com/office/drawing/2014/main" id="{996807D7-D7F8-4425-9BED-932D1100B943}"/>
              </a:ext>
            </a:extLst>
          </p:cNvPr>
          <p:cNvSpPr>
            <a:spLocks noGrp="1"/>
          </p:cNvSpPr>
          <p:nvPr/>
        </p:nvSpPr>
        <p:spPr>
          <a:xfrm>
            <a:off x="8915400" y="2385060"/>
            <a:ext cx="466725" cy="213360"/>
          </a:xfrm>
          <a:custGeom>
            <a:avLst/>
            <a:gdLst/>
            <a:ahLst/>
            <a:cxnLst/>
            <a:rect l="0" t="0" r="0" b="0"/>
            <a:pathLst>
              <a:path w="466725" h="213360">
                <a:moveTo>
                  <a:pt x="0" y="0"/>
                </a:moveTo>
                <a:lnTo>
                  <a:pt x="466725" y="213360"/>
                </a:lnTo>
              </a:path>
            </a:pathLst>
          </a:custGeom>
          <a:noFill/>
          <a:ln w="38100">
            <a:solidFill>
              <a:srgbClr val="0B69E8"/>
            </a:solidFill>
            <a:prstDash val="solid"/>
          </a:ln>
        </p:spPr>
        <p:txBody>
          <a:bodyPr/>
          <a:lstStyle/>
          <a:p>
            <a:endParaRPr lang="en-US"/>
          </a:p>
        </p:txBody>
      </p:sp>
      <p:sp>
        <p:nvSpPr>
          <p:cNvPr id="41" name="cf-point-1-5">
            <a:extLst>
              <a:ext uri="{FF2B5EF4-FFF2-40B4-BE49-F238E27FC236}">
                <a16:creationId xmlns:a16="http://schemas.microsoft.com/office/drawing/2014/main" id="{8B71FC96-65D3-497E-A604-65F97F71C18F}"/>
              </a:ext>
            </a:extLst>
          </p:cNvPr>
          <p:cNvSpPr>
            <a:spLocks noGrp="1"/>
          </p:cNvSpPr>
          <p:nvPr/>
        </p:nvSpPr>
        <p:spPr>
          <a:xfrm>
            <a:off x="9324975" y="2541270"/>
            <a:ext cx="114300" cy="114300"/>
          </a:xfrm>
          <a:prstGeom prst="ellipse">
            <a:avLst/>
          </a:prstGeom>
          <a:solidFill>
            <a:srgbClr val="0B69E8"/>
          </a:solidFill>
          <a:ln w="9525">
            <a:solidFill>
              <a:srgbClr val="FFFFFF"/>
            </a:solidFill>
            <a:prstDash val="solid"/>
          </a:ln>
        </p:spPr>
        <p:txBody>
          <a:bodyPr/>
          <a:lstStyle/>
          <a:p>
            <a:endParaRPr lang="en-US"/>
          </a:p>
        </p:txBody>
      </p:sp>
      <p:sp>
        <p:nvSpPr>
          <p:cNvPr id="42" name="cf-line-1-6">
            <a:extLst>
              <a:ext uri="{FF2B5EF4-FFF2-40B4-BE49-F238E27FC236}">
                <a16:creationId xmlns:a16="http://schemas.microsoft.com/office/drawing/2014/main" id="{A727F1C1-0565-45A9-8173-C67A2A598EA9}"/>
              </a:ext>
            </a:extLst>
          </p:cNvPr>
          <p:cNvSpPr>
            <a:spLocks noGrp="1"/>
          </p:cNvSpPr>
          <p:nvPr/>
        </p:nvSpPr>
        <p:spPr>
          <a:xfrm>
            <a:off x="9382125" y="2598420"/>
            <a:ext cx="466725" cy="243840"/>
          </a:xfrm>
          <a:custGeom>
            <a:avLst/>
            <a:gdLst/>
            <a:ahLst/>
            <a:cxnLst/>
            <a:rect l="0" t="0" r="0" b="0"/>
            <a:pathLst>
              <a:path w="466725" h="243840">
                <a:moveTo>
                  <a:pt x="0" y="0"/>
                </a:moveTo>
                <a:lnTo>
                  <a:pt x="466725" y="243840"/>
                </a:lnTo>
              </a:path>
            </a:pathLst>
          </a:custGeom>
          <a:noFill/>
          <a:ln w="38100">
            <a:solidFill>
              <a:srgbClr val="0B69E8"/>
            </a:solidFill>
            <a:prstDash val="solid"/>
          </a:ln>
        </p:spPr>
        <p:txBody>
          <a:bodyPr/>
          <a:lstStyle/>
          <a:p>
            <a:endParaRPr lang="en-US"/>
          </a:p>
        </p:txBody>
      </p:sp>
      <p:sp>
        <p:nvSpPr>
          <p:cNvPr id="43" name="cf-point-1-6">
            <a:extLst>
              <a:ext uri="{FF2B5EF4-FFF2-40B4-BE49-F238E27FC236}">
                <a16:creationId xmlns:a16="http://schemas.microsoft.com/office/drawing/2014/main" id="{DF3C2A4F-FAB8-4C7E-818F-D592B9B11A09}"/>
              </a:ext>
            </a:extLst>
          </p:cNvPr>
          <p:cNvSpPr>
            <a:spLocks noGrp="1"/>
          </p:cNvSpPr>
          <p:nvPr/>
        </p:nvSpPr>
        <p:spPr>
          <a:xfrm>
            <a:off x="9791700" y="2785110"/>
            <a:ext cx="114300" cy="114300"/>
          </a:xfrm>
          <a:prstGeom prst="ellipse">
            <a:avLst/>
          </a:prstGeom>
          <a:solidFill>
            <a:srgbClr val="0B69E8"/>
          </a:solidFill>
          <a:ln w="9525">
            <a:solidFill>
              <a:srgbClr val="FFFFFF"/>
            </a:solidFill>
            <a:prstDash val="solid"/>
          </a:ln>
        </p:spPr>
        <p:txBody>
          <a:bodyPr/>
          <a:lstStyle/>
          <a:p>
            <a:endParaRPr lang="en-US"/>
          </a:p>
        </p:txBody>
      </p:sp>
      <p:sp>
        <p:nvSpPr>
          <p:cNvPr id="44" name="cf-line-1-7">
            <a:extLst>
              <a:ext uri="{FF2B5EF4-FFF2-40B4-BE49-F238E27FC236}">
                <a16:creationId xmlns:a16="http://schemas.microsoft.com/office/drawing/2014/main" id="{3D6238B0-89C6-4277-BC6C-A8E5CD6305E6}"/>
              </a:ext>
            </a:extLst>
          </p:cNvPr>
          <p:cNvSpPr>
            <a:spLocks noGrp="1"/>
          </p:cNvSpPr>
          <p:nvPr/>
        </p:nvSpPr>
        <p:spPr>
          <a:xfrm>
            <a:off x="9848850" y="2842260"/>
            <a:ext cx="466725" cy="213360"/>
          </a:xfrm>
          <a:custGeom>
            <a:avLst/>
            <a:gdLst/>
            <a:ahLst/>
            <a:cxnLst/>
            <a:rect l="0" t="0" r="0" b="0"/>
            <a:pathLst>
              <a:path w="466725" h="213360">
                <a:moveTo>
                  <a:pt x="0" y="0"/>
                </a:moveTo>
                <a:lnTo>
                  <a:pt x="466725" y="213360"/>
                </a:lnTo>
              </a:path>
            </a:pathLst>
          </a:custGeom>
          <a:noFill/>
          <a:ln w="38100">
            <a:solidFill>
              <a:srgbClr val="0B69E8"/>
            </a:solidFill>
            <a:prstDash val="solid"/>
          </a:ln>
        </p:spPr>
        <p:txBody>
          <a:bodyPr/>
          <a:lstStyle/>
          <a:p>
            <a:endParaRPr lang="en-US"/>
          </a:p>
        </p:txBody>
      </p:sp>
      <p:sp>
        <p:nvSpPr>
          <p:cNvPr id="45" name="cf-point-1-7">
            <a:extLst>
              <a:ext uri="{FF2B5EF4-FFF2-40B4-BE49-F238E27FC236}">
                <a16:creationId xmlns:a16="http://schemas.microsoft.com/office/drawing/2014/main" id="{2B1AC516-4F00-4931-A82F-66AFD4218C3C}"/>
              </a:ext>
            </a:extLst>
          </p:cNvPr>
          <p:cNvSpPr>
            <a:spLocks noGrp="1"/>
          </p:cNvSpPr>
          <p:nvPr/>
        </p:nvSpPr>
        <p:spPr>
          <a:xfrm>
            <a:off x="10258425" y="2998470"/>
            <a:ext cx="114300" cy="114300"/>
          </a:xfrm>
          <a:prstGeom prst="ellipse">
            <a:avLst/>
          </a:prstGeom>
          <a:solidFill>
            <a:srgbClr val="0B69E8"/>
          </a:solidFill>
          <a:ln w="9525">
            <a:solidFill>
              <a:srgbClr val="FFFFFF"/>
            </a:solidFill>
            <a:prstDash val="solid"/>
          </a:ln>
        </p:spPr>
        <p:txBody>
          <a:bodyPr/>
          <a:lstStyle/>
          <a:p>
            <a:endParaRPr lang="en-US"/>
          </a:p>
        </p:txBody>
      </p:sp>
      <p:sp>
        <p:nvSpPr>
          <p:cNvPr id="46" name="cf-marker-1">
            <a:extLst>
              <a:ext uri="{FF2B5EF4-FFF2-40B4-BE49-F238E27FC236}">
                <a16:creationId xmlns:a16="http://schemas.microsoft.com/office/drawing/2014/main" id="{1801009B-66EF-4DB3-B5B1-6CAE6B3245DA}"/>
              </a:ext>
            </a:extLst>
          </p:cNvPr>
          <p:cNvSpPr>
            <a:spLocks noGrp="1"/>
          </p:cNvSpPr>
          <p:nvPr/>
        </p:nvSpPr>
        <p:spPr>
          <a:xfrm>
            <a:off x="8682038" y="2019300"/>
            <a:ext cx="953" cy="2381250"/>
          </a:xfrm>
          <a:custGeom>
            <a:avLst/>
            <a:gdLst/>
            <a:ahLst/>
            <a:cxnLst/>
            <a:rect l="0" t="0" r="0" b="0"/>
            <a:pathLst>
              <a:path w="953" h="2381250">
                <a:moveTo>
                  <a:pt x="0" y="0"/>
                </a:moveTo>
                <a:lnTo>
                  <a:pt x="0" y="2381250"/>
                </a:lnTo>
              </a:path>
            </a:pathLst>
          </a:custGeom>
          <a:noFill/>
          <a:ln w="14288">
            <a:solidFill>
              <a:srgbClr val="718096"/>
            </a:solidFill>
            <a:prstDash val="dash"/>
          </a:ln>
        </p:spPr>
        <p:txBody>
          <a:bodyPr/>
          <a:lstStyle/>
          <a:p>
            <a:endParaRPr lang="en-US"/>
          </a:p>
        </p:txBody>
      </p:sp>
      <p:sp>
        <p:nvSpPr>
          <p:cNvPr id="47" name="cf-marker-label-1">
            <a:extLst>
              <a:ext uri="{FF2B5EF4-FFF2-40B4-BE49-F238E27FC236}">
                <a16:creationId xmlns:a16="http://schemas.microsoft.com/office/drawing/2014/main" id="{0A16BF0B-78F9-4D7F-803F-C41EE4E8A887}"/>
              </a:ext>
            </a:extLst>
          </p:cNvPr>
          <p:cNvSpPr>
            <a:spLocks noGrp="1"/>
          </p:cNvSpPr>
          <p:nvPr/>
        </p:nvSpPr>
        <p:spPr>
          <a:xfrm>
            <a:off x="8158163" y="1809750"/>
            <a:ext cx="1047750" cy="209550"/>
          </a:xfrm>
          <a:prstGeom prst="rect">
            <a:avLst/>
          </a:prstGeom>
          <a:noFill/>
          <a:ln w="0">
            <a:noFill/>
            <a:prstDash val="solid"/>
          </a:ln>
        </p:spPr>
        <p:txBody>
          <a:bodyPr lIns="0" tIns="0" rIns="0" bIns="0" anchor="ctr"/>
          <a:lstStyle>
            <a:defPPr algn="ctr">
              <a:defRPr sz="1125" b="1">
                <a:solidFill>
                  <a:srgbClr val="718096"/>
                </a:solidFill>
                <a:latin typeface="Nimbus Sans Narrow"/>
                <a:ea typeface="Nimbus Sans Narrow"/>
                <a:cs typeface="Nimbus Sans Narrow"/>
              </a:defRPr>
            </a:defPPr>
            <a:lvl1pPr algn="ctr">
              <a:defRPr sz="1125" b="1">
                <a:solidFill>
                  <a:srgbClr val="718096"/>
                </a:solidFill>
                <a:latin typeface="Nimbus Sans Narrow"/>
                <a:ea typeface="Nimbus Sans Narrow"/>
                <a:cs typeface="Nimbus Sans Narrow"/>
              </a:defRPr>
            </a:lvl1pPr>
            <a:lvl2pPr algn="ctr">
              <a:defRPr sz="1125" b="1">
                <a:solidFill>
                  <a:srgbClr val="718096"/>
                </a:solidFill>
                <a:latin typeface="Nimbus Sans Narrow"/>
                <a:ea typeface="Nimbus Sans Narrow"/>
                <a:cs typeface="Nimbus Sans Narrow"/>
              </a:defRPr>
            </a:lvl2pPr>
            <a:lvl3pPr algn="ctr">
              <a:defRPr sz="1125" b="1">
                <a:solidFill>
                  <a:srgbClr val="718096"/>
                </a:solidFill>
                <a:latin typeface="Nimbus Sans Narrow"/>
                <a:ea typeface="Nimbus Sans Narrow"/>
                <a:cs typeface="Nimbus Sans Narrow"/>
              </a:defRPr>
            </a:lvl3pPr>
            <a:lvl4pPr algn="ctr">
              <a:defRPr sz="1125" b="1">
                <a:solidFill>
                  <a:srgbClr val="718096"/>
                </a:solidFill>
                <a:latin typeface="Nimbus Sans Narrow"/>
                <a:ea typeface="Nimbus Sans Narrow"/>
                <a:cs typeface="Nimbus Sans Narrow"/>
              </a:defRPr>
            </a:lvl4pPr>
            <a:lvl5pPr algn="ctr">
              <a:defRPr sz="1125" b="1">
                <a:solidFill>
                  <a:srgbClr val="718096"/>
                </a:solidFill>
                <a:latin typeface="Nimbus Sans Narrow"/>
                <a:ea typeface="Nimbus Sans Narrow"/>
                <a:cs typeface="Nimbus Sans Narrow"/>
              </a:defRPr>
            </a:lvl5pPr>
            <a:lvl6pPr algn="ctr">
              <a:defRPr sz="1125" b="1">
                <a:solidFill>
                  <a:srgbClr val="718096"/>
                </a:solidFill>
                <a:latin typeface="Nimbus Sans Narrow"/>
                <a:ea typeface="Nimbus Sans Narrow"/>
                <a:cs typeface="Nimbus Sans Narrow"/>
              </a:defRPr>
            </a:lvl6pPr>
            <a:lvl7pPr algn="ctr">
              <a:defRPr sz="1125" b="1">
                <a:solidFill>
                  <a:srgbClr val="718096"/>
                </a:solidFill>
                <a:latin typeface="Nimbus Sans Narrow"/>
                <a:ea typeface="Nimbus Sans Narrow"/>
                <a:cs typeface="Nimbus Sans Narrow"/>
              </a:defRPr>
            </a:lvl7pPr>
            <a:lvl8pPr algn="ctr">
              <a:defRPr sz="1125" b="1">
                <a:solidFill>
                  <a:srgbClr val="718096"/>
                </a:solidFill>
                <a:latin typeface="Nimbus Sans Narrow"/>
                <a:ea typeface="Nimbus Sans Narrow"/>
                <a:cs typeface="Nimbus Sans Narrow"/>
              </a:defRPr>
            </a:lvl8pPr>
            <a:lvl9pPr algn="ctr">
              <a:defRPr sz="1125" b="1">
                <a:solidFill>
                  <a:srgbClr val="718096"/>
                </a:solidFill>
                <a:latin typeface="Nimbus Sans Narrow"/>
                <a:ea typeface="Nimbus Sans Narrow"/>
                <a:cs typeface="Nimbus Sans Narrow"/>
              </a:defRPr>
            </a:lvl9pPr>
          </a:lstStyle>
          <a:p>
            <a:pPr algn="ctr">
              <a:defRPr sz="1125" b="1">
                <a:solidFill>
                  <a:srgbClr val="718096"/>
                </a:solidFill>
                <a:latin typeface="Nimbus Sans Narrow"/>
                <a:ea typeface="Nimbus Sans Narrow"/>
                <a:cs typeface="Nimbus Sans Narrow"/>
              </a:defRPr>
            </a:pPr>
            <a:r>
              <a:rPr sz="1125" b="1">
                <a:solidFill>
                  <a:srgbClr val="718096"/>
                </a:solidFill>
                <a:latin typeface="Nimbus Sans Narrow"/>
                <a:ea typeface="Nimbus Sans Narrow"/>
                <a:cs typeface="Nimbus Sans Narrow"/>
              </a:rPr>
              <a:t>SAME DATE</a:t>
            </a:r>
          </a:p>
        </p:txBody>
      </p:sp>
      <p:sp>
        <p:nvSpPr>
          <p:cNvPr id="48" name="cf-ylabel-1">
            <a:extLst>
              <a:ext uri="{FF2B5EF4-FFF2-40B4-BE49-F238E27FC236}">
                <a16:creationId xmlns:a16="http://schemas.microsoft.com/office/drawing/2014/main" id="{EDBED4E6-BEA9-4AF8-ADF0-4CEE07D41A1E}"/>
              </a:ext>
            </a:extLst>
          </p:cNvPr>
          <p:cNvSpPr>
            <a:spLocks noGrp="1"/>
          </p:cNvSpPr>
          <p:nvPr/>
        </p:nvSpPr>
        <p:spPr>
          <a:xfrm>
            <a:off x="7620000" y="4495800"/>
            <a:ext cx="2381250" cy="266700"/>
          </a:xfrm>
          <a:prstGeom prst="rect">
            <a:avLst/>
          </a:prstGeom>
          <a:noFill/>
          <a:ln w="0">
            <a:noFill/>
            <a:prstDash val="solid"/>
          </a:ln>
        </p:spPr>
        <p:txBody>
          <a:bodyPr lIns="0" tIns="0" rIns="0" bIns="0" anchor="ctr"/>
          <a:lstStyle>
            <a:defPPr algn="ctr">
              <a:defRPr sz="1350" b="0">
                <a:solidFill>
                  <a:srgbClr val="718096"/>
                </a:solidFill>
                <a:latin typeface="Nimbus Sans Narrow"/>
                <a:ea typeface="Nimbus Sans Narrow"/>
                <a:cs typeface="Nimbus Sans Narrow"/>
              </a:defRPr>
            </a:defPPr>
            <a:lvl1pPr algn="ctr">
              <a:defRPr sz="1350" b="0">
                <a:solidFill>
                  <a:srgbClr val="718096"/>
                </a:solidFill>
                <a:latin typeface="Nimbus Sans Narrow"/>
                <a:ea typeface="Nimbus Sans Narrow"/>
                <a:cs typeface="Nimbus Sans Narrow"/>
              </a:defRPr>
            </a:lvl1pPr>
            <a:lvl2pPr algn="ctr">
              <a:defRPr sz="1350" b="0">
                <a:solidFill>
                  <a:srgbClr val="718096"/>
                </a:solidFill>
                <a:latin typeface="Nimbus Sans Narrow"/>
                <a:ea typeface="Nimbus Sans Narrow"/>
                <a:cs typeface="Nimbus Sans Narrow"/>
              </a:defRPr>
            </a:lvl2pPr>
            <a:lvl3pPr algn="ctr">
              <a:defRPr sz="1350" b="0">
                <a:solidFill>
                  <a:srgbClr val="718096"/>
                </a:solidFill>
                <a:latin typeface="Nimbus Sans Narrow"/>
                <a:ea typeface="Nimbus Sans Narrow"/>
                <a:cs typeface="Nimbus Sans Narrow"/>
              </a:defRPr>
            </a:lvl3pPr>
            <a:lvl4pPr algn="ctr">
              <a:defRPr sz="1350" b="0">
                <a:solidFill>
                  <a:srgbClr val="718096"/>
                </a:solidFill>
                <a:latin typeface="Nimbus Sans Narrow"/>
                <a:ea typeface="Nimbus Sans Narrow"/>
                <a:cs typeface="Nimbus Sans Narrow"/>
              </a:defRPr>
            </a:lvl4pPr>
            <a:lvl5pPr algn="ctr">
              <a:defRPr sz="1350" b="0">
                <a:solidFill>
                  <a:srgbClr val="718096"/>
                </a:solidFill>
                <a:latin typeface="Nimbus Sans Narrow"/>
                <a:ea typeface="Nimbus Sans Narrow"/>
                <a:cs typeface="Nimbus Sans Narrow"/>
              </a:defRPr>
            </a:lvl5pPr>
            <a:lvl6pPr algn="ctr">
              <a:defRPr sz="1350" b="0">
                <a:solidFill>
                  <a:srgbClr val="718096"/>
                </a:solidFill>
                <a:latin typeface="Nimbus Sans Narrow"/>
                <a:ea typeface="Nimbus Sans Narrow"/>
                <a:cs typeface="Nimbus Sans Narrow"/>
              </a:defRPr>
            </a:lvl6pPr>
            <a:lvl7pPr algn="ctr">
              <a:defRPr sz="1350" b="0">
                <a:solidFill>
                  <a:srgbClr val="718096"/>
                </a:solidFill>
                <a:latin typeface="Nimbus Sans Narrow"/>
                <a:ea typeface="Nimbus Sans Narrow"/>
                <a:cs typeface="Nimbus Sans Narrow"/>
              </a:defRPr>
            </a:lvl7pPr>
            <a:lvl8pPr algn="ctr">
              <a:defRPr sz="1350" b="0">
                <a:solidFill>
                  <a:srgbClr val="718096"/>
                </a:solidFill>
                <a:latin typeface="Nimbus Sans Narrow"/>
                <a:ea typeface="Nimbus Sans Narrow"/>
                <a:cs typeface="Nimbus Sans Narrow"/>
              </a:defRPr>
            </a:lvl8pPr>
            <a:lvl9pPr algn="ctr">
              <a:defRPr sz="1350" b="0">
                <a:solidFill>
                  <a:srgbClr val="718096"/>
                </a:solidFill>
                <a:latin typeface="Nimbus Sans Narrow"/>
                <a:ea typeface="Nimbus Sans Narrow"/>
                <a:cs typeface="Nimbus Sans Narrow"/>
              </a:defRPr>
            </a:lvl9pPr>
          </a:lstStyle>
          <a:p>
            <a:pPr algn="ctr">
              <a:defRPr sz="1350" b="0">
                <a:solidFill>
                  <a:srgbClr val="718096"/>
                </a:solidFill>
                <a:latin typeface="Nimbus Sans Narrow"/>
                <a:ea typeface="Nimbus Sans Narrow"/>
                <a:cs typeface="Nimbus Sans Narrow"/>
              </a:defRPr>
            </a:pPr>
            <a:r>
              <a:rPr sz="1350" b="0">
                <a:solidFill>
                  <a:srgbClr val="718096"/>
                </a:solidFill>
                <a:latin typeface="Nimbus Sans Narrow"/>
                <a:ea typeface="Nimbus Sans Narrow"/>
                <a:cs typeface="Nimbus Sans Narrow"/>
              </a:rPr>
              <a:t>Lineage growth proxy</a:t>
            </a:r>
          </a:p>
        </p:txBody>
      </p:sp>
      <p:sp>
        <p:nvSpPr>
          <p:cNvPr id="49" name="cf-bottom">
            <a:extLst>
              <a:ext uri="{FF2B5EF4-FFF2-40B4-BE49-F238E27FC236}">
                <a16:creationId xmlns:a16="http://schemas.microsoft.com/office/drawing/2014/main" id="{C4357FFE-51B1-467E-8604-808CDB2BF9D2}"/>
              </a:ext>
            </a:extLst>
          </p:cNvPr>
          <p:cNvSpPr>
            <a:spLocks noGrp="1"/>
          </p:cNvSpPr>
          <p:nvPr/>
        </p:nvSpPr>
        <p:spPr>
          <a:xfrm>
            <a:off x="1181100" y="5372100"/>
            <a:ext cx="9829800" cy="914400"/>
          </a:xfrm>
          <a:prstGeom prst="roundRect">
            <a:avLst>
              <a:gd name="adj" fmla="val 16667"/>
            </a:avLst>
          </a:prstGeom>
          <a:solidFill>
            <a:srgbClr val="FFF0E8"/>
          </a:solidFill>
          <a:ln w="14288">
            <a:solidFill>
              <a:srgbClr val="F4510B"/>
            </a:solidFill>
            <a:prstDash val="solid"/>
          </a:ln>
        </p:spPr>
        <p:txBody>
          <a:bodyPr/>
          <a:lstStyle/>
          <a:p>
            <a:endParaRPr lang="en-US"/>
          </a:p>
        </p:txBody>
      </p:sp>
      <p:sp>
        <p:nvSpPr>
          <p:cNvPr id="50" name="cf-bottom-text">
            <a:extLst>
              <a:ext uri="{FF2B5EF4-FFF2-40B4-BE49-F238E27FC236}">
                <a16:creationId xmlns:a16="http://schemas.microsoft.com/office/drawing/2014/main" id="{4FF7D99E-9C91-4BD5-AB3D-46A0CE7ECC2C}"/>
              </a:ext>
            </a:extLst>
          </p:cNvPr>
          <p:cNvSpPr>
            <a:spLocks noGrp="1"/>
          </p:cNvSpPr>
          <p:nvPr/>
        </p:nvSpPr>
        <p:spPr>
          <a:xfrm>
            <a:off x="1504950" y="5505450"/>
            <a:ext cx="9182100" cy="628650"/>
          </a:xfrm>
          <a:prstGeom prst="rect">
            <a:avLst/>
          </a:prstGeom>
          <a:noFill/>
          <a:ln w="0">
            <a:noFill/>
            <a:prstDash val="solid"/>
          </a:ln>
        </p:spPr>
        <p:txBody>
          <a:bodyPr lIns="0" tIns="0" rIns="0" bIns="0" anchor="ctr"/>
          <a:lstStyle>
            <a:defPPr algn="ctr">
              <a:defRPr sz="1875" b="1">
                <a:solidFill>
                  <a:srgbClr val="070D3A"/>
                </a:solidFill>
                <a:latin typeface="Nimbus Sans Narrow"/>
                <a:ea typeface="Nimbus Sans Narrow"/>
                <a:cs typeface="Nimbus Sans Narrow"/>
              </a:defRPr>
            </a:defPPr>
            <a:lvl1pPr algn="ctr">
              <a:defRPr sz="1875" b="1">
                <a:solidFill>
                  <a:srgbClr val="070D3A"/>
                </a:solidFill>
                <a:latin typeface="Nimbus Sans Narrow"/>
                <a:ea typeface="Nimbus Sans Narrow"/>
                <a:cs typeface="Nimbus Sans Narrow"/>
              </a:defRPr>
            </a:lvl1pPr>
            <a:lvl2pPr algn="ctr">
              <a:defRPr sz="1875" b="1">
                <a:solidFill>
                  <a:srgbClr val="070D3A"/>
                </a:solidFill>
                <a:latin typeface="Nimbus Sans Narrow"/>
                <a:ea typeface="Nimbus Sans Narrow"/>
                <a:cs typeface="Nimbus Sans Narrow"/>
              </a:defRPr>
            </a:lvl2pPr>
            <a:lvl3pPr algn="ctr">
              <a:defRPr sz="1875" b="1">
                <a:solidFill>
                  <a:srgbClr val="070D3A"/>
                </a:solidFill>
                <a:latin typeface="Nimbus Sans Narrow"/>
                <a:ea typeface="Nimbus Sans Narrow"/>
                <a:cs typeface="Nimbus Sans Narrow"/>
              </a:defRPr>
            </a:lvl3pPr>
            <a:lvl4pPr algn="ctr">
              <a:defRPr sz="1875" b="1">
                <a:solidFill>
                  <a:srgbClr val="070D3A"/>
                </a:solidFill>
                <a:latin typeface="Nimbus Sans Narrow"/>
                <a:ea typeface="Nimbus Sans Narrow"/>
                <a:cs typeface="Nimbus Sans Narrow"/>
              </a:defRPr>
            </a:lvl4pPr>
            <a:lvl5pPr algn="ctr">
              <a:defRPr sz="1875" b="1">
                <a:solidFill>
                  <a:srgbClr val="070D3A"/>
                </a:solidFill>
                <a:latin typeface="Nimbus Sans Narrow"/>
                <a:ea typeface="Nimbus Sans Narrow"/>
                <a:cs typeface="Nimbus Sans Narrow"/>
              </a:defRPr>
            </a:lvl5pPr>
            <a:lvl6pPr algn="ctr">
              <a:defRPr sz="1875" b="1">
                <a:solidFill>
                  <a:srgbClr val="070D3A"/>
                </a:solidFill>
                <a:latin typeface="Nimbus Sans Narrow"/>
                <a:ea typeface="Nimbus Sans Narrow"/>
                <a:cs typeface="Nimbus Sans Narrow"/>
              </a:defRPr>
            </a:lvl6pPr>
            <a:lvl7pPr algn="ctr">
              <a:defRPr sz="1875" b="1">
                <a:solidFill>
                  <a:srgbClr val="070D3A"/>
                </a:solidFill>
                <a:latin typeface="Nimbus Sans Narrow"/>
                <a:ea typeface="Nimbus Sans Narrow"/>
                <a:cs typeface="Nimbus Sans Narrow"/>
              </a:defRPr>
            </a:lvl7pPr>
            <a:lvl8pPr algn="ctr">
              <a:defRPr sz="1875" b="1">
                <a:solidFill>
                  <a:srgbClr val="070D3A"/>
                </a:solidFill>
                <a:latin typeface="Nimbus Sans Narrow"/>
                <a:ea typeface="Nimbus Sans Narrow"/>
                <a:cs typeface="Nimbus Sans Narrow"/>
              </a:defRPr>
            </a:lvl8pPr>
            <a:lvl9pPr algn="ctr">
              <a:defRPr sz="1875" b="1">
                <a:solidFill>
                  <a:srgbClr val="070D3A"/>
                </a:solidFill>
                <a:latin typeface="Nimbus Sans Narrow"/>
                <a:ea typeface="Nimbus Sans Narrow"/>
                <a:cs typeface="Nimbus Sans Narrow"/>
              </a:defRPr>
            </a:lvl9pPr>
          </a:lstStyle>
          <a:p>
            <a:pPr algn="ctr">
              <a:defRPr sz="1875" b="1">
                <a:solidFill>
                  <a:srgbClr val="070D3A"/>
                </a:solidFill>
                <a:latin typeface="Nimbus Sans Narrow"/>
                <a:ea typeface="Nimbus Sans Narrow"/>
                <a:cs typeface="Nimbus Sans Narrow"/>
              </a:defRPr>
            </a:pPr>
            <a:r>
              <a:rPr sz="1875" b="1">
                <a:solidFill>
                  <a:srgbClr val="070D3A"/>
                </a:solidFill>
                <a:latin typeface="Nimbus Sans Narrow"/>
                <a:ea typeface="Nimbus Sans Narrow"/>
                <a:cs typeface="Nimbus Sans Narrow"/>
              </a:rPr>
              <a:t>A decline after intervention is an observation. Attribution depends on the comparison population, sampling stability, timing, and competing explanations.</a:t>
            </a:r>
          </a:p>
        </p:txBody>
      </p:sp>
    </p:spTree>
    <p:extLst>
      <p:ext uri="{BB962C8B-B14F-4D97-AF65-F5344CB8AC3E}">
        <p14:creationId xmlns:p14="http://schemas.microsoft.com/office/powerpoint/2010/main" val="2827582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B69E8"/>
        </a:solidFill>
        <a:effectLst/>
      </p:bgPr>
    </p:bg>
    <p:spTree>
      <p:nvGrpSpPr>
        <p:cNvPr id="1" name=""/>
        <p:cNvGrpSpPr/>
        <p:nvPr/>
      </p:nvGrpSpPr>
      <p:grpSpPr>
        <a:xfrm>
          <a:off x="0" y="0"/>
          <a:ext cx="0" cy="0"/>
          <a:chOff x="0" y="0"/>
          <a:chExt cx="0" cy="0"/>
        </a:xfrm>
      </p:grpSpPr>
      <p:sp>
        <p:nvSpPr>
          <p:cNvPr id="9" name="section-number">
            <a:extLst>
              <a:ext uri="{FF2B5EF4-FFF2-40B4-BE49-F238E27FC236}">
                <a16:creationId xmlns:a16="http://schemas.microsoft.com/office/drawing/2014/main" id="{389EC6BF-E1B9-460A-A912-F9036B3E7A98}"/>
              </a:ext>
            </a:extLst>
          </p:cNvPr>
          <p:cNvSpPr>
            <a:spLocks noGrp="1"/>
          </p:cNvSpPr>
          <p:nvPr/>
        </p:nvSpPr>
        <p:spPr>
          <a:xfrm>
            <a:off x="723900" y="666750"/>
            <a:ext cx="1238250" cy="876300"/>
          </a:xfrm>
          <a:prstGeom prst="rect">
            <a:avLst/>
          </a:prstGeom>
          <a:noFill/>
          <a:ln w="0">
            <a:noFill/>
            <a:prstDash val="solid"/>
          </a:ln>
        </p:spPr>
        <p:txBody>
          <a:bodyPr lIns="0" tIns="0" rIns="0" bIns="0" anchor="ctr"/>
          <a:lstStyle>
            <a:defPPr algn="ctr">
              <a:defRPr sz="5400" b="1">
                <a:solidFill>
                  <a:srgbClr val="FFFFFF"/>
                </a:solidFill>
                <a:latin typeface="Nimbus Sans Narrow"/>
                <a:ea typeface="Nimbus Sans Narrow"/>
                <a:cs typeface="Nimbus Sans Narrow"/>
              </a:defRPr>
            </a:defPPr>
            <a:lvl1pPr algn="ctr">
              <a:defRPr sz="5400" b="1">
                <a:solidFill>
                  <a:srgbClr val="FFFFFF"/>
                </a:solidFill>
                <a:latin typeface="Nimbus Sans Narrow"/>
                <a:ea typeface="Nimbus Sans Narrow"/>
                <a:cs typeface="Nimbus Sans Narrow"/>
              </a:defRPr>
            </a:lvl1pPr>
            <a:lvl2pPr algn="ctr">
              <a:defRPr sz="5400" b="1">
                <a:solidFill>
                  <a:srgbClr val="FFFFFF"/>
                </a:solidFill>
                <a:latin typeface="Nimbus Sans Narrow"/>
                <a:ea typeface="Nimbus Sans Narrow"/>
                <a:cs typeface="Nimbus Sans Narrow"/>
              </a:defRPr>
            </a:lvl2pPr>
            <a:lvl3pPr algn="ctr">
              <a:defRPr sz="5400" b="1">
                <a:solidFill>
                  <a:srgbClr val="FFFFFF"/>
                </a:solidFill>
                <a:latin typeface="Nimbus Sans Narrow"/>
                <a:ea typeface="Nimbus Sans Narrow"/>
                <a:cs typeface="Nimbus Sans Narrow"/>
              </a:defRPr>
            </a:lvl3pPr>
            <a:lvl4pPr algn="ctr">
              <a:defRPr sz="5400" b="1">
                <a:solidFill>
                  <a:srgbClr val="FFFFFF"/>
                </a:solidFill>
                <a:latin typeface="Nimbus Sans Narrow"/>
                <a:ea typeface="Nimbus Sans Narrow"/>
                <a:cs typeface="Nimbus Sans Narrow"/>
              </a:defRPr>
            </a:lvl4pPr>
            <a:lvl5pPr algn="ctr">
              <a:defRPr sz="5400" b="1">
                <a:solidFill>
                  <a:srgbClr val="FFFFFF"/>
                </a:solidFill>
                <a:latin typeface="Nimbus Sans Narrow"/>
                <a:ea typeface="Nimbus Sans Narrow"/>
                <a:cs typeface="Nimbus Sans Narrow"/>
              </a:defRPr>
            </a:lvl5pPr>
            <a:lvl6pPr algn="ctr">
              <a:defRPr sz="5400" b="1">
                <a:solidFill>
                  <a:srgbClr val="FFFFFF"/>
                </a:solidFill>
                <a:latin typeface="Nimbus Sans Narrow"/>
                <a:ea typeface="Nimbus Sans Narrow"/>
                <a:cs typeface="Nimbus Sans Narrow"/>
              </a:defRPr>
            </a:lvl6pPr>
            <a:lvl7pPr algn="ctr">
              <a:defRPr sz="5400" b="1">
                <a:solidFill>
                  <a:srgbClr val="FFFFFF"/>
                </a:solidFill>
                <a:latin typeface="Nimbus Sans Narrow"/>
                <a:ea typeface="Nimbus Sans Narrow"/>
                <a:cs typeface="Nimbus Sans Narrow"/>
              </a:defRPr>
            </a:lvl7pPr>
            <a:lvl8pPr algn="ctr">
              <a:defRPr sz="5400" b="1">
                <a:solidFill>
                  <a:srgbClr val="FFFFFF"/>
                </a:solidFill>
                <a:latin typeface="Nimbus Sans Narrow"/>
                <a:ea typeface="Nimbus Sans Narrow"/>
                <a:cs typeface="Nimbus Sans Narrow"/>
              </a:defRPr>
            </a:lvl8pPr>
            <a:lvl9pPr algn="ctr">
              <a:defRPr sz="5400" b="1">
                <a:solidFill>
                  <a:srgbClr val="FFFFFF"/>
                </a:solidFill>
                <a:latin typeface="Nimbus Sans Narrow"/>
                <a:ea typeface="Nimbus Sans Narrow"/>
                <a:cs typeface="Nimbus Sans Narrow"/>
              </a:defRPr>
            </a:lvl9pPr>
          </a:lstStyle>
          <a:p>
            <a:pPr algn="ctr">
              <a:defRPr sz="5400" b="1">
                <a:solidFill>
                  <a:srgbClr val="FFFFFF"/>
                </a:solidFill>
                <a:latin typeface="Nimbus Sans Narrow"/>
                <a:ea typeface="Nimbus Sans Narrow"/>
                <a:cs typeface="Nimbus Sans Narrow"/>
              </a:defRPr>
            </a:pPr>
            <a:r>
              <a:rPr sz="5400" b="1">
                <a:solidFill>
                  <a:srgbClr val="FFFFFF"/>
                </a:solidFill>
                <a:latin typeface="Nimbus Sans Narrow"/>
                <a:ea typeface="Nimbus Sans Narrow"/>
                <a:cs typeface="Nimbus Sans Narrow"/>
              </a:rPr>
              <a:t>07</a:t>
            </a:r>
          </a:p>
        </p:txBody>
      </p:sp>
      <p:sp>
        <p:nvSpPr>
          <p:cNvPr id="2" name="section-title">
            <a:extLst>
              <a:ext uri="{FF2B5EF4-FFF2-40B4-BE49-F238E27FC236}">
                <a16:creationId xmlns:a16="http://schemas.microsoft.com/office/drawing/2014/main" id="{12C532B2-8284-4DCA-B425-16024127F967}"/>
              </a:ext>
            </a:extLst>
          </p:cNvPr>
          <p:cNvSpPr>
            <a:spLocks noGrp="1"/>
          </p:cNvSpPr>
          <p:nvPr/>
        </p:nvSpPr>
        <p:spPr>
          <a:xfrm>
            <a:off x="2133600" y="628650"/>
            <a:ext cx="9029700" cy="990600"/>
          </a:xfrm>
          <a:prstGeom prst="rect">
            <a:avLst/>
          </a:prstGeom>
          <a:noFill/>
          <a:ln w="0">
            <a:noFill/>
            <a:prstDash val="solid"/>
          </a:ln>
        </p:spPr>
        <p:txBody>
          <a:bodyPr lIns="0" tIns="0" rIns="0" bIns="0" anchor="ctr"/>
          <a:lstStyle>
            <a:defPPr algn="l">
              <a:defRPr sz="3525" b="1">
                <a:solidFill>
                  <a:srgbClr val="FFFFFF"/>
                </a:solidFill>
                <a:latin typeface="Nimbus Sans Narrow"/>
                <a:ea typeface="Nimbus Sans Narrow"/>
                <a:cs typeface="Nimbus Sans Narrow"/>
              </a:defRPr>
            </a:defPPr>
            <a:lvl1pPr algn="l">
              <a:defRPr sz="3525" b="1">
                <a:solidFill>
                  <a:srgbClr val="FFFFFF"/>
                </a:solidFill>
                <a:latin typeface="Nimbus Sans Narrow"/>
                <a:ea typeface="Nimbus Sans Narrow"/>
                <a:cs typeface="Nimbus Sans Narrow"/>
              </a:defRPr>
            </a:lvl1pPr>
            <a:lvl2pPr algn="l">
              <a:defRPr sz="3525" b="1">
                <a:solidFill>
                  <a:srgbClr val="FFFFFF"/>
                </a:solidFill>
                <a:latin typeface="Nimbus Sans Narrow"/>
                <a:ea typeface="Nimbus Sans Narrow"/>
                <a:cs typeface="Nimbus Sans Narrow"/>
              </a:defRPr>
            </a:lvl2pPr>
            <a:lvl3pPr algn="l">
              <a:defRPr sz="3525" b="1">
                <a:solidFill>
                  <a:srgbClr val="FFFFFF"/>
                </a:solidFill>
                <a:latin typeface="Nimbus Sans Narrow"/>
                <a:ea typeface="Nimbus Sans Narrow"/>
                <a:cs typeface="Nimbus Sans Narrow"/>
              </a:defRPr>
            </a:lvl3pPr>
            <a:lvl4pPr algn="l">
              <a:defRPr sz="3525" b="1">
                <a:solidFill>
                  <a:srgbClr val="FFFFFF"/>
                </a:solidFill>
                <a:latin typeface="Nimbus Sans Narrow"/>
                <a:ea typeface="Nimbus Sans Narrow"/>
                <a:cs typeface="Nimbus Sans Narrow"/>
              </a:defRPr>
            </a:lvl4pPr>
            <a:lvl5pPr algn="l">
              <a:defRPr sz="3525" b="1">
                <a:solidFill>
                  <a:srgbClr val="FFFFFF"/>
                </a:solidFill>
                <a:latin typeface="Nimbus Sans Narrow"/>
                <a:ea typeface="Nimbus Sans Narrow"/>
                <a:cs typeface="Nimbus Sans Narrow"/>
              </a:defRPr>
            </a:lvl5pPr>
            <a:lvl6pPr algn="l">
              <a:defRPr sz="3525" b="1">
                <a:solidFill>
                  <a:srgbClr val="FFFFFF"/>
                </a:solidFill>
                <a:latin typeface="Nimbus Sans Narrow"/>
                <a:ea typeface="Nimbus Sans Narrow"/>
                <a:cs typeface="Nimbus Sans Narrow"/>
              </a:defRPr>
            </a:lvl6pPr>
            <a:lvl7pPr algn="l">
              <a:defRPr sz="3525" b="1">
                <a:solidFill>
                  <a:srgbClr val="FFFFFF"/>
                </a:solidFill>
                <a:latin typeface="Nimbus Sans Narrow"/>
                <a:ea typeface="Nimbus Sans Narrow"/>
                <a:cs typeface="Nimbus Sans Narrow"/>
              </a:defRPr>
            </a:lvl7pPr>
            <a:lvl8pPr algn="l">
              <a:defRPr sz="3525" b="1">
                <a:solidFill>
                  <a:srgbClr val="FFFFFF"/>
                </a:solidFill>
                <a:latin typeface="Nimbus Sans Narrow"/>
                <a:ea typeface="Nimbus Sans Narrow"/>
                <a:cs typeface="Nimbus Sans Narrow"/>
              </a:defRPr>
            </a:lvl8pPr>
            <a:lvl9pPr algn="l">
              <a:defRPr sz="3525" b="1">
                <a:solidFill>
                  <a:srgbClr val="FFFFFF"/>
                </a:solidFill>
                <a:latin typeface="Nimbus Sans Narrow"/>
                <a:ea typeface="Nimbus Sans Narrow"/>
                <a:cs typeface="Nimbus Sans Narrow"/>
              </a:defRPr>
            </a:lvl9pPr>
          </a:lstStyle>
          <a:p>
            <a:pPr algn="l">
              <a:defRPr sz="3525" b="1">
                <a:solidFill>
                  <a:srgbClr val="FFFFFF"/>
                </a:solidFill>
                <a:latin typeface="Nimbus Sans Narrow"/>
                <a:ea typeface="Nimbus Sans Narrow"/>
                <a:cs typeface="Nimbus Sans Narrow"/>
              </a:defRPr>
            </a:pPr>
            <a:r>
              <a:rPr sz="3525" b="1" dirty="0">
                <a:solidFill>
                  <a:srgbClr val="FFFFFF"/>
                </a:solidFill>
                <a:latin typeface="Nimbus Sans Narrow"/>
                <a:ea typeface="Nimbus Sans Narrow"/>
                <a:cs typeface="Nimbus Sans Narrow"/>
              </a:rPr>
              <a:t>Monitor adaptation and changing risk</a:t>
            </a:r>
          </a:p>
        </p:txBody>
      </p:sp>
      <p:sp>
        <p:nvSpPr>
          <p:cNvPr id="3" name="section-rule">
            <a:extLst>
              <a:ext uri="{FF2B5EF4-FFF2-40B4-BE49-F238E27FC236}">
                <a16:creationId xmlns:a16="http://schemas.microsoft.com/office/drawing/2014/main" id="{4A363BC1-548A-440B-8C8C-7C26E7FAD5A1}"/>
              </a:ext>
            </a:extLst>
          </p:cNvPr>
          <p:cNvSpPr>
            <a:spLocks noGrp="1"/>
          </p:cNvSpPr>
          <p:nvPr/>
        </p:nvSpPr>
        <p:spPr>
          <a:xfrm>
            <a:off x="1009650" y="1866900"/>
            <a:ext cx="10134600" cy="953"/>
          </a:xfrm>
          <a:custGeom>
            <a:avLst/>
            <a:gdLst/>
            <a:ahLst/>
            <a:cxnLst/>
            <a:rect l="0" t="0" r="0" b="0"/>
            <a:pathLst>
              <a:path w="10134600" h="953">
                <a:moveTo>
                  <a:pt x="0" y="0"/>
                </a:moveTo>
                <a:lnTo>
                  <a:pt x="10134600" y="0"/>
                </a:lnTo>
              </a:path>
            </a:pathLst>
          </a:custGeom>
          <a:noFill/>
          <a:ln w="19050">
            <a:solidFill>
              <a:srgbClr val="FFFFFF"/>
            </a:solidFill>
            <a:prstDash val="solid"/>
          </a:ln>
        </p:spPr>
        <p:txBody>
          <a:bodyPr/>
          <a:lstStyle/>
          <a:p>
            <a:endParaRPr lang="en-US"/>
          </a:p>
        </p:txBody>
      </p:sp>
      <p:sp>
        <p:nvSpPr>
          <p:cNvPr id="4" name="question-label">
            <a:extLst>
              <a:ext uri="{FF2B5EF4-FFF2-40B4-BE49-F238E27FC236}">
                <a16:creationId xmlns:a16="http://schemas.microsoft.com/office/drawing/2014/main" id="{98E88A3F-2560-46A8-8356-BAAFD28826EF}"/>
              </a:ext>
            </a:extLst>
          </p:cNvPr>
          <p:cNvSpPr>
            <a:spLocks noGrp="1"/>
          </p:cNvSpPr>
          <p:nvPr/>
        </p:nvSpPr>
        <p:spPr>
          <a:xfrm>
            <a:off x="1047750" y="2266950"/>
            <a:ext cx="3143250" cy="304800"/>
          </a:xfrm>
          <a:prstGeom prst="rect">
            <a:avLst/>
          </a:prstGeom>
          <a:noFill/>
          <a:ln w="0">
            <a:noFill/>
            <a:prstDash val="solid"/>
          </a:ln>
        </p:spPr>
        <p:txBody>
          <a:bodyPr lIns="0" tIns="0" rIns="0" bIns="0" anchor="ctr"/>
          <a:lstStyle>
            <a:defPPr algn="l">
              <a:defRPr sz="1500" b="1">
                <a:solidFill>
                  <a:srgbClr val="FFFFFF"/>
                </a:solidFill>
                <a:latin typeface="Nimbus Sans Narrow"/>
                <a:ea typeface="Nimbus Sans Narrow"/>
                <a:cs typeface="Nimbus Sans Narrow"/>
              </a:defRPr>
            </a:defPPr>
            <a:lvl1pPr algn="l">
              <a:defRPr sz="1500" b="1">
                <a:solidFill>
                  <a:srgbClr val="FFFFFF"/>
                </a:solidFill>
                <a:latin typeface="Nimbus Sans Narrow"/>
                <a:ea typeface="Nimbus Sans Narrow"/>
                <a:cs typeface="Nimbus Sans Narrow"/>
              </a:defRPr>
            </a:lvl1pPr>
            <a:lvl2pPr algn="l">
              <a:defRPr sz="1500" b="1">
                <a:solidFill>
                  <a:srgbClr val="FFFFFF"/>
                </a:solidFill>
                <a:latin typeface="Nimbus Sans Narrow"/>
                <a:ea typeface="Nimbus Sans Narrow"/>
                <a:cs typeface="Nimbus Sans Narrow"/>
              </a:defRPr>
            </a:lvl2pPr>
            <a:lvl3pPr algn="l">
              <a:defRPr sz="1500" b="1">
                <a:solidFill>
                  <a:srgbClr val="FFFFFF"/>
                </a:solidFill>
                <a:latin typeface="Nimbus Sans Narrow"/>
                <a:ea typeface="Nimbus Sans Narrow"/>
                <a:cs typeface="Nimbus Sans Narrow"/>
              </a:defRPr>
            </a:lvl3pPr>
            <a:lvl4pPr algn="l">
              <a:defRPr sz="1500" b="1">
                <a:solidFill>
                  <a:srgbClr val="FFFFFF"/>
                </a:solidFill>
                <a:latin typeface="Nimbus Sans Narrow"/>
                <a:ea typeface="Nimbus Sans Narrow"/>
                <a:cs typeface="Nimbus Sans Narrow"/>
              </a:defRPr>
            </a:lvl4pPr>
            <a:lvl5pPr algn="l">
              <a:defRPr sz="1500" b="1">
                <a:solidFill>
                  <a:srgbClr val="FFFFFF"/>
                </a:solidFill>
                <a:latin typeface="Nimbus Sans Narrow"/>
                <a:ea typeface="Nimbus Sans Narrow"/>
                <a:cs typeface="Nimbus Sans Narrow"/>
              </a:defRPr>
            </a:lvl5pPr>
            <a:lvl6pPr algn="l">
              <a:defRPr sz="1500" b="1">
                <a:solidFill>
                  <a:srgbClr val="FFFFFF"/>
                </a:solidFill>
                <a:latin typeface="Nimbus Sans Narrow"/>
                <a:ea typeface="Nimbus Sans Narrow"/>
                <a:cs typeface="Nimbus Sans Narrow"/>
              </a:defRPr>
            </a:lvl6pPr>
            <a:lvl7pPr algn="l">
              <a:defRPr sz="1500" b="1">
                <a:solidFill>
                  <a:srgbClr val="FFFFFF"/>
                </a:solidFill>
                <a:latin typeface="Nimbus Sans Narrow"/>
                <a:ea typeface="Nimbus Sans Narrow"/>
                <a:cs typeface="Nimbus Sans Narrow"/>
              </a:defRPr>
            </a:lvl7pPr>
            <a:lvl8pPr algn="l">
              <a:defRPr sz="1500" b="1">
                <a:solidFill>
                  <a:srgbClr val="FFFFFF"/>
                </a:solidFill>
                <a:latin typeface="Nimbus Sans Narrow"/>
                <a:ea typeface="Nimbus Sans Narrow"/>
                <a:cs typeface="Nimbus Sans Narrow"/>
              </a:defRPr>
            </a:lvl8pPr>
            <a:lvl9pPr algn="l">
              <a:defRPr sz="1500" b="1">
                <a:solidFill>
                  <a:srgbClr val="FFFFFF"/>
                </a:solidFill>
                <a:latin typeface="Nimbus Sans Narrow"/>
                <a:ea typeface="Nimbus Sans Narrow"/>
                <a:cs typeface="Nimbus Sans Narrow"/>
              </a:defRPr>
            </a:lvl9pPr>
          </a:lstStyle>
          <a:p>
            <a:pPr algn="l">
              <a:defRPr sz="1500" b="1">
                <a:solidFill>
                  <a:srgbClr val="FFFFFF"/>
                </a:solidFill>
                <a:latin typeface="Nimbus Sans Narrow"/>
                <a:ea typeface="Nimbus Sans Narrow"/>
                <a:cs typeface="Nimbus Sans Narrow"/>
              </a:defRPr>
            </a:pPr>
            <a:r>
              <a:rPr sz="1500" b="1">
                <a:solidFill>
                  <a:srgbClr val="FFFFFF"/>
                </a:solidFill>
                <a:latin typeface="Nimbus Sans Narrow"/>
                <a:ea typeface="Nimbus Sans Narrow"/>
                <a:cs typeface="Nimbus Sans Narrow"/>
              </a:rPr>
              <a:t>PUBLIC-HEALTH QUESTION</a:t>
            </a:r>
          </a:p>
        </p:txBody>
      </p:sp>
      <p:sp>
        <p:nvSpPr>
          <p:cNvPr id="5" name="question">
            <a:extLst>
              <a:ext uri="{FF2B5EF4-FFF2-40B4-BE49-F238E27FC236}">
                <a16:creationId xmlns:a16="http://schemas.microsoft.com/office/drawing/2014/main" id="{02C8B090-D931-4F7E-A978-B40CC7CA618B}"/>
              </a:ext>
            </a:extLst>
          </p:cNvPr>
          <p:cNvSpPr>
            <a:spLocks noGrp="1"/>
          </p:cNvSpPr>
          <p:nvPr/>
        </p:nvSpPr>
        <p:spPr>
          <a:xfrm>
            <a:off x="1047750" y="2628900"/>
            <a:ext cx="10001250" cy="933450"/>
          </a:xfrm>
          <a:prstGeom prst="rect">
            <a:avLst/>
          </a:prstGeom>
          <a:noFill/>
          <a:ln w="0">
            <a:noFill/>
            <a:prstDash val="solid"/>
          </a:ln>
        </p:spPr>
        <p:txBody>
          <a:bodyPr lIns="0" tIns="0" rIns="0" bIns="0" anchor="ctr"/>
          <a:lstStyle>
            <a:defPPr algn="l">
              <a:defRPr sz="2550" b="1">
                <a:solidFill>
                  <a:srgbClr val="FFFFFF"/>
                </a:solidFill>
                <a:latin typeface="Nimbus Sans Narrow"/>
                <a:ea typeface="Nimbus Sans Narrow"/>
                <a:cs typeface="Nimbus Sans Narrow"/>
              </a:defRPr>
            </a:defPPr>
            <a:lvl1pPr algn="l">
              <a:defRPr sz="2550" b="1">
                <a:solidFill>
                  <a:srgbClr val="FFFFFF"/>
                </a:solidFill>
                <a:latin typeface="Nimbus Sans Narrow"/>
                <a:ea typeface="Nimbus Sans Narrow"/>
                <a:cs typeface="Nimbus Sans Narrow"/>
              </a:defRPr>
            </a:lvl1pPr>
            <a:lvl2pPr algn="l">
              <a:defRPr sz="2550" b="1">
                <a:solidFill>
                  <a:srgbClr val="FFFFFF"/>
                </a:solidFill>
                <a:latin typeface="Nimbus Sans Narrow"/>
                <a:ea typeface="Nimbus Sans Narrow"/>
                <a:cs typeface="Nimbus Sans Narrow"/>
              </a:defRPr>
            </a:lvl2pPr>
            <a:lvl3pPr algn="l">
              <a:defRPr sz="2550" b="1">
                <a:solidFill>
                  <a:srgbClr val="FFFFFF"/>
                </a:solidFill>
                <a:latin typeface="Nimbus Sans Narrow"/>
                <a:ea typeface="Nimbus Sans Narrow"/>
                <a:cs typeface="Nimbus Sans Narrow"/>
              </a:defRPr>
            </a:lvl3pPr>
            <a:lvl4pPr algn="l">
              <a:defRPr sz="2550" b="1">
                <a:solidFill>
                  <a:srgbClr val="FFFFFF"/>
                </a:solidFill>
                <a:latin typeface="Nimbus Sans Narrow"/>
                <a:ea typeface="Nimbus Sans Narrow"/>
                <a:cs typeface="Nimbus Sans Narrow"/>
              </a:defRPr>
            </a:lvl4pPr>
            <a:lvl5pPr algn="l">
              <a:defRPr sz="2550" b="1">
                <a:solidFill>
                  <a:srgbClr val="FFFFFF"/>
                </a:solidFill>
                <a:latin typeface="Nimbus Sans Narrow"/>
                <a:ea typeface="Nimbus Sans Narrow"/>
                <a:cs typeface="Nimbus Sans Narrow"/>
              </a:defRPr>
            </a:lvl5pPr>
            <a:lvl6pPr algn="l">
              <a:defRPr sz="2550" b="1">
                <a:solidFill>
                  <a:srgbClr val="FFFFFF"/>
                </a:solidFill>
                <a:latin typeface="Nimbus Sans Narrow"/>
                <a:ea typeface="Nimbus Sans Narrow"/>
                <a:cs typeface="Nimbus Sans Narrow"/>
              </a:defRPr>
            </a:lvl6pPr>
            <a:lvl7pPr algn="l">
              <a:defRPr sz="2550" b="1">
                <a:solidFill>
                  <a:srgbClr val="FFFFFF"/>
                </a:solidFill>
                <a:latin typeface="Nimbus Sans Narrow"/>
                <a:ea typeface="Nimbus Sans Narrow"/>
                <a:cs typeface="Nimbus Sans Narrow"/>
              </a:defRPr>
            </a:lvl7pPr>
            <a:lvl8pPr algn="l">
              <a:defRPr sz="2550" b="1">
                <a:solidFill>
                  <a:srgbClr val="FFFFFF"/>
                </a:solidFill>
                <a:latin typeface="Nimbus Sans Narrow"/>
                <a:ea typeface="Nimbus Sans Narrow"/>
                <a:cs typeface="Nimbus Sans Narrow"/>
              </a:defRPr>
            </a:lvl8pPr>
            <a:lvl9pPr algn="l">
              <a:defRPr sz="2550" b="1">
                <a:solidFill>
                  <a:srgbClr val="FFFFFF"/>
                </a:solidFill>
                <a:latin typeface="Nimbus Sans Narrow"/>
                <a:ea typeface="Nimbus Sans Narrow"/>
                <a:cs typeface="Nimbus Sans Narrow"/>
              </a:defRPr>
            </a:lvl9pPr>
          </a:lstStyle>
          <a:p>
            <a:pPr algn="l">
              <a:defRPr sz="2550" b="1">
                <a:solidFill>
                  <a:srgbClr val="FFFFFF"/>
                </a:solidFill>
                <a:latin typeface="Nimbus Sans Narrow"/>
                <a:ea typeface="Nimbus Sans Narrow"/>
                <a:cs typeface="Nimbus Sans Narrow"/>
              </a:defRPr>
            </a:pPr>
            <a:r>
              <a:rPr sz="2550" b="1">
                <a:solidFill>
                  <a:srgbClr val="FFFFFF"/>
                </a:solidFill>
                <a:latin typeface="Nimbus Sans Narrow"/>
                <a:ea typeface="Nimbus Sans Narrow"/>
                <a:cs typeface="Nimbus Sans Narrow"/>
              </a:rPr>
              <a:t>Has the pathogen changed in a way that alters control?</a:t>
            </a:r>
          </a:p>
        </p:txBody>
      </p:sp>
      <p:sp>
        <p:nvSpPr>
          <p:cNvPr id="6" name="contribution-label">
            <a:extLst>
              <a:ext uri="{FF2B5EF4-FFF2-40B4-BE49-F238E27FC236}">
                <a16:creationId xmlns:a16="http://schemas.microsoft.com/office/drawing/2014/main" id="{8B5D799B-C762-468D-9A96-508086043A31}"/>
              </a:ext>
            </a:extLst>
          </p:cNvPr>
          <p:cNvSpPr>
            <a:spLocks noGrp="1"/>
          </p:cNvSpPr>
          <p:nvPr/>
        </p:nvSpPr>
        <p:spPr>
          <a:xfrm>
            <a:off x="1047750" y="4000500"/>
            <a:ext cx="3143250" cy="304800"/>
          </a:xfrm>
          <a:prstGeom prst="rect">
            <a:avLst/>
          </a:prstGeom>
          <a:noFill/>
          <a:ln w="0">
            <a:noFill/>
            <a:prstDash val="solid"/>
          </a:ln>
        </p:spPr>
        <p:txBody>
          <a:bodyPr lIns="0" tIns="0" rIns="0" bIns="0" anchor="ctr"/>
          <a:lstStyle>
            <a:defPPr algn="l">
              <a:defRPr sz="1500" b="1">
                <a:solidFill>
                  <a:srgbClr val="FFFFFF"/>
                </a:solidFill>
                <a:latin typeface="Nimbus Sans Narrow"/>
                <a:ea typeface="Nimbus Sans Narrow"/>
                <a:cs typeface="Nimbus Sans Narrow"/>
              </a:defRPr>
            </a:defPPr>
            <a:lvl1pPr algn="l">
              <a:defRPr sz="1500" b="1">
                <a:solidFill>
                  <a:srgbClr val="FFFFFF"/>
                </a:solidFill>
                <a:latin typeface="Nimbus Sans Narrow"/>
                <a:ea typeface="Nimbus Sans Narrow"/>
                <a:cs typeface="Nimbus Sans Narrow"/>
              </a:defRPr>
            </a:lvl1pPr>
            <a:lvl2pPr algn="l">
              <a:defRPr sz="1500" b="1">
                <a:solidFill>
                  <a:srgbClr val="FFFFFF"/>
                </a:solidFill>
                <a:latin typeface="Nimbus Sans Narrow"/>
                <a:ea typeface="Nimbus Sans Narrow"/>
                <a:cs typeface="Nimbus Sans Narrow"/>
              </a:defRPr>
            </a:lvl2pPr>
            <a:lvl3pPr algn="l">
              <a:defRPr sz="1500" b="1">
                <a:solidFill>
                  <a:srgbClr val="FFFFFF"/>
                </a:solidFill>
                <a:latin typeface="Nimbus Sans Narrow"/>
                <a:ea typeface="Nimbus Sans Narrow"/>
                <a:cs typeface="Nimbus Sans Narrow"/>
              </a:defRPr>
            </a:lvl3pPr>
            <a:lvl4pPr algn="l">
              <a:defRPr sz="1500" b="1">
                <a:solidFill>
                  <a:srgbClr val="FFFFFF"/>
                </a:solidFill>
                <a:latin typeface="Nimbus Sans Narrow"/>
                <a:ea typeface="Nimbus Sans Narrow"/>
                <a:cs typeface="Nimbus Sans Narrow"/>
              </a:defRPr>
            </a:lvl4pPr>
            <a:lvl5pPr algn="l">
              <a:defRPr sz="1500" b="1">
                <a:solidFill>
                  <a:srgbClr val="FFFFFF"/>
                </a:solidFill>
                <a:latin typeface="Nimbus Sans Narrow"/>
                <a:ea typeface="Nimbus Sans Narrow"/>
                <a:cs typeface="Nimbus Sans Narrow"/>
              </a:defRPr>
            </a:lvl5pPr>
            <a:lvl6pPr algn="l">
              <a:defRPr sz="1500" b="1">
                <a:solidFill>
                  <a:srgbClr val="FFFFFF"/>
                </a:solidFill>
                <a:latin typeface="Nimbus Sans Narrow"/>
                <a:ea typeface="Nimbus Sans Narrow"/>
                <a:cs typeface="Nimbus Sans Narrow"/>
              </a:defRPr>
            </a:lvl6pPr>
            <a:lvl7pPr algn="l">
              <a:defRPr sz="1500" b="1">
                <a:solidFill>
                  <a:srgbClr val="FFFFFF"/>
                </a:solidFill>
                <a:latin typeface="Nimbus Sans Narrow"/>
                <a:ea typeface="Nimbus Sans Narrow"/>
                <a:cs typeface="Nimbus Sans Narrow"/>
              </a:defRPr>
            </a:lvl7pPr>
            <a:lvl8pPr algn="l">
              <a:defRPr sz="1500" b="1">
                <a:solidFill>
                  <a:srgbClr val="FFFFFF"/>
                </a:solidFill>
                <a:latin typeface="Nimbus Sans Narrow"/>
                <a:ea typeface="Nimbus Sans Narrow"/>
                <a:cs typeface="Nimbus Sans Narrow"/>
              </a:defRPr>
            </a:lvl8pPr>
            <a:lvl9pPr algn="l">
              <a:defRPr sz="1500" b="1">
                <a:solidFill>
                  <a:srgbClr val="FFFFFF"/>
                </a:solidFill>
                <a:latin typeface="Nimbus Sans Narrow"/>
                <a:ea typeface="Nimbus Sans Narrow"/>
                <a:cs typeface="Nimbus Sans Narrow"/>
              </a:defRPr>
            </a:lvl9pPr>
          </a:lstStyle>
          <a:p>
            <a:pPr algn="l">
              <a:defRPr sz="1500" b="1">
                <a:solidFill>
                  <a:srgbClr val="FFFFFF"/>
                </a:solidFill>
                <a:latin typeface="Nimbus Sans Narrow"/>
                <a:ea typeface="Nimbus Sans Narrow"/>
                <a:cs typeface="Nimbus Sans Narrow"/>
              </a:defRPr>
            </a:pPr>
            <a:r>
              <a:rPr sz="1500" b="1">
                <a:solidFill>
                  <a:srgbClr val="FFFFFF"/>
                </a:solidFill>
                <a:latin typeface="Nimbus Sans Narrow"/>
                <a:ea typeface="Nimbus Sans Narrow"/>
                <a:cs typeface="Nimbus Sans Narrow"/>
              </a:rPr>
              <a:t>MOLECULAR EPIDEMIOLOGY</a:t>
            </a:r>
          </a:p>
        </p:txBody>
      </p:sp>
      <p:sp>
        <p:nvSpPr>
          <p:cNvPr id="7" name="contribution">
            <a:extLst>
              <a:ext uri="{FF2B5EF4-FFF2-40B4-BE49-F238E27FC236}">
                <a16:creationId xmlns:a16="http://schemas.microsoft.com/office/drawing/2014/main" id="{196917A5-B4C7-4A16-9F2D-23F169F04B4F}"/>
              </a:ext>
            </a:extLst>
          </p:cNvPr>
          <p:cNvSpPr>
            <a:spLocks noGrp="1"/>
          </p:cNvSpPr>
          <p:nvPr/>
        </p:nvSpPr>
        <p:spPr>
          <a:xfrm>
            <a:off x="1047750" y="4362450"/>
            <a:ext cx="10001250" cy="1143000"/>
          </a:xfrm>
          <a:prstGeom prst="rect">
            <a:avLst/>
          </a:prstGeom>
          <a:noFill/>
          <a:ln w="0">
            <a:noFill/>
            <a:prstDash val="solid"/>
          </a:ln>
        </p:spPr>
        <p:txBody>
          <a:bodyPr lIns="0" tIns="0" rIns="0" bIns="0" anchor="ctr"/>
          <a:lstStyle>
            <a:defPPr algn="l">
              <a:defRPr sz="2250" b="0">
                <a:solidFill>
                  <a:srgbClr val="FFFFFF"/>
                </a:solidFill>
                <a:latin typeface="Nimbus Sans Narrow"/>
                <a:ea typeface="Nimbus Sans Narrow"/>
                <a:cs typeface="Nimbus Sans Narrow"/>
              </a:defRPr>
            </a:defPPr>
            <a:lvl1pPr algn="l">
              <a:defRPr sz="2250" b="0">
                <a:solidFill>
                  <a:srgbClr val="FFFFFF"/>
                </a:solidFill>
                <a:latin typeface="Nimbus Sans Narrow"/>
                <a:ea typeface="Nimbus Sans Narrow"/>
                <a:cs typeface="Nimbus Sans Narrow"/>
              </a:defRPr>
            </a:lvl1pPr>
            <a:lvl2pPr algn="l">
              <a:defRPr sz="2250" b="0">
                <a:solidFill>
                  <a:srgbClr val="FFFFFF"/>
                </a:solidFill>
                <a:latin typeface="Nimbus Sans Narrow"/>
                <a:ea typeface="Nimbus Sans Narrow"/>
                <a:cs typeface="Nimbus Sans Narrow"/>
              </a:defRPr>
            </a:lvl2pPr>
            <a:lvl3pPr algn="l">
              <a:defRPr sz="2250" b="0">
                <a:solidFill>
                  <a:srgbClr val="FFFFFF"/>
                </a:solidFill>
                <a:latin typeface="Nimbus Sans Narrow"/>
                <a:ea typeface="Nimbus Sans Narrow"/>
                <a:cs typeface="Nimbus Sans Narrow"/>
              </a:defRPr>
            </a:lvl3pPr>
            <a:lvl4pPr algn="l">
              <a:defRPr sz="2250" b="0">
                <a:solidFill>
                  <a:srgbClr val="FFFFFF"/>
                </a:solidFill>
                <a:latin typeface="Nimbus Sans Narrow"/>
                <a:ea typeface="Nimbus Sans Narrow"/>
                <a:cs typeface="Nimbus Sans Narrow"/>
              </a:defRPr>
            </a:lvl4pPr>
            <a:lvl5pPr algn="l">
              <a:defRPr sz="2250" b="0">
                <a:solidFill>
                  <a:srgbClr val="FFFFFF"/>
                </a:solidFill>
                <a:latin typeface="Nimbus Sans Narrow"/>
                <a:ea typeface="Nimbus Sans Narrow"/>
                <a:cs typeface="Nimbus Sans Narrow"/>
              </a:defRPr>
            </a:lvl5pPr>
            <a:lvl6pPr algn="l">
              <a:defRPr sz="2250" b="0">
                <a:solidFill>
                  <a:srgbClr val="FFFFFF"/>
                </a:solidFill>
                <a:latin typeface="Nimbus Sans Narrow"/>
                <a:ea typeface="Nimbus Sans Narrow"/>
                <a:cs typeface="Nimbus Sans Narrow"/>
              </a:defRPr>
            </a:lvl6pPr>
            <a:lvl7pPr algn="l">
              <a:defRPr sz="2250" b="0">
                <a:solidFill>
                  <a:srgbClr val="FFFFFF"/>
                </a:solidFill>
                <a:latin typeface="Nimbus Sans Narrow"/>
                <a:ea typeface="Nimbus Sans Narrow"/>
                <a:cs typeface="Nimbus Sans Narrow"/>
              </a:defRPr>
            </a:lvl7pPr>
            <a:lvl8pPr algn="l">
              <a:defRPr sz="2250" b="0">
                <a:solidFill>
                  <a:srgbClr val="FFFFFF"/>
                </a:solidFill>
                <a:latin typeface="Nimbus Sans Narrow"/>
                <a:ea typeface="Nimbus Sans Narrow"/>
                <a:cs typeface="Nimbus Sans Narrow"/>
              </a:defRPr>
            </a:lvl8pPr>
            <a:lvl9pPr algn="l">
              <a:defRPr sz="2250" b="0">
                <a:solidFill>
                  <a:srgbClr val="FFFFFF"/>
                </a:solidFill>
                <a:latin typeface="Nimbus Sans Narrow"/>
                <a:ea typeface="Nimbus Sans Narrow"/>
                <a:cs typeface="Nimbus Sans Narrow"/>
              </a:defRPr>
            </a:lvl9pPr>
          </a:lstStyle>
          <a:p>
            <a:pPr algn="l">
              <a:defRPr sz="2250" b="0">
                <a:solidFill>
                  <a:srgbClr val="FFFFFF"/>
                </a:solidFill>
                <a:latin typeface="Nimbus Sans Narrow"/>
                <a:ea typeface="Nimbus Sans Narrow"/>
                <a:cs typeface="Nimbus Sans Narrow"/>
              </a:defRPr>
            </a:pPr>
            <a:r>
              <a:rPr sz="2250" b="0">
                <a:solidFill>
                  <a:srgbClr val="FFFFFF"/>
                </a:solidFill>
                <a:latin typeface="Nimbus Sans Narrow"/>
                <a:ea typeface="Nimbus Sans Narrow"/>
                <a:cs typeface="Nimbus Sans Narrow"/>
              </a:rPr>
              <a:t>Detect genetic change and prioritize variants for epidemiologic, antigenic, and experimental evaluation.</a:t>
            </a:r>
          </a:p>
        </p:txBody>
      </p:sp>
      <p:sp>
        <p:nvSpPr>
          <p:cNvPr id="8" name="overlap-note">
            <a:extLst>
              <a:ext uri="{FF2B5EF4-FFF2-40B4-BE49-F238E27FC236}">
                <a16:creationId xmlns:a16="http://schemas.microsoft.com/office/drawing/2014/main" id="{D5ECBA20-06D8-4A74-B429-B677971252E3}"/>
              </a:ext>
            </a:extLst>
          </p:cNvPr>
          <p:cNvSpPr>
            <a:spLocks noGrp="1"/>
          </p:cNvSpPr>
          <p:nvPr/>
        </p:nvSpPr>
        <p:spPr>
          <a:xfrm>
            <a:off x="1047750" y="6057900"/>
            <a:ext cx="10001250" cy="304800"/>
          </a:xfrm>
          <a:prstGeom prst="rect">
            <a:avLst/>
          </a:prstGeom>
          <a:noFill/>
          <a:ln w="0">
            <a:noFill/>
            <a:prstDash val="solid"/>
          </a:ln>
        </p:spPr>
        <p:txBody>
          <a:bodyPr lIns="0" tIns="0" rIns="0" bIns="0" anchor="ctr"/>
          <a:lstStyle>
            <a:defPPr algn="r">
              <a:defRPr sz="1500" b="0">
                <a:solidFill>
                  <a:srgbClr val="FFFFFF"/>
                </a:solidFill>
                <a:latin typeface="Nimbus Sans Narrow"/>
                <a:ea typeface="Nimbus Sans Narrow"/>
                <a:cs typeface="Nimbus Sans Narrow"/>
              </a:defRPr>
            </a:defPPr>
            <a:lvl1pPr algn="r">
              <a:defRPr sz="1500" b="0">
                <a:solidFill>
                  <a:srgbClr val="FFFFFF"/>
                </a:solidFill>
                <a:latin typeface="Nimbus Sans Narrow"/>
                <a:ea typeface="Nimbus Sans Narrow"/>
                <a:cs typeface="Nimbus Sans Narrow"/>
              </a:defRPr>
            </a:lvl1pPr>
            <a:lvl2pPr algn="r">
              <a:defRPr sz="1500" b="0">
                <a:solidFill>
                  <a:srgbClr val="FFFFFF"/>
                </a:solidFill>
                <a:latin typeface="Nimbus Sans Narrow"/>
                <a:ea typeface="Nimbus Sans Narrow"/>
                <a:cs typeface="Nimbus Sans Narrow"/>
              </a:defRPr>
            </a:lvl2pPr>
            <a:lvl3pPr algn="r">
              <a:defRPr sz="1500" b="0">
                <a:solidFill>
                  <a:srgbClr val="FFFFFF"/>
                </a:solidFill>
                <a:latin typeface="Nimbus Sans Narrow"/>
                <a:ea typeface="Nimbus Sans Narrow"/>
                <a:cs typeface="Nimbus Sans Narrow"/>
              </a:defRPr>
            </a:lvl3pPr>
            <a:lvl4pPr algn="r">
              <a:defRPr sz="1500" b="0">
                <a:solidFill>
                  <a:srgbClr val="FFFFFF"/>
                </a:solidFill>
                <a:latin typeface="Nimbus Sans Narrow"/>
                <a:ea typeface="Nimbus Sans Narrow"/>
                <a:cs typeface="Nimbus Sans Narrow"/>
              </a:defRPr>
            </a:lvl4pPr>
            <a:lvl5pPr algn="r">
              <a:defRPr sz="1500" b="0">
                <a:solidFill>
                  <a:srgbClr val="FFFFFF"/>
                </a:solidFill>
                <a:latin typeface="Nimbus Sans Narrow"/>
                <a:ea typeface="Nimbus Sans Narrow"/>
                <a:cs typeface="Nimbus Sans Narrow"/>
              </a:defRPr>
            </a:lvl5pPr>
            <a:lvl6pPr algn="r">
              <a:defRPr sz="1500" b="0">
                <a:solidFill>
                  <a:srgbClr val="FFFFFF"/>
                </a:solidFill>
                <a:latin typeface="Nimbus Sans Narrow"/>
                <a:ea typeface="Nimbus Sans Narrow"/>
                <a:cs typeface="Nimbus Sans Narrow"/>
              </a:defRPr>
            </a:lvl6pPr>
            <a:lvl7pPr algn="r">
              <a:defRPr sz="1500" b="0">
                <a:solidFill>
                  <a:srgbClr val="FFFFFF"/>
                </a:solidFill>
                <a:latin typeface="Nimbus Sans Narrow"/>
                <a:ea typeface="Nimbus Sans Narrow"/>
                <a:cs typeface="Nimbus Sans Narrow"/>
              </a:defRPr>
            </a:lvl7pPr>
            <a:lvl8pPr algn="r">
              <a:defRPr sz="1500" b="0">
                <a:solidFill>
                  <a:srgbClr val="FFFFFF"/>
                </a:solidFill>
                <a:latin typeface="Nimbus Sans Narrow"/>
                <a:ea typeface="Nimbus Sans Narrow"/>
                <a:cs typeface="Nimbus Sans Narrow"/>
              </a:defRPr>
            </a:lvl8pPr>
            <a:lvl9pPr algn="r">
              <a:defRPr sz="1500" b="0">
                <a:solidFill>
                  <a:srgbClr val="FFFFFF"/>
                </a:solidFill>
                <a:latin typeface="Nimbus Sans Narrow"/>
                <a:ea typeface="Nimbus Sans Narrow"/>
                <a:cs typeface="Nimbus Sans Narrow"/>
              </a:defRPr>
            </a:lvl9pPr>
          </a:lstStyle>
          <a:p>
            <a:pPr algn="r">
              <a:defRPr sz="1500" b="0">
                <a:solidFill>
                  <a:srgbClr val="FFFFFF"/>
                </a:solidFill>
                <a:latin typeface="Nimbus Sans Narrow"/>
                <a:ea typeface="Nimbus Sans Narrow"/>
                <a:cs typeface="Nimbus Sans Narrow"/>
              </a:defRPr>
            </a:pPr>
            <a:r>
              <a:rPr sz="1500" b="0">
                <a:solidFill>
                  <a:srgbClr val="FFFFFF"/>
                </a:solidFill>
                <a:latin typeface="Nimbus Sans Narrow"/>
                <a:ea typeface="Nimbus Sans Narrow"/>
                <a:cs typeface="Nimbus Sans Narrow"/>
              </a:rPr>
              <a:t>Operational states overlap across places and populations.</a:t>
            </a:r>
          </a:p>
        </p:txBody>
      </p:sp>
    </p:spTree>
    <p:extLst>
      <p:ext uri="{BB962C8B-B14F-4D97-AF65-F5344CB8AC3E}">
        <p14:creationId xmlns:p14="http://schemas.microsoft.com/office/powerpoint/2010/main" val="2949154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phase-slide-border">
            <a:extLst>
              <a:ext uri="{FF2B5EF4-FFF2-40B4-BE49-F238E27FC236}">
                <a16:creationId xmlns:a16="http://schemas.microsoft.com/office/drawing/2014/main" id="{C4705B12-BB9D-45C3-9951-37040F7445F9}"/>
              </a:ext>
            </a:extLst>
          </p:cNvPr>
          <p:cNvSpPr>
            <a:spLocks noGrp="1"/>
          </p:cNvSpPr>
          <p:nvPr/>
        </p:nvSpPr>
        <p:spPr>
          <a:xfrm>
            <a:off x="76200" y="76200"/>
            <a:ext cx="12039600" cy="6705600"/>
          </a:xfrm>
          <a:prstGeom prst="roundRect">
            <a:avLst>
              <a:gd name="adj" fmla="val 1705"/>
            </a:avLst>
          </a:prstGeom>
          <a:noFill/>
          <a:ln w="19050">
            <a:solidFill>
              <a:srgbClr val="0B69E8"/>
            </a:solidFill>
            <a:prstDash val="solid"/>
          </a:ln>
        </p:spPr>
        <p:txBody>
          <a:bodyPr/>
          <a:lstStyle/>
          <a:p>
            <a:endParaRPr lang="en-US"/>
          </a:p>
        </p:txBody>
      </p:sp>
      <p:sp>
        <p:nvSpPr>
          <p:cNvPr id="2" name="slide-title">
            <a:extLst>
              <a:ext uri="{FF2B5EF4-FFF2-40B4-BE49-F238E27FC236}">
                <a16:creationId xmlns:a16="http://schemas.microsoft.com/office/drawing/2014/main" id="{364D0A51-2D7E-49ED-A73E-1C04256EEBC3}"/>
              </a:ext>
            </a:extLst>
          </p:cNvPr>
          <p:cNvSpPr>
            <a:spLocks noGrp="1"/>
          </p:cNvSpPr>
          <p:nvPr/>
        </p:nvSpPr>
        <p:spPr>
          <a:xfrm>
            <a:off x="533400" y="266700"/>
            <a:ext cx="11125200" cy="552450"/>
          </a:xfrm>
          <a:prstGeom prst="rect">
            <a:avLst/>
          </a:prstGeom>
          <a:noFill/>
          <a:ln w="0">
            <a:noFill/>
            <a:prstDash val="solid"/>
          </a:ln>
        </p:spPr>
        <p:txBody>
          <a:bodyPr lIns="0" tIns="0" rIns="0" bIns="0" anchor="ctr"/>
          <a:lstStyle>
            <a:defPPr algn="ctr">
              <a:defRPr sz="3000" b="1">
                <a:solidFill>
                  <a:srgbClr val="070D3A"/>
                </a:solidFill>
                <a:latin typeface="Nimbus Sans Narrow"/>
                <a:ea typeface="Nimbus Sans Narrow"/>
                <a:cs typeface="Nimbus Sans Narrow"/>
              </a:defRPr>
            </a:defPPr>
            <a:lvl1pPr algn="ctr">
              <a:defRPr sz="3000" b="1">
                <a:solidFill>
                  <a:srgbClr val="070D3A"/>
                </a:solidFill>
                <a:latin typeface="Nimbus Sans Narrow"/>
                <a:ea typeface="Nimbus Sans Narrow"/>
                <a:cs typeface="Nimbus Sans Narrow"/>
              </a:defRPr>
            </a:lvl1pPr>
            <a:lvl2pPr algn="ctr">
              <a:defRPr sz="3000" b="1">
                <a:solidFill>
                  <a:srgbClr val="070D3A"/>
                </a:solidFill>
                <a:latin typeface="Nimbus Sans Narrow"/>
                <a:ea typeface="Nimbus Sans Narrow"/>
                <a:cs typeface="Nimbus Sans Narrow"/>
              </a:defRPr>
            </a:lvl2pPr>
            <a:lvl3pPr algn="ctr">
              <a:defRPr sz="3000" b="1">
                <a:solidFill>
                  <a:srgbClr val="070D3A"/>
                </a:solidFill>
                <a:latin typeface="Nimbus Sans Narrow"/>
                <a:ea typeface="Nimbus Sans Narrow"/>
                <a:cs typeface="Nimbus Sans Narrow"/>
              </a:defRPr>
            </a:lvl3pPr>
            <a:lvl4pPr algn="ctr">
              <a:defRPr sz="3000" b="1">
                <a:solidFill>
                  <a:srgbClr val="070D3A"/>
                </a:solidFill>
                <a:latin typeface="Nimbus Sans Narrow"/>
                <a:ea typeface="Nimbus Sans Narrow"/>
                <a:cs typeface="Nimbus Sans Narrow"/>
              </a:defRPr>
            </a:lvl4pPr>
            <a:lvl5pPr algn="ctr">
              <a:defRPr sz="3000" b="1">
                <a:solidFill>
                  <a:srgbClr val="070D3A"/>
                </a:solidFill>
                <a:latin typeface="Nimbus Sans Narrow"/>
                <a:ea typeface="Nimbus Sans Narrow"/>
                <a:cs typeface="Nimbus Sans Narrow"/>
              </a:defRPr>
            </a:lvl5pPr>
            <a:lvl6pPr algn="ctr">
              <a:defRPr sz="3000" b="1">
                <a:solidFill>
                  <a:srgbClr val="070D3A"/>
                </a:solidFill>
                <a:latin typeface="Nimbus Sans Narrow"/>
                <a:ea typeface="Nimbus Sans Narrow"/>
                <a:cs typeface="Nimbus Sans Narrow"/>
              </a:defRPr>
            </a:lvl6pPr>
            <a:lvl7pPr algn="ctr">
              <a:defRPr sz="3000" b="1">
                <a:solidFill>
                  <a:srgbClr val="070D3A"/>
                </a:solidFill>
                <a:latin typeface="Nimbus Sans Narrow"/>
                <a:ea typeface="Nimbus Sans Narrow"/>
                <a:cs typeface="Nimbus Sans Narrow"/>
              </a:defRPr>
            </a:lvl7pPr>
            <a:lvl8pPr algn="ctr">
              <a:defRPr sz="3000" b="1">
                <a:solidFill>
                  <a:srgbClr val="070D3A"/>
                </a:solidFill>
                <a:latin typeface="Nimbus Sans Narrow"/>
                <a:ea typeface="Nimbus Sans Narrow"/>
                <a:cs typeface="Nimbus Sans Narrow"/>
              </a:defRPr>
            </a:lvl8pPr>
            <a:lvl9pPr algn="ctr">
              <a:defRPr sz="3000" b="1">
                <a:solidFill>
                  <a:srgbClr val="070D3A"/>
                </a:solidFill>
                <a:latin typeface="Nimbus Sans Narrow"/>
                <a:ea typeface="Nimbus Sans Narrow"/>
                <a:cs typeface="Nimbus Sans Narrow"/>
              </a:defRPr>
            </a:lvl9pPr>
          </a:lstStyle>
          <a:p>
            <a:pPr algn="ctr">
              <a:defRPr sz="3000" b="1">
                <a:solidFill>
                  <a:srgbClr val="070D3A"/>
                </a:solidFill>
                <a:latin typeface="Nimbus Sans Narrow"/>
                <a:ea typeface="Nimbus Sans Narrow"/>
                <a:cs typeface="Nimbus Sans Narrow"/>
              </a:defRPr>
            </a:pPr>
            <a:r>
              <a:rPr sz="3000" b="1">
                <a:solidFill>
                  <a:srgbClr val="070D3A"/>
                </a:solidFill>
                <a:latin typeface="Nimbus Sans Narrow"/>
                <a:ea typeface="Nimbus Sans Narrow"/>
                <a:cs typeface="Nimbus Sans Narrow"/>
              </a:rPr>
              <a:t>Variant frequency, phenotype, and public-health risk are separate inferences</a:t>
            </a:r>
          </a:p>
        </p:txBody>
      </p:sp>
      <p:sp>
        <p:nvSpPr>
          <p:cNvPr id="3" name="variant-n-0">
            <a:extLst>
              <a:ext uri="{FF2B5EF4-FFF2-40B4-BE49-F238E27FC236}">
                <a16:creationId xmlns:a16="http://schemas.microsoft.com/office/drawing/2014/main" id="{169BC112-9E62-4F88-9547-F5D2C9923892}"/>
              </a:ext>
            </a:extLst>
          </p:cNvPr>
          <p:cNvSpPr>
            <a:spLocks noGrp="1"/>
          </p:cNvSpPr>
          <p:nvPr/>
        </p:nvSpPr>
        <p:spPr>
          <a:xfrm>
            <a:off x="952500" y="1390650"/>
            <a:ext cx="609600" cy="609600"/>
          </a:xfrm>
          <a:prstGeom prst="ellipse">
            <a:avLst/>
          </a:prstGeom>
          <a:solidFill>
            <a:srgbClr val="0B69E8"/>
          </a:solidFill>
          <a:ln w="28575">
            <a:solidFill>
              <a:srgbClr val="FFFFFF"/>
            </a:solidFill>
            <a:prstDash val="solid"/>
          </a:ln>
        </p:spPr>
        <p:txBody>
          <a:bodyPr/>
          <a:lstStyle/>
          <a:p>
            <a:endParaRPr lang="en-US"/>
          </a:p>
        </p:txBody>
      </p:sp>
      <p:sp>
        <p:nvSpPr>
          <p:cNvPr id="4" name="variant-ntext-0">
            <a:extLst>
              <a:ext uri="{FF2B5EF4-FFF2-40B4-BE49-F238E27FC236}">
                <a16:creationId xmlns:a16="http://schemas.microsoft.com/office/drawing/2014/main" id="{E0F40DC4-591E-45C2-B8E7-FD68648522CC}"/>
              </a:ext>
            </a:extLst>
          </p:cNvPr>
          <p:cNvSpPr>
            <a:spLocks noGrp="1"/>
          </p:cNvSpPr>
          <p:nvPr/>
        </p:nvSpPr>
        <p:spPr>
          <a:xfrm>
            <a:off x="990600" y="1428750"/>
            <a:ext cx="533400" cy="533400"/>
          </a:xfrm>
          <a:prstGeom prst="rect">
            <a:avLst/>
          </a:prstGeom>
          <a:noFill/>
          <a:ln w="0">
            <a:noFill/>
            <a:prstDash val="solid"/>
          </a:ln>
        </p:spPr>
        <p:txBody>
          <a:bodyPr lIns="0" tIns="0" rIns="0" bIns="0" anchor="ctr"/>
          <a:lstStyle>
            <a:defPPr algn="ctr">
              <a:defRPr sz="2100" b="1">
                <a:solidFill>
                  <a:srgbClr val="FFFFFF"/>
                </a:solidFill>
                <a:latin typeface="Nimbus Sans Narrow"/>
                <a:ea typeface="Nimbus Sans Narrow"/>
                <a:cs typeface="Nimbus Sans Narrow"/>
              </a:defRPr>
            </a:defPPr>
            <a:lvl1pPr algn="ctr">
              <a:defRPr sz="2100" b="1">
                <a:solidFill>
                  <a:srgbClr val="FFFFFF"/>
                </a:solidFill>
                <a:latin typeface="Nimbus Sans Narrow"/>
                <a:ea typeface="Nimbus Sans Narrow"/>
                <a:cs typeface="Nimbus Sans Narrow"/>
              </a:defRPr>
            </a:lvl1pPr>
            <a:lvl2pPr algn="ctr">
              <a:defRPr sz="2100" b="1">
                <a:solidFill>
                  <a:srgbClr val="FFFFFF"/>
                </a:solidFill>
                <a:latin typeface="Nimbus Sans Narrow"/>
                <a:ea typeface="Nimbus Sans Narrow"/>
                <a:cs typeface="Nimbus Sans Narrow"/>
              </a:defRPr>
            </a:lvl2pPr>
            <a:lvl3pPr algn="ctr">
              <a:defRPr sz="2100" b="1">
                <a:solidFill>
                  <a:srgbClr val="FFFFFF"/>
                </a:solidFill>
                <a:latin typeface="Nimbus Sans Narrow"/>
                <a:ea typeface="Nimbus Sans Narrow"/>
                <a:cs typeface="Nimbus Sans Narrow"/>
              </a:defRPr>
            </a:lvl3pPr>
            <a:lvl4pPr algn="ctr">
              <a:defRPr sz="2100" b="1">
                <a:solidFill>
                  <a:srgbClr val="FFFFFF"/>
                </a:solidFill>
                <a:latin typeface="Nimbus Sans Narrow"/>
                <a:ea typeface="Nimbus Sans Narrow"/>
                <a:cs typeface="Nimbus Sans Narrow"/>
              </a:defRPr>
            </a:lvl4pPr>
            <a:lvl5pPr algn="ctr">
              <a:defRPr sz="2100" b="1">
                <a:solidFill>
                  <a:srgbClr val="FFFFFF"/>
                </a:solidFill>
                <a:latin typeface="Nimbus Sans Narrow"/>
                <a:ea typeface="Nimbus Sans Narrow"/>
                <a:cs typeface="Nimbus Sans Narrow"/>
              </a:defRPr>
            </a:lvl5pPr>
            <a:lvl6pPr algn="ctr">
              <a:defRPr sz="2100" b="1">
                <a:solidFill>
                  <a:srgbClr val="FFFFFF"/>
                </a:solidFill>
                <a:latin typeface="Nimbus Sans Narrow"/>
                <a:ea typeface="Nimbus Sans Narrow"/>
                <a:cs typeface="Nimbus Sans Narrow"/>
              </a:defRPr>
            </a:lvl6pPr>
            <a:lvl7pPr algn="ctr">
              <a:defRPr sz="2100" b="1">
                <a:solidFill>
                  <a:srgbClr val="FFFFFF"/>
                </a:solidFill>
                <a:latin typeface="Nimbus Sans Narrow"/>
                <a:ea typeface="Nimbus Sans Narrow"/>
                <a:cs typeface="Nimbus Sans Narrow"/>
              </a:defRPr>
            </a:lvl7pPr>
            <a:lvl8pPr algn="ctr">
              <a:defRPr sz="2100" b="1">
                <a:solidFill>
                  <a:srgbClr val="FFFFFF"/>
                </a:solidFill>
                <a:latin typeface="Nimbus Sans Narrow"/>
                <a:ea typeface="Nimbus Sans Narrow"/>
                <a:cs typeface="Nimbus Sans Narrow"/>
              </a:defRPr>
            </a:lvl8pPr>
            <a:lvl9pPr algn="ctr">
              <a:defRPr sz="2100" b="1">
                <a:solidFill>
                  <a:srgbClr val="FFFFFF"/>
                </a:solidFill>
                <a:latin typeface="Nimbus Sans Narrow"/>
                <a:ea typeface="Nimbus Sans Narrow"/>
                <a:cs typeface="Nimbus Sans Narrow"/>
              </a:defRPr>
            </a:lvl9pPr>
          </a:lstStyle>
          <a:p>
            <a:pPr algn="ctr">
              <a:defRPr sz="2100" b="1">
                <a:solidFill>
                  <a:srgbClr val="FFFFFF"/>
                </a:solidFill>
                <a:latin typeface="Nimbus Sans Narrow"/>
                <a:ea typeface="Nimbus Sans Narrow"/>
                <a:cs typeface="Nimbus Sans Narrow"/>
              </a:defRPr>
            </a:pPr>
            <a:r>
              <a:rPr sz="2100" b="1">
                <a:solidFill>
                  <a:srgbClr val="FFFFFF"/>
                </a:solidFill>
                <a:latin typeface="Nimbus Sans Narrow"/>
                <a:ea typeface="Nimbus Sans Narrow"/>
                <a:cs typeface="Nimbus Sans Narrow"/>
              </a:rPr>
              <a:t>1</a:t>
            </a:r>
          </a:p>
        </p:txBody>
      </p:sp>
      <p:sp>
        <p:nvSpPr>
          <p:cNvPr id="5" name="variant-label-0">
            <a:extLst>
              <a:ext uri="{FF2B5EF4-FFF2-40B4-BE49-F238E27FC236}">
                <a16:creationId xmlns:a16="http://schemas.microsoft.com/office/drawing/2014/main" id="{162BED22-9335-4EC6-AE77-CBC94D72FE63}"/>
              </a:ext>
            </a:extLst>
          </p:cNvPr>
          <p:cNvSpPr>
            <a:spLocks noGrp="1"/>
          </p:cNvSpPr>
          <p:nvPr/>
        </p:nvSpPr>
        <p:spPr>
          <a:xfrm>
            <a:off x="1809750" y="1200150"/>
            <a:ext cx="2667000" cy="266700"/>
          </a:xfrm>
          <a:prstGeom prst="rect">
            <a:avLst/>
          </a:prstGeom>
          <a:noFill/>
          <a:ln w="0">
            <a:noFill/>
            <a:prstDash val="solid"/>
          </a:ln>
        </p:spPr>
        <p:txBody>
          <a:bodyPr lIns="0" tIns="0" rIns="0" bIns="0" anchor="ctr"/>
          <a:lstStyle>
            <a:defPPr algn="l">
              <a:defRPr sz="1425" b="1">
                <a:solidFill>
                  <a:srgbClr val="0B69E8"/>
                </a:solidFill>
                <a:latin typeface="Nimbus Sans Narrow"/>
                <a:ea typeface="Nimbus Sans Narrow"/>
                <a:cs typeface="Nimbus Sans Narrow"/>
              </a:defRPr>
            </a:defPPr>
            <a:lvl1pPr algn="l">
              <a:defRPr sz="1425" b="1">
                <a:solidFill>
                  <a:srgbClr val="0B69E8"/>
                </a:solidFill>
                <a:latin typeface="Nimbus Sans Narrow"/>
                <a:ea typeface="Nimbus Sans Narrow"/>
                <a:cs typeface="Nimbus Sans Narrow"/>
              </a:defRPr>
            </a:lvl1pPr>
            <a:lvl2pPr algn="l">
              <a:defRPr sz="1425" b="1">
                <a:solidFill>
                  <a:srgbClr val="0B69E8"/>
                </a:solidFill>
                <a:latin typeface="Nimbus Sans Narrow"/>
                <a:ea typeface="Nimbus Sans Narrow"/>
                <a:cs typeface="Nimbus Sans Narrow"/>
              </a:defRPr>
            </a:lvl2pPr>
            <a:lvl3pPr algn="l">
              <a:defRPr sz="1425" b="1">
                <a:solidFill>
                  <a:srgbClr val="0B69E8"/>
                </a:solidFill>
                <a:latin typeface="Nimbus Sans Narrow"/>
                <a:ea typeface="Nimbus Sans Narrow"/>
                <a:cs typeface="Nimbus Sans Narrow"/>
              </a:defRPr>
            </a:lvl3pPr>
            <a:lvl4pPr algn="l">
              <a:defRPr sz="1425" b="1">
                <a:solidFill>
                  <a:srgbClr val="0B69E8"/>
                </a:solidFill>
                <a:latin typeface="Nimbus Sans Narrow"/>
                <a:ea typeface="Nimbus Sans Narrow"/>
                <a:cs typeface="Nimbus Sans Narrow"/>
              </a:defRPr>
            </a:lvl4pPr>
            <a:lvl5pPr algn="l">
              <a:defRPr sz="1425" b="1">
                <a:solidFill>
                  <a:srgbClr val="0B69E8"/>
                </a:solidFill>
                <a:latin typeface="Nimbus Sans Narrow"/>
                <a:ea typeface="Nimbus Sans Narrow"/>
                <a:cs typeface="Nimbus Sans Narrow"/>
              </a:defRPr>
            </a:lvl5pPr>
            <a:lvl6pPr algn="l">
              <a:defRPr sz="1425" b="1">
                <a:solidFill>
                  <a:srgbClr val="0B69E8"/>
                </a:solidFill>
                <a:latin typeface="Nimbus Sans Narrow"/>
                <a:ea typeface="Nimbus Sans Narrow"/>
                <a:cs typeface="Nimbus Sans Narrow"/>
              </a:defRPr>
            </a:lvl6pPr>
            <a:lvl7pPr algn="l">
              <a:defRPr sz="1425" b="1">
                <a:solidFill>
                  <a:srgbClr val="0B69E8"/>
                </a:solidFill>
                <a:latin typeface="Nimbus Sans Narrow"/>
                <a:ea typeface="Nimbus Sans Narrow"/>
                <a:cs typeface="Nimbus Sans Narrow"/>
              </a:defRPr>
            </a:lvl7pPr>
            <a:lvl8pPr algn="l">
              <a:defRPr sz="1425" b="1">
                <a:solidFill>
                  <a:srgbClr val="0B69E8"/>
                </a:solidFill>
                <a:latin typeface="Nimbus Sans Narrow"/>
                <a:ea typeface="Nimbus Sans Narrow"/>
                <a:cs typeface="Nimbus Sans Narrow"/>
              </a:defRPr>
            </a:lvl8pPr>
            <a:lvl9pPr algn="l">
              <a:defRPr sz="1425" b="1">
                <a:solidFill>
                  <a:srgbClr val="0B69E8"/>
                </a:solidFill>
                <a:latin typeface="Nimbus Sans Narrow"/>
                <a:ea typeface="Nimbus Sans Narrow"/>
                <a:cs typeface="Nimbus Sans Narrow"/>
              </a:defRPr>
            </a:lvl9pPr>
          </a:lstStyle>
          <a:p>
            <a:pPr algn="l">
              <a:defRPr sz="1425" b="1">
                <a:solidFill>
                  <a:srgbClr val="0B69E8"/>
                </a:solidFill>
                <a:latin typeface="Nimbus Sans Narrow"/>
                <a:ea typeface="Nimbus Sans Narrow"/>
                <a:cs typeface="Nimbus Sans Narrow"/>
              </a:defRPr>
            </a:pPr>
            <a:r>
              <a:rPr sz="1425" b="1">
                <a:solidFill>
                  <a:srgbClr val="0B69E8"/>
                </a:solidFill>
                <a:latin typeface="Nimbus Sans Narrow"/>
                <a:ea typeface="Nimbus Sans Narrow"/>
                <a:cs typeface="Nimbus Sans Narrow"/>
              </a:rPr>
              <a:t>OBSERVATION</a:t>
            </a:r>
          </a:p>
        </p:txBody>
      </p:sp>
      <p:sp>
        <p:nvSpPr>
          <p:cNvPr id="6" name="variant-claim-0">
            <a:extLst>
              <a:ext uri="{FF2B5EF4-FFF2-40B4-BE49-F238E27FC236}">
                <a16:creationId xmlns:a16="http://schemas.microsoft.com/office/drawing/2014/main" id="{36F2D78F-AE3A-40E2-97BA-37596ED6B846}"/>
              </a:ext>
            </a:extLst>
          </p:cNvPr>
          <p:cNvSpPr>
            <a:spLocks noGrp="1"/>
          </p:cNvSpPr>
          <p:nvPr/>
        </p:nvSpPr>
        <p:spPr>
          <a:xfrm>
            <a:off x="1809750" y="1533525"/>
            <a:ext cx="4095750" cy="476250"/>
          </a:xfrm>
          <a:prstGeom prst="rect">
            <a:avLst/>
          </a:prstGeom>
          <a:noFill/>
          <a:ln w="0">
            <a:noFill/>
            <a:prstDash val="solid"/>
          </a:ln>
        </p:spPr>
        <p:txBody>
          <a:bodyPr lIns="0" tIns="0" rIns="0" bIns="0" anchor="ctr"/>
          <a:lstStyle>
            <a:defPPr algn="l">
              <a:defRPr sz="2175" b="1">
                <a:solidFill>
                  <a:srgbClr val="070D3A"/>
                </a:solidFill>
                <a:latin typeface="Nimbus Sans Narrow"/>
                <a:ea typeface="Nimbus Sans Narrow"/>
                <a:cs typeface="Nimbus Sans Narrow"/>
              </a:defRPr>
            </a:defPPr>
            <a:lvl1pPr algn="l">
              <a:defRPr sz="2175" b="1">
                <a:solidFill>
                  <a:srgbClr val="070D3A"/>
                </a:solidFill>
                <a:latin typeface="Nimbus Sans Narrow"/>
                <a:ea typeface="Nimbus Sans Narrow"/>
                <a:cs typeface="Nimbus Sans Narrow"/>
              </a:defRPr>
            </a:lvl1pPr>
            <a:lvl2pPr algn="l">
              <a:defRPr sz="2175" b="1">
                <a:solidFill>
                  <a:srgbClr val="070D3A"/>
                </a:solidFill>
                <a:latin typeface="Nimbus Sans Narrow"/>
                <a:ea typeface="Nimbus Sans Narrow"/>
                <a:cs typeface="Nimbus Sans Narrow"/>
              </a:defRPr>
            </a:lvl2pPr>
            <a:lvl3pPr algn="l">
              <a:defRPr sz="2175" b="1">
                <a:solidFill>
                  <a:srgbClr val="070D3A"/>
                </a:solidFill>
                <a:latin typeface="Nimbus Sans Narrow"/>
                <a:ea typeface="Nimbus Sans Narrow"/>
                <a:cs typeface="Nimbus Sans Narrow"/>
              </a:defRPr>
            </a:lvl3pPr>
            <a:lvl4pPr algn="l">
              <a:defRPr sz="2175" b="1">
                <a:solidFill>
                  <a:srgbClr val="070D3A"/>
                </a:solidFill>
                <a:latin typeface="Nimbus Sans Narrow"/>
                <a:ea typeface="Nimbus Sans Narrow"/>
                <a:cs typeface="Nimbus Sans Narrow"/>
              </a:defRPr>
            </a:lvl4pPr>
            <a:lvl5pPr algn="l">
              <a:defRPr sz="2175" b="1">
                <a:solidFill>
                  <a:srgbClr val="070D3A"/>
                </a:solidFill>
                <a:latin typeface="Nimbus Sans Narrow"/>
                <a:ea typeface="Nimbus Sans Narrow"/>
                <a:cs typeface="Nimbus Sans Narrow"/>
              </a:defRPr>
            </a:lvl5pPr>
            <a:lvl6pPr algn="l">
              <a:defRPr sz="2175" b="1">
                <a:solidFill>
                  <a:srgbClr val="070D3A"/>
                </a:solidFill>
                <a:latin typeface="Nimbus Sans Narrow"/>
                <a:ea typeface="Nimbus Sans Narrow"/>
                <a:cs typeface="Nimbus Sans Narrow"/>
              </a:defRPr>
            </a:lvl6pPr>
            <a:lvl7pPr algn="l">
              <a:defRPr sz="2175" b="1">
                <a:solidFill>
                  <a:srgbClr val="070D3A"/>
                </a:solidFill>
                <a:latin typeface="Nimbus Sans Narrow"/>
                <a:ea typeface="Nimbus Sans Narrow"/>
                <a:cs typeface="Nimbus Sans Narrow"/>
              </a:defRPr>
            </a:lvl7pPr>
            <a:lvl8pPr algn="l">
              <a:defRPr sz="2175" b="1">
                <a:solidFill>
                  <a:srgbClr val="070D3A"/>
                </a:solidFill>
                <a:latin typeface="Nimbus Sans Narrow"/>
                <a:ea typeface="Nimbus Sans Narrow"/>
                <a:cs typeface="Nimbus Sans Narrow"/>
              </a:defRPr>
            </a:lvl8pPr>
            <a:lvl9pPr algn="l">
              <a:defRPr sz="2175" b="1">
                <a:solidFill>
                  <a:srgbClr val="070D3A"/>
                </a:solidFill>
                <a:latin typeface="Nimbus Sans Narrow"/>
                <a:ea typeface="Nimbus Sans Narrow"/>
                <a:cs typeface="Nimbus Sans Narrow"/>
              </a:defRPr>
            </a:lvl9pPr>
          </a:lstStyle>
          <a:p>
            <a:pPr algn="l">
              <a:defRPr sz="2175" b="1">
                <a:solidFill>
                  <a:srgbClr val="070D3A"/>
                </a:solidFill>
                <a:latin typeface="Nimbus Sans Narrow"/>
                <a:ea typeface="Nimbus Sans Narrow"/>
                <a:cs typeface="Nimbus Sans Narrow"/>
              </a:defRPr>
            </a:pPr>
            <a:r>
              <a:rPr sz="2175" b="1">
                <a:solidFill>
                  <a:srgbClr val="070D3A"/>
                </a:solidFill>
                <a:latin typeface="Nimbus Sans Narrow"/>
                <a:ea typeface="Nimbus Sans Narrow"/>
                <a:cs typeface="Nimbus Sans Narrow"/>
              </a:rPr>
              <a:t>Lineage frequency increases</a:t>
            </a:r>
          </a:p>
        </p:txBody>
      </p:sp>
      <p:sp>
        <p:nvSpPr>
          <p:cNvPr id="7" name="variant-test-0">
            <a:extLst>
              <a:ext uri="{FF2B5EF4-FFF2-40B4-BE49-F238E27FC236}">
                <a16:creationId xmlns:a16="http://schemas.microsoft.com/office/drawing/2014/main" id="{977DB9C5-3658-4B9F-BE1C-CC8BAE8966C5}"/>
              </a:ext>
            </a:extLst>
          </p:cNvPr>
          <p:cNvSpPr>
            <a:spLocks noGrp="1"/>
          </p:cNvSpPr>
          <p:nvPr/>
        </p:nvSpPr>
        <p:spPr>
          <a:xfrm>
            <a:off x="6229350" y="1371600"/>
            <a:ext cx="4762500" cy="742950"/>
          </a:xfrm>
          <a:prstGeom prst="rect">
            <a:avLst/>
          </a:prstGeom>
          <a:noFill/>
          <a:ln w="0">
            <a:noFill/>
            <a:prstDash val="solid"/>
          </a:ln>
        </p:spPr>
        <p:txBody>
          <a:bodyPr lIns="0" tIns="0" rIns="0" bIns="0" anchor="ctr"/>
          <a:lstStyle>
            <a:defPPr algn="l">
              <a:defRPr sz="1725" b="0">
                <a:solidFill>
                  <a:srgbClr val="718096"/>
                </a:solidFill>
                <a:latin typeface="Nimbus Sans Narrow"/>
                <a:ea typeface="Nimbus Sans Narrow"/>
                <a:cs typeface="Nimbus Sans Narrow"/>
              </a:defRPr>
            </a:defPPr>
            <a:lvl1pPr algn="l">
              <a:defRPr sz="1725" b="0">
                <a:solidFill>
                  <a:srgbClr val="718096"/>
                </a:solidFill>
                <a:latin typeface="Nimbus Sans Narrow"/>
                <a:ea typeface="Nimbus Sans Narrow"/>
                <a:cs typeface="Nimbus Sans Narrow"/>
              </a:defRPr>
            </a:lvl1pPr>
            <a:lvl2pPr algn="l">
              <a:defRPr sz="1725" b="0">
                <a:solidFill>
                  <a:srgbClr val="718096"/>
                </a:solidFill>
                <a:latin typeface="Nimbus Sans Narrow"/>
                <a:ea typeface="Nimbus Sans Narrow"/>
                <a:cs typeface="Nimbus Sans Narrow"/>
              </a:defRPr>
            </a:lvl2pPr>
            <a:lvl3pPr algn="l">
              <a:defRPr sz="1725" b="0">
                <a:solidFill>
                  <a:srgbClr val="718096"/>
                </a:solidFill>
                <a:latin typeface="Nimbus Sans Narrow"/>
                <a:ea typeface="Nimbus Sans Narrow"/>
                <a:cs typeface="Nimbus Sans Narrow"/>
              </a:defRPr>
            </a:lvl3pPr>
            <a:lvl4pPr algn="l">
              <a:defRPr sz="1725" b="0">
                <a:solidFill>
                  <a:srgbClr val="718096"/>
                </a:solidFill>
                <a:latin typeface="Nimbus Sans Narrow"/>
                <a:ea typeface="Nimbus Sans Narrow"/>
                <a:cs typeface="Nimbus Sans Narrow"/>
              </a:defRPr>
            </a:lvl4pPr>
            <a:lvl5pPr algn="l">
              <a:defRPr sz="1725" b="0">
                <a:solidFill>
                  <a:srgbClr val="718096"/>
                </a:solidFill>
                <a:latin typeface="Nimbus Sans Narrow"/>
                <a:ea typeface="Nimbus Sans Narrow"/>
                <a:cs typeface="Nimbus Sans Narrow"/>
              </a:defRPr>
            </a:lvl5pPr>
            <a:lvl6pPr algn="l">
              <a:defRPr sz="1725" b="0">
                <a:solidFill>
                  <a:srgbClr val="718096"/>
                </a:solidFill>
                <a:latin typeface="Nimbus Sans Narrow"/>
                <a:ea typeface="Nimbus Sans Narrow"/>
                <a:cs typeface="Nimbus Sans Narrow"/>
              </a:defRPr>
            </a:lvl6pPr>
            <a:lvl7pPr algn="l">
              <a:defRPr sz="1725" b="0">
                <a:solidFill>
                  <a:srgbClr val="718096"/>
                </a:solidFill>
                <a:latin typeface="Nimbus Sans Narrow"/>
                <a:ea typeface="Nimbus Sans Narrow"/>
                <a:cs typeface="Nimbus Sans Narrow"/>
              </a:defRPr>
            </a:lvl7pPr>
            <a:lvl8pPr algn="l">
              <a:defRPr sz="1725" b="0">
                <a:solidFill>
                  <a:srgbClr val="718096"/>
                </a:solidFill>
                <a:latin typeface="Nimbus Sans Narrow"/>
                <a:ea typeface="Nimbus Sans Narrow"/>
                <a:cs typeface="Nimbus Sans Narrow"/>
              </a:defRPr>
            </a:lvl8pPr>
            <a:lvl9pPr algn="l">
              <a:defRPr sz="1725" b="0">
                <a:solidFill>
                  <a:srgbClr val="718096"/>
                </a:solidFill>
                <a:latin typeface="Nimbus Sans Narrow"/>
                <a:ea typeface="Nimbus Sans Narrow"/>
                <a:cs typeface="Nimbus Sans Narrow"/>
              </a:defRPr>
            </a:lvl9pPr>
          </a:lstStyle>
          <a:p>
            <a:pPr algn="l">
              <a:defRPr sz="1725" b="0">
                <a:solidFill>
                  <a:srgbClr val="718096"/>
                </a:solidFill>
                <a:latin typeface="Nimbus Sans Narrow"/>
                <a:ea typeface="Nimbus Sans Narrow"/>
                <a:cs typeface="Nimbus Sans Narrow"/>
              </a:defRPr>
            </a:pPr>
            <a:r>
              <a:rPr sz="1725" b="0">
                <a:solidFill>
                  <a:srgbClr val="718096"/>
                </a:solidFill>
                <a:latin typeface="Nimbus Sans Narrow"/>
                <a:ea typeface="Nimbus Sans Narrow"/>
                <a:cs typeface="Nimbus Sans Narrow"/>
              </a:rPr>
              <a:t>Check sampling, geography, founder effects, and denominators</a:t>
            </a:r>
          </a:p>
        </p:txBody>
      </p:sp>
      <p:sp>
        <p:nvSpPr>
          <p:cNvPr id="8" name="variant-link-0">
            <a:extLst>
              <a:ext uri="{FF2B5EF4-FFF2-40B4-BE49-F238E27FC236}">
                <a16:creationId xmlns:a16="http://schemas.microsoft.com/office/drawing/2014/main" id="{F242114A-301B-4EAB-803C-2B2A2118A6B7}"/>
              </a:ext>
            </a:extLst>
          </p:cNvPr>
          <p:cNvSpPr>
            <a:spLocks noGrp="1"/>
          </p:cNvSpPr>
          <p:nvPr/>
        </p:nvSpPr>
        <p:spPr>
          <a:xfrm>
            <a:off x="1257300" y="2009775"/>
            <a:ext cx="953" cy="571500"/>
          </a:xfrm>
          <a:custGeom>
            <a:avLst/>
            <a:gdLst/>
            <a:ahLst/>
            <a:cxnLst/>
            <a:rect l="0" t="0" r="0" b="0"/>
            <a:pathLst>
              <a:path w="953" h="571500">
                <a:moveTo>
                  <a:pt x="0" y="0"/>
                </a:moveTo>
                <a:lnTo>
                  <a:pt x="0" y="571500"/>
                </a:lnTo>
              </a:path>
            </a:pathLst>
          </a:custGeom>
          <a:noFill/>
          <a:ln w="47625">
            <a:solidFill>
              <a:srgbClr val="D9E2EC"/>
            </a:solidFill>
            <a:prstDash val="solid"/>
          </a:ln>
        </p:spPr>
        <p:txBody>
          <a:bodyPr/>
          <a:lstStyle/>
          <a:p>
            <a:endParaRPr lang="en-US"/>
          </a:p>
        </p:txBody>
      </p:sp>
      <p:sp>
        <p:nvSpPr>
          <p:cNvPr id="9" name="variant-n-1">
            <a:extLst>
              <a:ext uri="{FF2B5EF4-FFF2-40B4-BE49-F238E27FC236}">
                <a16:creationId xmlns:a16="http://schemas.microsoft.com/office/drawing/2014/main" id="{0794FD3C-D03F-4102-A9B5-3C68489F9C80}"/>
              </a:ext>
            </a:extLst>
          </p:cNvPr>
          <p:cNvSpPr>
            <a:spLocks noGrp="1"/>
          </p:cNvSpPr>
          <p:nvPr/>
        </p:nvSpPr>
        <p:spPr>
          <a:xfrm>
            <a:off x="952500" y="2857500"/>
            <a:ext cx="609600" cy="609600"/>
          </a:xfrm>
          <a:prstGeom prst="ellipse">
            <a:avLst/>
          </a:prstGeom>
          <a:solidFill>
            <a:srgbClr val="F4510B"/>
          </a:solidFill>
          <a:ln w="28575">
            <a:solidFill>
              <a:srgbClr val="FFFFFF"/>
            </a:solidFill>
            <a:prstDash val="solid"/>
          </a:ln>
        </p:spPr>
        <p:txBody>
          <a:bodyPr/>
          <a:lstStyle/>
          <a:p>
            <a:endParaRPr lang="en-US"/>
          </a:p>
        </p:txBody>
      </p:sp>
      <p:sp>
        <p:nvSpPr>
          <p:cNvPr id="10" name="variant-ntext-1">
            <a:extLst>
              <a:ext uri="{FF2B5EF4-FFF2-40B4-BE49-F238E27FC236}">
                <a16:creationId xmlns:a16="http://schemas.microsoft.com/office/drawing/2014/main" id="{BB4D5460-327E-4976-B414-657F6E6A6232}"/>
              </a:ext>
            </a:extLst>
          </p:cNvPr>
          <p:cNvSpPr>
            <a:spLocks noGrp="1"/>
          </p:cNvSpPr>
          <p:nvPr/>
        </p:nvSpPr>
        <p:spPr>
          <a:xfrm>
            <a:off x="990600" y="2895600"/>
            <a:ext cx="533400" cy="533400"/>
          </a:xfrm>
          <a:prstGeom prst="rect">
            <a:avLst/>
          </a:prstGeom>
          <a:noFill/>
          <a:ln w="0">
            <a:noFill/>
            <a:prstDash val="solid"/>
          </a:ln>
        </p:spPr>
        <p:txBody>
          <a:bodyPr lIns="0" tIns="0" rIns="0" bIns="0" anchor="ctr"/>
          <a:lstStyle>
            <a:defPPr algn="ctr">
              <a:defRPr sz="2100" b="1">
                <a:solidFill>
                  <a:srgbClr val="FFFFFF"/>
                </a:solidFill>
                <a:latin typeface="Nimbus Sans Narrow"/>
                <a:ea typeface="Nimbus Sans Narrow"/>
                <a:cs typeface="Nimbus Sans Narrow"/>
              </a:defRPr>
            </a:defPPr>
            <a:lvl1pPr algn="ctr">
              <a:defRPr sz="2100" b="1">
                <a:solidFill>
                  <a:srgbClr val="FFFFFF"/>
                </a:solidFill>
                <a:latin typeface="Nimbus Sans Narrow"/>
                <a:ea typeface="Nimbus Sans Narrow"/>
                <a:cs typeface="Nimbus Sans Narrow"/>
              </a:defRPr>
            </a:lvl1pPr>
            <a:lvl2pPr algn="ctr">
              <a:defRPr sz="2100" b="1">
                <a:solidFill>
                  <a:srgbClr val="FFFFFF"/>
                </a:solidFill>
                <a:latin typeface="Nimbus Sans Narrow"/>
                <a:ea typeface="Nimbus Sans Narrow"/>
                <a:cs typeface="Nimbus Sans Narrow"/>
              </a:defRPr>
            </a:lvl2pPr>
            <a:lvl3pPr algn="ctr">
              <a:defRPr sz="2100" b="1">
                <a:solidFill>
                  <a:srgbClr val="FFFFFF"/>
                </a:solidFill>
                <a:latin typeface="Nimbus Sans Narrow"/>
                <a:ea typeface="Nimbus Sans Narrow"/>
                <a:cs typeface="Nimbus Sans Narrow"/>
              </a:defRPr>
            </a:lvl3pPr>
            <a:lvl4pPr algn="ctr">
              <a:defRPr sz="2100" b="1">
                <a:solidFill>
                  <a:srgbClr val="FFFFFF"/>
                </a:solidFill>
                <a:latin typeface="Nimbus Sans Narrow"/>
                <a:ea typeface="Nimbus Sans Narrow"/>
                <a:cs typeface="Nimbus Sans Narrow"/>
              </a:defRPr>
            </a:lvl4pPr>
            <a:lvl5pPr algn="ctr">
              <a:defRPr sz="2100" b="1">
                <a:solidFill>
                  <a:srgbClr val="FFFFFF"/>
                </a:solidFill>
                <a:latin typeface="Nimbus Sans Narrow"/>
                <a:ea typeface="Nimbus Sans Narrow"/>
                <a:cs typeface="Nimbus Sans Narrow"/>
              </a:defRPr>
            </a:lvl5pPr>
            <a:lvl6pPr algn="ctr">
              <a:defRPr sz="2100" b="1">
                <a:solidFill>
                  <a:srgbClr val="FFFFFF"/>
                </a:solidFill>
                <a:latin typeface="Nimbus Sans Narrow"/>
                <a:ea typeface="Nimbus Sans Narrow"/>
                <a:cs typeface="Nimbus Sans Narrow"/>
              </a:defRPr>
            </a:lvl6pPr>
            <a:lvl7pPr algn="ctr">
              <a:defRPr sz="2100" b="1">
                <a:solidFill>
                  <a:srgbClr val="FFFFFF"/>
                </a:solidFill>
                <a:latin typeface="Nimbus Sans Narrow"/>
                <a:ea typeface="Nimbus Sans Narrow"/>
                <a:cs typeface="Nimbus Sans Narrow"/>
              </a:defRPr>
            </a:lvl7pPr>
            <a:lvl8pPr algn="ctr">
              <a:defRPr sz="2100" b="1">
                <a:solidFill>
                  <a:srgbClr val="FFFFFF"/>
                </a:solidFill>
                <a:latin typeface="Nimbus Sans Narrow"/>
                <a:ea typeface="Nimbus Sans Narrow"/>
                <a:cs typeface="Nimbus Sans Narrow"/>
              </a:defRPr>
            </a:lvl8pPr>
            <a:lvl9pPr algn="ctr">
              <a:defRPr sz="2100" b="1">
                <a:solidFill>
                  <a:srgbClr val="FFFFFF"/>
                </a:solidFill>
                <a:latin typeface="Nimbus Sans Narrow"/>
                <a:ea typeface="Nimbus Sans Narrow"/>
                <a:cs typeface="Nimbus Sans Narrow"/>
              </a:defRPr>
            </a:lvl9pPr>
          </a:lstStyle>
          <a:p>
            <a:pPr algn="ctr">
              <a:defRPr sz="2100" b="1">
                <a:solidFill>
                  <a:srgbClr val="FFFFFF"/>
                </a:solidFill>
                <a:latin typeface="Nimbus Sans Narrow"/>
                <a:ea typeface="Nimbus Sans Narrow"/>
                <a:cs typeface="Nimbus Sans Narrow"/>
              </a:defRPr>
            </a:pPr>
            <a:r>
              <a:rPr sz="2100" b="1">
                <a:solidFill>
                  <a:srgbClr val="FFFFFF"/>
                </a:solidFill>
                <a:latin typeface="Nimbus Sans Narrow"/>
                <a:ea typeface="Nimbus Sans Narrow"/>
                <a:cs typeface="Nimbus Sans Narrow"/>
              </a:rPr>
              <a:t>2</a:t>
            </a:r>
          </a:p>
        </p:txBody>
      </p:sp>
      <p:sp>
        <p:nvSpPr>
          <p:cNvPr id="11" name="variant-label-1">
            <a:extLst>
              <a:ext uri="{FF2B5EF4-FFF2-40B4-BE49-F238E27FC236}">
                <a16:creationId xmlns:a16="http://schemas.microsoft.com/office/drawing/2014/main" id="{8B8677F3-9E1E-478C-8DFD-5824C9559AAC}"/>
              </a:ext>
            </a:extLst>
          </p:cNvPr>
          <p:cNvSpPr>
            <a:spLocks noGrp="1"/>
          </p:cNvSpPr>
          <p:nvPr/>
        </p:nvSpPr>
        <p:spPr>
          <a:xfrm>
            <a:off x="1809750" y="2667000"/>
            <a:ext cx="2667000" cy="266700"/>
          </a:xfrm>
          <a:prstGeom prst="rect">
            <a:avLst/>
          </a:prstGeom>
          <a:noFill/>
          <a:ln w="0">
            <a:noFill/>
            <a:prstDash val="solid"/>
          </a:ln>
        </p:spPr>
        <p:txBody>
          <a:bodyPr lIns="0" tIns="0" rIns="0" bIns="0" anchor="ctr"/>
          <a:lstStyle>
            <a:defPPr algn="l">
              <a:defRPr sz="1425" b="1">
                <a:solidFill>
                  <a:srgbClr val="F4510B"/>
                </a:solidFill>
                <a:latin typeface="Nimbus Sans Narrow"/>
                <a:ea typeface="Nimbus Sans Narrow"/>
                <a:cs typeface="Nimbus Sans Narrow"/>
              </a:defRPr>
            </a:defPPr>
            <a:lvl1pPr algn="l">
              <a:defRPr sz="1425" b="1">
                <a:solidFill>
                  <a:srgbClr val="F4510B"/>
                </a:solidFill>
                <a:latin typeface="Nimbus Sans Narrow"/>
                <a:ea typeface="Nimbus Sans Narrow"/>
                <a:cs typeface="Nimbus Sans Narrow"/>
              </a:defRPr>
            </a:lvl1pPr>
            <a:lvl2pPr algn="l">
              <a:defRPr sz="1425" b="1">
                <a:solidFill>
                  <a:srgbClr val="F4510B"/>
                </a:solidFill>
                <a:latin typeface="Nimbus Sans Narrow"/>
                <a:ea typeface="Nimbus Sans Narrow"/>
                <a:cs typeface="Nimbus Sans Narrow"/>
              </a:defRPr>
            </a:lvl2pPr>
            <a:lvl3pPr algn="l">
              <a:defRPr sz="1425" b="1">
                <a:solidFill>
                  <a:srgbClr val="F4510B"/>
                </a:solidFill>
                <a:latin typeface="Nimbus Sans Narrow"/>
                <a:ea typeface="Nimbus Sans Narrow"/>
                <a:cs typeface="Nimbus Sans Narrow"/>
              </a:defRPr>
            </a:lvl3pPr>
            <a:lvl4pPr algn="l">
              <a:defRPr sz="1425" b="1">
                <a:solidFill>
                  <a:srgbClr val="F4510B"/>
                </a:solidFill>
                <a:latin typeface="Nimbus Sans Narrow"/>
                <a:ea typeface="Nimbus Sans Narrow"/>
                <a:cs typeface="Nimbus Sans Narrow"/>
              </a:defRPr>
            </a:lvl4pPr>
            <a:lvl5pPr algn="l">
              <a:defRPr sz="1425" b="1">
                <a:solidFill>
                  <a:srgbClr val="F4510B"/>
                </a:solidFill>
                <a:latin typeface="Nimbus Sans Narrow"/>
                <a:ea typeface="Nimbus Sans Narrow"/>
                <a:cs typeface="Nimbus Sans Narrow"/>
              </a:defRPr>
            </a:lvl5pPr>
            <a:lvl6pPr algn="l">
              <a:defRPr sz="1425" b="1">
                <a:solidFill>
                  <a:srgbClr val="F4510B"/>
                </a:solidFill>
                <a:latin typeface="Nimbus Sans Narrow"/>
                <a:ea typeface="Nimbus Sans Narrow"/>
                <a:cs typeface="Nimbus Sans Narrow"/>
              </a:defRPr>
            </a:lvl6pPr>
            <a:lvl7pPr algn="l">
              <a:defRPr sz="1425" b="1">
                <a:solidFill>
                  <a:srgbClr val="F4510B"/>
                </a:solidFill>
                <a:latin typeface="Nimbus Sans Narrow"/>
                <a:ea typeface="Nimbus Sans Narrow"/>
                <a:cs typeface="Nimbus Sans Narrow"/>
              </a:defRPr>
            </a:lvl7pPr>
            <a:lvl8pPr algn="l">
              <a:defRPr sz="1425" b="1">
                <a:solidFill>
                  <a:srgbClr val="F4510B"/>
                </a:solidFill>
                <a:latin typeface="Nimbus Sans Narrow"/>
                <a:ea typeface="Nimbus Sans Narrow"/>
                <a:cs typeface="Nimbus Sans Narrow"/>
              </a:defRPr>
            </a:lvl8pPr>
            <a:lvl9pPr algn="l">
              <a:defRPr sz="1425" b="1">
                <a:solidFill>
                  <a:srgbClr val="F4510B"/>
                </a:solidFill>
                <a:latin typeface="Nimbus Sans Narrow"/>
                <a:ea typeface="Nimbus Sans Narrow"/>
                <a:cs typeface="Nimbus Sans Narrow"/>
              </a:defRPr>
            </a:lvl9pPr>
          </a:lstStyle>
          <a:p>
            <a:pPr algn="l">
              <a:defRPr sz="1425" b="1">
                <a:solidFill>
                  <a:srgbClr val="F4510B"/>
                </a:solidFill>
                <a:latin typeface="Nimbus Sans Narrow"/>
                <a:ea typeface="Nimbus Sans Narrow"/>
                <a:cs typeface="Nimbus Sans Narrow"/>
              </a:defRPr>
            </a:pPr>
            <a:r>
              <a:rPr sz="1425" b="1">
                <a:solidFill>
                  <a:srgbClr val="F4510B"/>
                </a:solidFill>
                <a:latin typeface="Nimbus Sans Narrow"/>
                <a:ea typeface="Nimbus Sans Narrow"/>
                <a:cs typeface="Nimbus Sans Narrow"/>
              </a:rPr>
              <a:t>BIOLOGICAL INFERENCE</a:t>
            </a:r>
          </a:p>
        </p:txBody>
      </p:sp>
      <p:sp>
        <p:nvSpPr>
          <p:cNvPr id="12" name="variant-claim-1">
            <a:extLst>
              <a:ext uri="{FF2B5EF4-FFF2-40B4-BE49-F238E27FC236}">
                <a16:creationId xmlns:a16="http://schemas.microsoft.com/office/drawing/2014/main" id="{BA201BD7-921C-440B-B052-35A4F1C7D15F}"/>
              </a:ext>
            </a:extLst>
          </p:cNvPr>
          <p:cNvSpPr>
            <a:spLocks noGrp="1"/>
          </p:cNvSpPr>
          <p:nvPr/>
        </p:nvSpPr>
        <p:spPr>
          <a:xfrm>
            <a:off x="1809750" y="3000375"/>
            <a:ext cx="4095750" cy="476250"/>
          </a:xfrm>
          <a:prstGeom prst="rect">
            <a:avLst/>
          </a:prstGeom>
          <a:noFill/>
          <a:ln w="0">
            <a:noFill/>
            <a:prstDash val="solid"/>
          </a:ln>
        </p:spPr>
        <p:txBody>
          <a:bodyPr lIns="0" tIns="0" rIns="0" bIns="0" anchor="ctr"/>
          <a:lstStyle>
            <a:defPPr algn="l">
              <a:defRPr sz="2175" b="1">
                <a:solidFill>
                  <a:srgbClr val="070D3A"/>
                </a:solidFill>
                <a:latin typeface="Nimbus Sans Narrow"/>
                <a:ea typeface="Nimbus Sans Narrow"/>
                <a:cs typeface="Nimbus Sans Narrow"/>
              </a:defRPr>
            </a:defPPr>
            <a:lvl1pPr algn="l">
              <a:defRPr sz="2175" b="1">
                <a:solidFill>
                  <a:srgbClr val="070D3A"/>
                </a:solidFill>
                <a:latin typeface="Nimbus Sans Narrow"/>
                <a:ea typeface="Nimbus Sans Narrow"/>
                <a:cs typeface="Nimbus Sans Narrow"/>
              </a:defRPr>
            </a:lvl1pPr>
            <a:lvl2pPr algn="l">
              <a:defRPr sz="2175" b="1">
                <a:solidFill>
                  <a:srgbClr val="070D3A"/>
                </a:solidFill>
                <a:latin typeface="Nimbus Sans Narrow"/>
                <a:ea typeface="Nimbus Sans Narrow"/>
                <a:cs typeface="Nimbus Sans Narrow"/>
              </a:defRPr>
            </a:lvl2pPr>
            <a:lvl3pPr algn="l">
              <a:defRPr sz="2175" b="1">
                <a:solidFill>
                  <a:srgbClr val="070D3A"/>
                </a:solidFill>
                <a:latin typeface="Nimbus Sans Narrow"/>
                <a:ea typeface="Nimbus Sans Narrow"/>
                <a:cs typeface="Nimbus Sans Narrow"/>
              </a:defRPr>
            </a:lvl3pPr>
            <a:lvl4pPr algn="l">
              <a:defRPr sz="2175" b="1">
                <a:solidFill>
                  <a:srgbClr val="070D3A"/>
                </a:solidFill>
                <a:latin typeface="Nimbus Sans Narrow"/>
                <a:ea typeface="Nimbus Sans Narrow"/>
                <a:cs typeface="Nimbus Sans Narrow"/>
              </a:defRPr>
            </a:lvl4pPr>
            <a:lvl5pPr algn="l">
              <a:defRPr sz="2175" b="1">
                <a:solidFill>
                  <a:srgbClr val="070D3A"/>
                </a:solidFill>
                <a:latin typeface="Nimbus Sans Narrow"/>
                <a:ea typeface="Nimbus Sans Narrow"/>
                <a:cs typeface="Nimbus Sans Narrow"/>
              </a:defRPr>
            </a:lvl5pPr>
            <a:lvl6pPr algn="l">
              <a:defRPr sz="2175" b="1">
                <a:solidFill>
                  <a:srgbClr val="070D3A"/>
                </a:solidFill>
                <a:latin typeface="Nimbus Sans Narrow"/>
                <a:ea typeface="Nimbus Sans Narrow"/>
                <a:cs typeface="Nimbus Sans Narrow"/>
              </a:defRPr>
            </a:lvl6pPr>
            <a:lvl7pPr algn="l">
              <a:defRPr sz="2175" b="1">
                <a:solidFill>
                  <a:srgbClr val="070D3A"/>
                </a:solidFill>
                <a:latin typeface="Nimbus Sans Narrow"/>
                <a:ea typeface="Nimbus Sans Narrow"/>
                <a:cs typeface="Nimbus Sans Narrow"/>
              </a:defRPr>
            </a:lvl7pPr>
            <a:lvl8pPr algn="l">
              <a:defRPr sz="2175" b="1">
                <a:solidFill>
                  <a:srgbClr val="070D3A"/>
                </a:solidFill>
                <a:latin typeface="Nimbus Sans Narrow"/>
                <a:ea typeface="Nimbus Sans Narrow"/>
                <a:cs typeface="Nimbus Sans Narrow"/>
              </a:defRPr>
            </a:lvl8pPr>
            <a:lvl9pPr algn="l">
              <a:defRPr sz="2175" b="1">
                <a:solidFill>
                  <a:srgbClr val="070D3A"/>
                </a:solidFill>
                <a:latin typeface="Nimbus Sans Narrow"/>
                <a:ea typeface="Nimbus Sans Narrow"/>
                <a:cs typeface="Nimbus Sans Narrow"/>
              </a:defRPr>
            </a:lvl9pPr>
          </a:lstStyle>
          <a:p>
            <a:pPr algn="l">
              <a:defRPr sz="2175" b="1">
                <a:solidFill>
                  <a:srgbClr val="070D3A"/>
                </a:solidFill>
                <a:latin typeface="Nimbus Sans Narrow"/>
                <a:ea typeface="Nimbus Sans Narrow"/>
                <a:cs typeface="Nimbus Sans Narrow"/>
              </a:defRPr>
            </a:pPr>
            <a:r>
              <a:rPr sz="2175" b="1">
                <a:solidFill>
                  <a:srgbClr val="070D3A"/>
                </a:solidFill>
                <a:latin typeface="Nimbus Sans Narrow"/>
                <a:ea typeface="Nimbus Sans Narrow"/>
                <a:cs typeface="Nimbus Sans Narrow"/>
              </a:rPr>
              <a:t>A phenotype may explain growth</a:t>
            </a:r>
          </a:p>
        </p:txBody>
      </p:sp>
      <p:sp>
        <p:nvSpPr>
          <p:cNvPr id="13" name="variant-test-1">
            <a:extLst>
              <a:ext uri="{FF2B5EF4-FFF2-40B4-BE49-F238E27FC236}">
                <a16:creationId xmlns:a16="http://schemas.microsoft.com/office/drawing/2014/main" id="{A07ED644-9CEF-4AFC-B5A5-368AF1E6CD55}"/>
              </a:ext>
            </a:extLst>
          </p:cNvPr>
          <p:cNvSpPr>
            <a:spLocks noGrp="1"/>
          </p:cNvSpPr>
          <p:nvPr/>
        </p:nvSpPr>
        <p:spPr>
          <a:xfrm>
            <a:off x="6229350" y="2838450"/>
            <a:ext cx="4762500" cy="742950"/>
          </a:xfrm>
          <a:prstGeom prst="rect">
            <a:avLst/>
          </a:prstGeom>
          <a:noFill/>
          <a:ln w="0">
            <a:noFill/>
            <a:prstDash val="solid"/>
          </a:ln>
        </p:spPr>
        <p:txBody>
          <a:bodyPr lIns="0" tIns="0" rIns="0" bIns="0" anchor="ctr"/>
          <a:lstStyle>
            <a:defPPr algn="l">
              <a:defRPr sz="1725" b="0">
                <a:solidFill>
                  <a:srgbClr val="718096"/>
                </a:solidFill>
                <a:latin typeface="Nimbus Sans Narrow"/>
                <a:ea typeface="Nimbus Sans Narrow"/>
                <a:cs typeface="Nimbus Sans Narrow"/>
              </a:defRPr>
            </a:defPPr>
            <a:lvl1pPr algn="l">
              <a:defRPr sz="1725" b="0">
                <a:solidFill>
                  <a:srgbClr val="718096"/>
                </a:solidFill>
                <a:latin typeface="Nimbus Sans Narrow"/>
                <a:ea typeface="Nimbus Sans Narrow"/>
                <a:cs typeface="Nimbus Sans Narrow"/>
              </a:defRPr>
            </a:lvl1pPr>
            <a:lvl2pPr algn="l">
              <a:defRPr sz="1725" b="0">
                <a:solidFill>
                  <a:srgbClr val="718096"/>
                </a:solidFill>
                <a:latin typeface="Nimbus Sans Narrow"/>
                <a:ea typeface="Nimbus Sans Narrow"/>
                <a:cs typeface="Nimbus Sans Narrow"/>
              </a:defRPr>
            </a:lvl2pPr>
            <a:lvl3pPr algn="l">
              <a:defRPr sz="1725" b="0">
                <a:solidFill>
                  <a:srgbClr val="718096"/>
                </a:solidFill>
                <a:latin typeface="Nimbus Sans Narrow"/>
                <a:ea typeface="Nimbus Sans Narrow"/>
                <a:cs typeface="Nimbus Sans Narrow"/>
              </a:defRPr>
            </a:lvl3pPr>
            <a:lvl4pPr algn="l">
              <a:defRPr sz="1725" b="0">
                <a:solidFill>
                  <a:srgbClr val="718096"/>
                </a:solidFill>
                <a:latin typeface="Nimbus Sans Narrow"/>
                <a:ea typeface="Nimbus Sans Narrow"/>
                <a:cs typeface="Nimbus Sans Narrow"/>
              </a:defRPr>
            </a:lvl4pPr>
            <a:lvl5pPr algn="l">
              <a:defRPr sz="1725" b="0">
                <a:solidFill>
                  <a:srgbClr val="718096"/>
                </a:solidFill>
                <a:latin typeface="Nimbus Sans Narrow"/>
                <a:ea typeface="Nimbus Sans Narrow"/>
                <a:cs typeface="Nimbus Sans Narrow"/>
              </a:defRPr>
            </a:lvl5pPr>
            <a:lvl6pPr algn="l">
              <a:defRPr sz="1725" b="0">
                <a:solidFill>
                  <a:srgbClr val="718096"/>
                </a:solidFill>
                <a:latin typeface="Nimbus Sans Narrow"/>
                <a:ea typeface="Nimbus Sans Narrow"/>
                <a:cs typeface="Nimbus Sans Narrow"/>
              </a:defRPr>
            </a:lvl6pPr>
            <a:lvl7pPr algn="l">
              <a:defRPr sz="1725" b="0">
                <a:solidFill>
                  <a:srgbClr val="718096"/>
                </a:solidFill>
                <a:latin typeface="Nimbus Sans Narrow"/>
                <a:ea typeface="Nimbus Sans Narrow"/>
                <a:cs typeface="Nimbus Sans Narrow"/>
              </a:defRPr>
            </a:lvl7pPr>
            <a:lvl8pPr algn="l">
              <a:defRPr sz="1725" b="0">
                <a:solidFill>
                  <a:srgbClr val="718096"/>
                </a:solidFill>
                <a:latin typeface="Nimbus Sans Narrow"/>
                <a:ea typeface="Nimbus Sans Narrow"/>
                <a:cs typeface="Nimbus Sans Narrow"/>
              </a:defRPr>
            </a:lvl8pPr>
            <a:lvl9pPr algn="l">
              <a:defRPr sz="1725" b="0">
                <a:solidFill>
                  <a:srgbClr val="718096"/>
                </a:solidFill>
                <a:latin typeface="Nimbus Sans Narrow"/>
                <a:ea typeface="Nimbus Sans Narrow"/>
                <a:cs typeface="Nimbus Sans Narrow"/>
              </a:defRPr>
            </a:lvl9pPr>
          </a:lstStyle>
          <a:p>
            <a:pPr algn="l">
              <a:defRPr sz="1725" b="0">
                <a:solidFill>
                  <a:srgbClr val="718096"/>
                </a:solidFill>
                <a:latin typeface="Nimbus Sans Narrow"/>
                <a:ea typeface="Nimbus Sans Narrow"/>
                <a:cs typeface="Nimbus Sans Narrow"/>
              </a:defRPr>
            </a:pPr>
            <a:r>
              <a:rPr sz="1725" b="0">
                <a:solidFill>
                  <a:srgbClr val="718096"/>
                </a:solidFill>
                <a:latin typeface="Nimbus Sans Narrow"/>
                <a:ea typeface="Nimbus Sans Narrow"/>
                <a:cs typeface="Nimbus Sans Narrow"/>
              </a:rPr>
              <a:t>Estimate growth advantage and test plausible mechanisms</a:t>
            </a:r>
          </a:p>
        </p:txBody>
      </p:sp>
      <p:sp>
        <p:nvSpPr>
          <p:cNvPr id="14" name="variant-link-1">
            <a:extLst>
              <a:ext uri="{FF2B5EF4-FFF2-40B4-BE49-F238E27FC236}">
                <a16:creationId xmlns:a16="http://schemas.microsoft.com/office/drawing/2014/main" id="{6A84CB43-F848-49A8-90C8-0C337FEA944C}"/>
              </a:ext>
            </a:extLst>
          </p:cNvPr>
          <p:cNvSpPr>
            <a:spLocks noGrp="1"/>
          </p:cNvSpPr>
          <p:nvPr/>
        </p:nvSpPr>
        <p:spPr>
          <a:xfrm>
            <a:off x="1257300" y="3476625"/>
            <a:ext cx="953" cy="571500"/>
          </a:xfrm>
          <a:custGeom>
            <a:avLst/>
            <a:gdLst/>
            <a:ahLst/>
            <a:cxnLst/>
            <a:rect l="0" t="0" r="0" b="0"/>
            <a:pathLst>
              <a:path w="953" h="571500">
                <a:moveTo>
                  <a:pt x="0" y="0"/>
                </a:moveTo>
                <a:lnTo>
                  <a:pt x="0" y="571500"/>
                </a:lnTo>
              </a:path>
            </a:pathLst>
          </a:custGeom>
          <a:noFill/>
          <a:ln w="47625">
            <a:solidFill>
              <a:srgbClr val="D9E2EC"/>
            </a:solidFill>
            <a:prstDash val="solid"/>
          </a:ln>
        </p:spPr>
        <p:txBody>
          <a:bodyPr/>
          <a:lstStyle/>
          <a:p>
            <a:endParaRPr lang="en-US"/>
          </a:p>
        </p:txBody>
      </p:sp>
      <p:sp>
        <p:nvSpPr>
          <p:cNvPr id="15" name="variant-n-2">
            <a:extLst>
              <a:ext uri="{FF2B5EF4-FFF2-40B4-BE49-F238E27FC236}">
                <a16:creationId xmlns:a16="http://schemas.microsoft.com/office/drawing/2014/main" id="{086B1A6C-8C65-4AE5-B6C3-A4E9FE1749BE}"/>
              </a:ext>
            </a:extLst>
          </p:cNvPr>
          <p:cNvSpPr>
            <a:spLocks noGrp="1"/>
          </p:cNvSpPr>
          <p:nvPr/>
        </p:nvSpPr>
        <p:spPr>
          <a:xfrm>
            <a:off x="952500" y="4324350"/>
            <a:ext cx="609600" cy="609600"/>
          </a:xfrm>
          <a:prstGeom prst="ellipse">
            <a:avLst/>
          </a:prstGeom>
          <a:solidFill>
            <a:srgbClr val="070D3A"/>
          </a:solidFill>
          <a:ln w="28575">
            <a:solidFill>
              <a:srgbClr val="FFFFFF"/>
            </a:solidFill>
            <a:prstDash val="solid"/>
          </a:ln>
        </p:spPr>
        <p:txBody>
          <a:bodyPr/>
          <a:lstStyle/>
          <a:p>
            <a:endParaRPr lang="en-US"/>
          </a:p>
        </p:txBody>
      </p:sp>
      <p:sp>
        <p:nvSpPr>
          <p:cNvPr id="16" name="variant-ntext-2">
            <a:extLst>
              <a:ext uri="{FF2B5EF4-FFF2-40B4-BE49-F238E27FC236}">
                <a16:creationId xmlns:a16="http://schemas.microsoft.com/office/drawing/2014/main" id="{CACC1AC5-7F8E-4CC4-9CA6-FB2B1D3032A5}"/>
              </a:ext>
            </a:extLst>
          </p:cNvPr>
          <p:cNvSpPr>
            <a:spLocks noGrp="1"/>
          </p:cNvSpPr>
          <p:nvPr/>
        </p:nvSpPr>
        <p:spPr>
          <a:xfrm>
            <a:off x="990600" y="4362450"/>
            <a:ext cx="533400" cy="533400"/>
          </a:xfrm>
          <a:prstGeom prst="rect">
            <a:avLst/>
          </a:prstGeom>
          <a:noFill/>
          <a:ln w="0">
            <a:noFill/>
            <a:prstDash val="solid"/>
          </a:ln>
        </p:spPr>
        <p:txBody>
          <a:bodyPr lIns="0" tIns="0" rIns="0" bIns="0" anchor="ctr"/>
          <a:lstStyle>
            <a:defPPr algn="ctr">
              <a:defRPr sz="2100" b="1">
                <a:solidFill>
                  <a:srgbClr val="FFFFFF"/>
                </a:solidFill>
                <a:latin typeface="Nimbus Sans Narrow"/>
                <a:ea typeface="Nimbus Sans Narrow"/>
                <a:cs typeface="Nimbus Sans Narrow"/>
              </a:defRPr>
            </a:defPPr>
            <a:lvl1pPr algn="ctr">
              <a:defRPr sz="2100" b="1">
                <a:solidFill>
                  <a:srgbClr val="FFFFFF"/>
                </a:solidFill>
                <a:latin typeface="Nimbus Sans Narrow"/>
                <a:ea typeface="Nimbus Sans Narrow"/>
                <a:cs typeface="Nimbus Sans Narrow"/>
              </a:defRPr>
            </a:lvl1pPr>
            <a:lvl2pPr algn="ctr">
              <a:defRPr sz="2100" b="1">
                <a:solidFill>
                  <a:srgbClr val="FFFFFF"/>
                </a:solidFill>
                <a:latin typeface="Nimbus Sans Narrow"/>
                <a:ea typeface="Nimbus Sans Narrow"/>
                <a:cs typeface="Nimbus Sans Narrow"/>
              </a:defRPr>
            </a:lvl2pPr>
            <a:lvl3pPr algn="ctr">
              <a:defRPr sz="2100" b="1">
                <a:solidFill>
                  <a:srgbClr val="FFFFFF"/>
                </a:solidFill>
                <a:latin typeface="Nimbus Sans Narrow"/>
                <a:ea typeface="Nimbus Sans Narrow"/>
                <a:cs typeface="Nimbus Sans Narrow"/>
              </a:defRPr>
            </a:lvl3pPr>
            <a:lvl4pPr algn="ctr">
              <a:defRPr sz="2100" b="1">
                <a:solidFill>
                  <a:srgbClr val="FFFFFF"/>
                </a:solidFill>
                <a:latin typeface="Nimbus Sans Narrow"/>
                <a:ea typeface="Nimbus Sans Narrow"/>
                <a:cs typeface="Nimbus Sans Narrow"/>
              </a:defRPr>
            </a:lvl4pPr>
            <a:lvl5pPr algn="ctr">
              <a:defRPr sz="2100" b="1">
                <a:solidFill>
                  <a:srgbClr val="FFFFFF"/>
                </a:solidFill>
                <a:latin typeface="Nimbus Sans Narrow"/>
                <a:ea typeface="Nimbus Sans Narrow"/>
                <a:cs typeface="Nimbus Sans Narrow"/>
              </a:defRPr>
            </a:lvl5pPr>
            <a:lvl6pPr algn="ctr">
              <a:defRPr sz="2100" b="1">
                <a:solidFill>
                  <a:srgbClr val="FFFFFF"/>
                </a:solidFill>
                <a:latin typeface="Nimbus Sans Narrow"/>
                <a:ea typeface="Nimbus Sans Narrow"/>
                <a:cs typeface="Nimbus Sans Narrow"/>
              </a:defRPr>
            </a:lvl6pPr>
            <a:lvl7pPr algn="ctr">
              <a:defRPr sz="2100" b="1">
                <a:solidFill>
                  <a:srgbClr val="FFFFFF"/>
                </a:solidFill>
                <a:latin typeface="Nimbus Sans Narrow"/>
                <a:ea typeface="Nimbus Sans Narrow"/>
                <a:cs typeface="Nimbus Sans Narrow"/>
              </a:defRPr>
            </a:lvl7pPr>
            <a:lvl8pPr algn="ctr">
              <a:defRPr sz="2100" b="1">
                <a:solidFill>
                  <a:srgbClr val="FFFFFF"/>
                </a:solidFill>
                <a:latin typeface="Nimbus Sans Narrow"/>
                <a:ea typeface="Nimbus Sans Narrow"/>
                <a:cs typeface="Nimbus Sans Narrow"/>
              </a:defRPr>
            </a:lvl8pPr>
            <a:lvl9pPr algn="ctr">
              <a:defRPr sz="2100" b="1">
                <a:solidFill>
                  <a:srgbClr val="FFFFFF"/>
                </a:solidFill>
                <a:latin typeface="Nimbus Sans Narrow"/>
                <a:ea typeface="Nimbus Sans Narrow"/>
                <a:cs typeface="Nimbus Sans Narrow"/>
              </a:defRPr>
            </a:lvl9pPr>
          </a:lstStyle>
          <a:p>
            <a:pPr algn="ctr">
              <a:defRPr sz="2100" b="1">
                <a:solidFill>
                  <a:srgbClr val="FFFFFF"/>
                </a:solidFill>
                <a:latin typeface="Nimbus Sans Narrow"/>
                <a:ea typeface="Nimbus Sans Narrow"/>
                <a:cs typeface="Nimbus Sans Narrow"/>
              </a:defRPr>
            </a:pPr>
            <a:r>
              <a:rPr sz="2100" b="1">
                <a:solidFill>
                  <a:srgbClr val="FFFFFF"/>
                </a:solidFill>
                <a:latin typeface="Nimbus Sans Narrow"/>
                <a:ea typeface="Nimbus Sans Narrow"/>
                <a:cs typeface="Nimbus Sans Narrow"/>
              </a:rPr>
              <a:t>3</a:t>
            </a:r>
          </a:p>
        </p:txBody>
      </p:sp>
      <p:sp>
        <p:nvSpPr>
          <p:cNvPr id="17" name="variant-label-2">
            <a:extLst>
              <a:ext uri="{FF2B5EF4-FFF2-40B4-BE49-F238E27FC236}">
                <a16:creationId xmlns:a16="http://schemas.microsoft.com/office/drawing/2014/main" id="{67F77B05-05FF-4762-BA80-13A42516BB0C}"/>
              </a:ext>
            </a:extLst>
          </p:cNvPr>
          <p:cNvSpPr>
            <a:spLocks noGrp="1"/>
          </p:cNvSpPr>
          <p:nvPr/>
        </p:nvSpPr>
        <p:spPr>
          <a:xfrm>
            <a:off x="1809750" y="4133850"/>
            <a:ext cx="2667000" cy="266700"/>
          </a:xfrm>
          <a:prstGeom prst="rect">
            <a:avLst/>
          </a:prstGeom>
          <a:noFill/>
          <a:ln w="0">
            <a:noFill/>
            <a:prstDash val="solid"/>
          </a:ln>
        </p:spPr>
        <p:txBody>
          <a:bodyPr lIns="0" tIns="0" rIns="0" bIns="0" anchor="ctr"/>
          <a:lstStyle>
            <a:defPPr algn="l">
              <a:defRPr sz="1425" b="1">
                <a:solidFill>
                  <a:srgbClr val="070D3A"/>
                </a:solidFill>
                <a:latin typeface="Nimbus Sans Narrow"/>
                <a:ea typeface="Nimbus Sans Narrow"/>
                <a:cs typeface="Nimbus Sans Narrow"/>
              </a:defRPr>
            </a:defPPr>
            <a:lvl1pPr algn="l">
              <a:defRPr sz="1425" b="1">
                <a:solidFill>
                  <a:srgbClr val="070D3A"/>
                </a:solidFill>
                <a:latin typeface="Nimbus Sans Narrow"/>
                <a:ea typeface="Nimbus Sans Narrow"/>
                <a:cs typeface="Nimbus Sans Narrow"/>
              </a:defRPr>
            </a:lvl1pPr>
            <a:lvl2pPr algn="l">
              <a:defRPr sz="1425" b="1">
                <a:solidFill>
                  <a:srgbClr val="070D3A"/>
                </a:solidFill>
                <a:latin typeface="Nimbus Sans Narrow"/>
                <a:ea typeface="Nimbus Sans Narrow"/>
                <a:cs typeface="Nimbus Sans Narrow"/>
              </a:defRPr>
            </a:lvl2pPr>
            <a:lvl3pPr algn="l">
              <a:defRPr sz="1425" b="1">
                <a:solidFill>
                  <a:srgbClr val="070D3A"/>
                </a:solidFill>
                <a:latin typeface="Nimbus Sans Narrow"/>
                <a:ea typeface="Nimbus Sans Narrow"/>
                <a:cs typeface="Nimbus Sans Narrow"/>
              </a:defRPr>
            </a:lvl3pPr>
            <a:lvl4pPr algn="l">
              <a:defRPr sz="1425" b="1">
                <a:solidFill>
                  <a:srgbClr val="070D3A"/>
                </a:solidFill>
                <a:latin typeface="Nimbus Sans Narrow"/>
                <a:ea typeface="Nimbus Sans Narrow"/>
                <a:cs typeface="Nimbus Sans Narrow"/>
              </a:defRPr>
            </a:lvl4pPr>
            <a:lvl5pPr algn="l">
              <a:defRPr sz="1425" b="1">
                <a:solidFill>
                  <a:srgbClr val="070D3A"/>
                </a:solidFill>
                <a:latin typeface="Nimbus Sans Narrow"/>
                <a:ea typeface="Nimbus Sans Narrow"/>
                <a:cs typeface="Nimbus Sans Narrow"/>
              </a:defRPr>
            </a:lvl5pPr>
            <a:lvl6pPr algn="l">
              <a:defRPr sz="1425" b="1">
                <a:solidFill>
                  <a:srgbClr val="070D3A"/>
                </a:solidFill>
                <a:latin typeface="Nimbus Sans Narrow"/>
                <a:ea typeface="Nimbus Sans Narrow"/>
                <a:cs typeface="Nimbus Sans Narrow"/>
              </a:defRPr>
            </a:lvl6pPr>
            <a:lvl7pPr algn="l">
              <a:defRPr sz="1425" b="1">
                <a:solidFill>
                  <a:srgbClr val="070D3A"/>
                </a:solidFill>
                <a:latin typeface="Nimbus Sans Narrow"/>
                <a:ea typeface="Nimbus Sans Narrow"/>
                <a:cs typeface="Nimbus Sans Narrow"/>
              </a:defRPr>
            </a:lvl7pPr>
            <a:lvl8pPr algn="l">
              <a:defRPr sz="1425" b="1">
                <a:solidFill>
                  <a:srgbClr val="070D3A"/>
                </a:solidFill>
                <a:latin typeface="Nimbus Sans Narrow"/>
                <a:ea typeface="Nimbus Sans Narrow"/>
                <a:cs typeface="Nimbus Sans Narrow"/>
              </a:defRPr>
            </a:lvl8pPr>
            <a:lvl9pPr algn="l">
              <a:defRPr sz="1425" b="1">
                <a:solidFill>
                  <a:srgbClr val="070D3A"/>
                </a:solidFill>
                <a:latin typeface="Nimbus Sans Narrow"/>
                <a:ea typeface="Nimbus Sans Narrow"/>
                <a:cs typeface="Nimbus Sans Narrow"/>
              </a:defRPr>
            </a:lvl9pPr>
          </a:lstStyle>
          <a:p>
            <a:pPr algn="l">
              <a:defRPr sz="1425" b="1">
                <a:solidFill>
                  <a:srgbClr val="070D3A"/>
                </a:solidFill>
                <a:latin typeface="Nimbus Sans Narrow"/>
                <a:ea typeface="Nimbus Sans Narrow"/>
                <a:cs typeface="Nimbus Sans Narrow"/>
              </a:defRPr>
            </a:pPr>
            <a:r>
              <a:rPr sz="1425" b="1">
                <a:solidFill>
                  <a:srgbClr val="070D3A"/>
                </a:solidFill>
                <a:latin typeface="Nimbus Sans Narrow"/>
                <a:ea typeface="Nimbus Sans Narrow"/>
                <a:cs typeface="Nimbus Sans Narrow"/>
              </a:rPr>
              <a:t>RESPONSE INFERENCE</a:t>
            </a:r>
          </a:p>
        </p:txBody>
      </p:sp>
      <p:sp>
        <p:nvSpPr>
          <p:cNvPr id="18" name="variant-claim-2">
            <a:extLst>
              <a:ext uri="{FF2B5EF4-FFF2-40B4-BE49-F238E27FC236}">
                <a16:creationId xmlns:a16="http://schemas.microsoft.com/office/drawing/2014/main" id="{3FE471C8-E731-408A-9D59-810C9C8D1726}"/>
              </a:ext>
            </a:extLst>
          </p:cNvPr>
          <p:cNvSpPr>
            <a:spLocks noGrp="1"/>
          </p:cNvSpPr>
          <p:nvPr/>
        </p:nvSpPr>
        <p:spPr>
          <a:xfrm>
            <a:off x="1809750" y="4467225"/>
            <a:ext cx="4095750" cy="476250"/>
          </a:xfrm>
          <a:prstGeom prst="rect">
            <a:avLst/>
          </a:prstGeom>
          <a:noFill/>
          <a:ln w="0">
            <a:noFill/>
            <a:prstDash val="solid"/>
          </a:ln>
        </p:spPr>
        <p:txBody>
          <a:bodyPr lIns="0" tIns="0" rIns="0" bIns="0" anchor="ctr"/>
          <a:lstStyle>
            <a:defPPr algn="l">
              <a:defRPr sz="2175" b="1">
                <a:solidFill>
                  <a:srgbClr val="070D3A"/>
                </a:solidFill>
                <a:latin typeface="Nimbus Sans Narrow"/>
                <a:ea typeface="Nimbus Sans Narrow"/>
                <a:cs typeface="Nimbus Sans Narrow"/>
              </a:defRPr>
            </a:defPPr>
            <a:lvl1pPr algn="l">
              <a:defRPr sz="2175" b="1">
                <a:solidFill>
                  <a:srgbClr val="070D3A"/>
                </a:solidFill>
                <a:latin typeface="Nimbus Sans Narrow"/>
                <a:ea typeface="Nimbus Sans Narrow"/>
                <a:cs typeface="Nimbus Sans Narrow"/>
              </a:defRPr>
            </a:lvl1pPr>
            <a:lvl2pPr algn="l">
              <a:defRPr sz="2175" b="1">
                <a:solidFill>
                  <a:srgbClr val="070D3A"/>
                </a:solidFill>
                <a:latin typeface="Nimbus Sans Narrow"/>
                <a:ea typeface="Nimbus Sans Narrow"/>
                <a:cs typeface="Nimbus Sans Narrow"/>
              </a:defRPr>
            </a:lvl2pPr>
            <a:lvl3pPr algn="l">
              <a:defRPr sz="2175" b="1">
                <a:solidFill>
                  <a:srgbClr val="070D3A"/>
                </a:solidFill>
                <a:latin typeface="Nimbus Sans Narrow"/>
                <a:ea typeface="Nimbus Sans Narrow"/>
                <a:cs typeface="Nimbus Sans Narrow"/>
              </a:defRPr>
            </a:lvl3pPr>
            <a:lvl4pPr algn="l">
              <a:defRPr sz="2175" b="1">
                <a:solidFill>
                  <a:srgbClr val="070D3A"/>
                </a:solidFill>
                <a:latin typeface="Nimbus Sans Narrow"/>
                <a:ea typeface="Nimbus Sans Narrow"/>
                <a:cs typeface="Nimbus Sans Narrow"/>
              </a:defRPr>
            </a:lvl4pPr>
            <a:lvl5pPr algn="l">
              <a:defRPr sz="2175" b="1">
                <a:solidFill>
                  <a:srgbClr val="070D3A"/>
                </a:solidFill>
                <a:latin typeface="Nimbus Sans Narrow"/>
                <a:ea typeface="Nimbus Sans Narrow"/>
                <a:cs typeface="Nimbus Sans Narrow"/>
              </a:defRPr>
            </a:lvl5pPr>
            <a:lvl6pPr algn="l">
              <a:defRPr sz="2175" b="1">
                <a:solidFill>
                  <a:srgbClr val="070D3A"/>
                </a:solidFill>
                <a:latin typeface="Nimbus Sans Narrow"/>
                <a:ea typeface="Nimbus Sans Narrow"/>
                <a:cs typeface="Nimbus Sans Narrow"/>
              </a:defRPr>
            </a:lvl6pPr>
            <a:lvl7pPr algn="l">
              <a:defRPr sz="2175" b="1">
                <a:solidFill>
                  <a:srgbClr val="070D3A"/>
                </a:solidFill>
                <a:latin typeface="Nimbus Sans Narrow"/>
                <a:ea typeface="Nimbus Sans Narrow"/>
                <a:cs typeface="Nimbus Sans Narrow"/>
              </a:defRPr>
            </a:lvl7pPr>
            <a:lvl8pPr algn="l">
              <a:defRPr sz="2175" b="1">
                <a:solidFill>
                  <a:srgbClr val="070D3A"/>
                </a:solidFill>
                <a:latin typeface="Nimbus Sans Narrow"/>
                <a:ea typeface="Nimbus Sans Narrow"/>
                <a:cs typeface="Nimbus Sans Narrow"/>
              </a:defRPr>
            </a:lvl8pPr>
            <a:lvl9pPr algn="l">
              <a:defRPr sz="2175" b="1">
                <a:solidFill>
                  <a:srgbClr val="070D3A"/>
                </a:solidFill>
                <a:latin typeface="Nimbus Sans Narrow"/>
                <a:ea typeface="Nimbus Sans Narrow"/>
                <a:cs typeface="Nimbus Sans Narrow"/>
              </a:defRPr>
            </a:lvl9pPr>
          </a:lstStyle>
          <a:p>
            <a:pPr algn="l">
              <a:defRPr sz="2175" b="1">
                <a:solidFill>
                  <a:srgbClr val="070D3A"/>
                </a:solidFill>
                <a:latin typeface="Nimbus Sans Narrow"/>
                <a:ea typeface="Nimbus Sans Narrow"/>
                <a:cs typeface="Nimbus Sans Narrow"/>
              </a:defRPr>
            </a:pPr>
            <a:r>
              <a:rPr sz="2175" b="1">
                <a:solidFill>
                  <a:srgbClr val="070D3A"/>
                </a:solidFill>
                <a:latin typeface="Nimbus Sans Narrow"/>
                <a:ea typeface="Nimbus Sans Narrow"/>
                <a:cs typeface="Nimbus Sans Narrow"/>
              </a:rPr>
              <a:t>The change may alter control</a:t>
            </a:r>
          </a:p>
        </p:txBody>
      </p:sp>
      <p:sp>
        <p:nvSpPr>
          <p:cNvPr id="19" name="variant-test-2">
            <a:extLst>
              <a:ext uri="{FF2B5EF4-FFF2-40B4-BE49-F238E27FC236}">
                <a16:creationId xmlns:a16="http://schemas.microsoft.com/office/drawing/2014/main" id="{E126AFE9-7254-40FD-9DA8-2EAF58AF43B1}"/>
              </a:ext>
            </a:extLst>
          </p:cNvPr>
          <p:cNvSpPr>
            <a:spLocks noGrp="1"/>
          </p:cNvSpPr>
          <p:nvPr/>
        </p:nvSpPr>
        <p:spPr>
          <a:xfrm>
            <a:off x="6229350" y="4305300"/>
            <a:ext cx="4762500" cy="742950"/>
          </a:xfrm>
          <a:prstGeom prst="rect">
            <a:avLst/>
          </a:prstGeom>
          <a:noFill/>
          <a:ln w="0">
            <a:noFill/>
            <a:prstDash val="solid"/>
          </a:ln>
        </p:spPr>
        <p:txBody>
          <a:bodyPr lIns="0" tIns="0" rIns="0" bIns="0" anchor="ctr"/>
          <a:lstStyle>
            <a:defPPr algn="l">
              <a:defRPr sz="1725" b="0">
                <a:solidFill>
                  <a:srgbClr val="718096"/>
                </a:solidFill>
                <a:latin typeface="Nimbus Sans Narrow"/>
                <a:ea typeface="Nimbus Sans Narrow"/>
                <a:cs typeface="Nimbus Sans Narrow"/>
              </a:defRPr>
            </a:defPPr>
            <a:lvl1pPr algn="l">
              <a:defRPr sz="1725" b="0">
                <a:solidFill>
                  <a:srgbClr val="718096"/>
                </a:solidFill>
                <a:latin typeface="Nimbus Sans Narrow"/>
                <a:ea typeface="Nimbus Sans Narrow"/>
                <a:cs typeface="Nimbus Sans Narrow"/>
              </a:defRPr>
            </a:lvl1pPr>
            <a:lvl2pPr algn="l">
              <a:defRPr sz="1725" b="0">
                <a:solidFill>
                  <a:srgbClr val="718096"/>
                </a:solidFill>
                <a:latin typeface="Nimbus Sans Narrow"/>
                <a:ea typeface="Nimbus Sans Narrow"/>
                <a:cs typeface="Nimbus Sans Narrow"/>
              </a:defRPr>
            </a:lvl2pPr>
            <a:lvl3pPr algn="l">
              <a:defRPr sz="1725" b="0">
                <a:solidFill>
                  <a:srgbClr val="718096"/>
                </a:solidFill>
                <a:latin typeface="Nimbus Sans Narrow"/>
                <a:ea typeface="Nimbus Sans Narrow"/>
                <a:cs typeface="Nimbus Sans Narrow"/>
              </a:defRPr>
            </a:lvl3pPr>
            <a:lvl4pPr algn="l">
              <a:defRPr sz="1725" b="0">
                <a:solidFill>
                  <a:srgbClr val="718096"/>
                </a:solidFill>
                <a:latin typeface="Nimbus Sans Narrow"/>
                <a:ea typeface="Nimbus Sans Narrow"/>
                <a:cs typeface="Nimbus Sans Narrow"/>
              </a:defRPr>
            </a:lvl4pPr>
            <a:lvl5pPr algn="l">
              <a:defRPr sz="1725" b="0">
                <a:solidFill>
                  <a:srgbClr val="718096"/>
                </a:solidFill>
                <a:latin typeface="Nimbus Sans Narrow"/>
                <a:ea typeface="Nimbus Sans Narrow"/>
                <a:cs typeface="Nimbus Sans Narrow"/>
              </a:defRPr>
            </a:lvl5pPr>
            <a:lvl6pPr algn="l">
              <a:defRPr sz="1725" b="0">
                <a:solidFill>
                  <a:srgbClr val="718096"/>
                </a:solidFill>
                <a:latin typeface="Nimbus Sans Narrow"/>
                <a:ea typeface="Nimbus Sans Narrow"/>
                <a:cs typeface="Nimbus Sans Narrow"/>
              </a:defRPr>
            </a:lvl6pPr>
            <a:lvl7pPr algn="l">
              <a:defRPr sz="1725" b="0">
                <a:solidFill>
                  <a:srgbClr val="718096"/>
                </a:solidFill>
                <a:latin typeface="Nimbus Sans Narrow"/>
                <a:ea typeface="Nimbus Sans Narrow"/>
                <a:cs typeface="Nimbus Sans Narrow"/>
              </a:defRPr>
            </a:lvl7pPr>
            <a:lvl8pPr algn="l">
              <a:defRPr sz="1725" b="0">
                <a:solidFill>
                  <a:srgbClr val="718096"/>
                </a:solidFill>
                <a:latin typeface="Nimbus Sans Narrow"/>
                <a:ea typeface="Nimbus Sans Narrow"/>
                <a:cs typeface="Nimbus Sans Narrow"/>
              </a:defRPr>
            </a:lvl8pPr>
            <a:lvl9pPr algn="l">
              <a:defRPr sz="1725" b="0">
                <a:solidFill>
                  <a:srgbClr val="718096"/>
                </a:solidFill>
                <a:latin typeface="Nimbus Sans Narrow"/>
                <a:ea typeface="Nimbus Sans Narrow"/>
                <a:cs typeface="Nimbus Sans Narrow"/>
              </a:defRPr>
            </a:lvl9pPr>
          </a:lstStyle>
          <a:p>
            <a:pPr algn="l">
              <a:defRPr sz="1725" b="0">
                <a:solidFill>
                  <a:srgbClr val="718096"/>
                </a:solidFill>
                <a:latin typeface="Nimbus Sans Narrow"/>
                <a:ea typeface="Nimbus Sans Narrow"/>
                <a:cs typeface="Nimbus Sans Narrow"/>
              </a:defRPr>
            </a:pPr>
            <a:r>
              <a:rPr sz="1725" b="0">
                <a:solidFill>
                  <a:srgbClr val="718096"/>
                </a:solidFill>
                <a:latin typeface="Nimbus Sans Narrow"/>
                <a:ea typeface="Nimbus Sans Narrow"/>
                <a:cs typeface="Nimbus Sans Narrow"/>
              </a:rPr>
              <a:t>Evaluate severity, immunity, diagnostics, treatment, and intervention value</a:t>
            </a:r>
          </a:p>
        </p:txBody>
      </p:sp>
      <p:sp>
        <p:nvSpPr>
          <p:cNvPr id="20" name="variant-bottom">
            <a:extLst>
              <a:ext uri="{FF2B5EF4-FFF2-40B4-BE49-F238E27FC236}">
                <a16:creationId xmlns:a16="http://schemas.microsoft.com/office/drawing/2014/main" id="{CD8FCE25-AFDB-4357-8A3F-95450A27EE5E}"/>
              </a:ext>
            </a:extLst>
          </p:cNvPr>
          <p:cNvSpPr>
            <a:spLocks noGrp="1"/>
          </p:cNvSpPr>
          <p:nvPr/>
        </p:nvSpPr>
        <p:spPr>
          <a:xfrm>
            <a:off x="1466850" y="5810250"/>
            <a:ext cx="9258300" cy="552450"/>
          </a:xfrm>
          <a:prstGeom prst="roundRect">
            <a:avLst>
              <a:gd name="adj" fmla="val 24138"/>
            </a:avLst>
          </a:prstGeom>
          <a:solidFill>
            <a:srgbClr val="EAF5FF"/>
          </a:solidFill>
          <a:ln w="14288">
            <a:solidFill>
              <a:srgbClr val="0B69E8"/>
            </a:solidFill>
            <a:prstDash val="solid"/>
          </a:ln>
        </p:spPr>
        <p:txBody>
          <a:bodyPr/>
          <a:lstStyle/>
          <a:p>
            <a:endParaRPr lang="en-US"/>
          </a:p>
        </p:txBody>
      </p:sp>
      <p:sp>
        <p:nvSpPr>
          <p:cNvPr id="21" name="variant-bottom-text">
            <a:extLst>
              <a:ext uri="{FF2B5EF4-FFF2-40B4-BE49-F238E27FC236}">
                <a16:creationId xmlns:a16="http://schemas.microsoft.com/office/drawing/2014/main" id="{79F869DA-5ECE-4870-9BAE-DF418682BA61}"/>
              </a:ext>
            </a:extLst>
          </p:cNvPr>
          <p:cNvSpPr>
            <a:spLocks noGrp="1"/>
          </p:cNvSpPr>
          <p:nvPr/>
        </p:nvSpPr>
        <p:spPr>
          <a:xfrm>
            <a:off x="1790700" y="5895975"/>
            <a:ext cx="8610600" cy="381000"/>
          </a:xfrm>
          <a:prstGeom prst="rect">
            <a:avLst/>
          </a:prstGeom>
          <a:noFill/>
          <a:ln w="0">
            <a:noFill/>
            <a:prstDash val="solid"/>
          </a:ln>
        </p:spPr>
        <p:txBody>
          <a:bodyPr lIns="0" tIns="0" rIns="0" bIns="0" anchor="ctr"/>
          <a:lstStyle>
            <a:defPPr algn="ctr">
              <a:defRPr sz="2025" b="1">
                <a:solidFill>
                  <a:srgbClr val="070D3A"/>
                </a:solidFill>
                <a:latin typeface="Nimbus Sans Narrow"/>
                <a:ea typeface="Nimbus Sans Narrow"/>
                <a:cs typeface="Nimbus Sans Narrow"/>
              </a:defRPr>
            </a:defPPr>
            <a:lvl1pPr algn="ctr">
              <a:defRPr sz="2025" b="1">
                <a:solidFill>
                  <a:srgbClr val="070D3A"/>
                </a:solidFill>
                <a:latin typeface="Nimbus Sans Narrow"/>
                <a:ea typeface="Nimbus Sans Narrow"/>
                <a:cs typeface="Nimbus Sans Narrow"/>
              </a:defRPr>
            </a:lvl1pPr>
            <a:lvl2pPr algn="ctr">
              <a:defRPr sz="2025" b="1">
                <a:solidFill>
                  <a:srgbClr val="070D3A"/>
                </a:solidFill>
                <a:latin typeface="Nimbus Sans Narrow"/>
                <a:ea typeface="Nimbus Sans Narrow"/>
                <a:cs typeface="Nimbus Sans Narrow"/>
              </a:defRPr>
            </a:lvl2pPr>
            <a:lvl3pPr algn="ctr">
              <a:defRPr sz="2025" b="1">
                <a:solidFill>
                  <a:srgbClr val="070D3A"/>
                </a:solidFill>
                <a:latin typeface="Nimbus Sans Narrow"/>
                <a:ea typeface="Nimbus Sans Narrow"/>
                <a:cs typeface="Nimbus Sans Narrow"/>
              </a:defRPr>
            </a:lvl3pPr>
            <a:lvl4pPr algn="ctr">
              <a:defRPr sz="2025" b="1">
                <a:solidFill>
                  <a:srgbClr val="070D3A"/>
                </a:solidFill>
                <a:latin typeface="Nimbus Sans Narrow"/>
                <a:ea typeface="Nimbus Sans Narrow"/>
                <a:cs typeface="Nimbus Sans Narrow"/>
              </a:defRPr>
            </a:lvl4pPr>
            <a:lvl5pPr algn="ctr">
              <a:defRPr sz="2025" b="1">
                <a:solidFill>
                  <a:srgbClr val="070D3A"/>
                </a:solidFill>
                <a:latin typeface="Nimbus Sans Narrow"/>
                <a:ea typeface="Nimbus Sans Narrow"/>
                <a:cs typeface="Nimbus Sans Narrow"/>
              </a:defRPr>
            </a:lvl5pPr>
            <a:lvl6pPr algn="ctr">
              <a:defRPr sz="2025" b="1">
                <a:solidFill>
                  <a:srgbClr val="070D3A"/>
                </a:solidFill>
                <a:latin typeface="Nimbus Sans Narrow"/>
                <a:ea typeface="Nimbus Sans Narrow"/>
                <a:cs typeface="Nimbus Sans Narrow"/>
              </a:defRPr>
            </a:lvl6pPr>
            <a:lvl7pPr algn="ctr">
              <a:defRPr sz="2025" b="1">
                <a:solidFill>
                  <a:srgbClr val="070D3A"/>
                </a:solidFill>
                <a:latin typeface="Nimbus Sans Narrow"/>
                <a:ea typeface="Nimbus Sans Narrow"/>
                <a:cs typeface="Nimbus Sans Narrow"/>
              </a:defRPr>
            </a:lvl7pPr>
            <a:lvl8pPr algn="ctr">
              <a:defRPr sz="2025" b="1">
                <a:solidFill>
                  <a:srgbClr val="070D3A"/>
                </a:solidFill>
                <a:latin typeface="Nimbus Sans Narrow"/>
                <a:ea typeface="Nimbus Sans Narrow"/>
                <a:cs typeface="Nimbus Sans Narrow"/>
              </a:defRPr>
            </a:lvl8pPr>
            <a:lvl9pPr algn="ctr">
              <a:defRPr sz="2025" b="1">
                <a:solidFill>
                  <a:srgbClr val="070D3A"/>
                </a:solidFill>
                <a:latin typeface="Nimbus Sans Narrow"/>
                <a:ea typeface="Nimbus Sans Narrow"/>
                <a:cs typeface="Nimbus Sans Narrow"/>
              </a:defRPr>
            </a:lvl9pPr>
          </a:lstStyle>
          <a:p>
            <a:pPr algn="ctr">
              <a:defRPr sz="2025" b="1">
                <a:solidFill>
                  <a:srgbClr val="070D3A"/>
                </a:solidFill>
                <a:latin typeface="Nimbus Sans Narrow"/>
                <a:ea typeface="Nimbus Sans Narrow"/>
                <a:cs typeface="Nimbus Sans Narrow"/>
              </a:defRPr>
            </a:pPr>
            <a:r>
              <a:rPr sz="2025" b="1">
                <a:solidFill>
                  <a:srgbClr val="070D3A"/>
                </a:solidFill>
                <a:latin typeface="Nimbus Sans Narrow"/>
                <a:ea typeface="Nimbus Sans Narrow"/>
                <a:cs typeface="Nimbus Sans Narrow"/>
              </a:rPr>
              <a:t>Increasing frequency initiates an investigation. It does not complete one.</a:t>
            </a:r>
          </a:p>
        </p:txBody>
      </p:sp>
    </p:spTree>
    <p:extLst>
      <p:ext uri="{BB962C8B-B14F-4D97-AF65-F5344CB8AC3E}">
        <p14:creationId xmlns:p14="http://schemas.microsoft.com/office/powerpoint/2010/main" val="18021992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phase-slide-border">
            <a:extLst>
              <a:ext uri="{FF2B5EF4-FFF2-40B4-BE49-F238E27FC236}">
                <a16:creationId xmlns:a16="http://schemas.microsoft.com/office/drawing/2014/main" id="{523E8D21-40F6-4CEF-AB3A-65B2194CB0AF}"/>
              </a:ext>
            </a:extLst>
          </p:cNvPr>
          <p:cNvSpPr>
            <a:spLocks noGrp="1"/>
          </p:cNvSpPr>
          <p:nvPr/>
        </p:nvSpPr>
        <p:spPr>
          <a:xfrm>
            <a:off x="76200" y="76200"/>
            <a:ext cx="12039600" cy="6705600"/>
          </a:xfrm>
          <a:prstGeom prst="roundRect">
            <a:avLst>
              <a:gd name="adj" fmla="val 1705"/>
            </a:avLst>
          </a:prstGeom>
          <a:noFill/>
          <a:ln w="19050">
            <a:solidFill>
              <a:srgbClr val="0B69E8"/>
            </a:solidFill>
            <a:prstDash val="solid"/>
          </a:ln>
        </p:spPr>
        <p:txBody>
          <a:bodyPr/>
          <a:lstStyle/>
          <a:p>
            <a:endParaRPr lang="en-US"/>
          </a:p>
        </p:txBody>
      </p:sp>
      <p:sp>
        <p:nvSpPr>
          <p:cNvPr id="2" name="slide-title">
            <a:extLst>
              <a:ext uri="{FF2B5EF4-FFF2-40B4-BE49-F238E27FC236}">
                <a16:creationId xmlns:a16="http://schemas.microsoft.com/office/drawing/2014/main" id="{0D77D2FF-E8E0-4784-BB04-E3D5F44B1ECB}"/>
              </a:ext>
            </a:extLst>
          </p:cNvPr>
          <p:cNvSpPr>
            <a:spLocks noGrp="1"/>
          </p:cNvSpPr>
          <p:nvPr/>
        </p:nvSpPr>
        <p:spPr>
          <a:xfrm>
            <a:off x="533400" y="266700"/>
            <a:ext cx="11125200" cy="552450"/>
          </a:xfrm>
          <a:prstGeom prst="rect">
            <a:avLst/>
          </a:prstGeom>
          <a:noFill/>
          <a:ln w="0">
            <a:noFill/>
            <a:prstDash val="solid"/>
          </a:ln>
        </p:spPr>
        <p:txBody>
          <a:bodyPr lIns="0" tIns="0" rIns="0" bIns="0" anchor="ctr"/>
          <a:lstStyle>
            <a:defPPr algn="ctr">
              <a:defRPr sz="3000" b="1">
                <a:solidFill>
                  <a:srgbClr val="070D3A"/>
                </a:solidFill>
                <a:latin typeface="Nimbus Sans Narrow"/>
                <a:ea typeface="Nimbus Sans Narrow"/>
                <a:cs typeface="Nimbus Sans Narrow"/>
              </a:defRPr>
            </a:defPPr>
            <a:lvl1pPr algn="ctr">
              <a:defRPr sz="3000" b="1">
                <a:solidFill>
                  <a:srgbClr val="070D3A"/>
                </a:solidFill>
                <a:latin typeface="Nimbus Sans Narrow"/>
                <a:ea typeface="Nimbus Sans Narrow"/>
                <a:cs typeface="Nimbus Sans Narrow"/>
              </a:defRPr>
            </a:lvl1pPr>
            <a:lvl2pPr algn="ctr">
              <a:defRPr sz="3000" b="1">
                <a:solidFill>
                  <a:srgbClr val="070D3A"/>
                </a:solidFill>
                <a:latin typeface="Nimbus Sans Narrow"/>
                <a:ea typeface="Nimbus Sans Narrow"/>
                <a:cs typeface="Nimbus Sans Narrow"/>
              </a:defRPr>
            </a:lvl2pPr>
            <a:lvl3pPr algn="ctr">
              <a:defRPr sz="3000" b="1">
                <a:solidFill>
                  <a:srgbClr val="070D3A"/>
                </a:solidFill>
                <a:latin typeface="Nimbus Sans Narrow"/>
                <a:ea typeface="Nimbus Sans Narrow"/>
                <a:cs typeface="Nimbus Sans Narrow"/>
              </a:defRPr>
            </a:lvl3pPr>
            <a:lvl4pPr algn="ctr">
              <a:defRPr sz="3000" b="1">
                <a:solidFill>
                  <a:srgbClr val="070D3A"/>
                </a:solidFill>
                <a:latin typeface="Nimbus Sans Narrow"/>
                <a:ea typeface="Nimbus Sans Narrow"/>
                <a:cs typeface="Nimbus Sans Narrow"/>
              </a:defRPr>
            </a:lvl4pPr>
            <a:lvl5pPr algn="ctr">
              <a:defRPr sz="3000" b="1">
                <a:solidFill>
                  <a:srgbClr val="070D3A"/>
                </a:solidFill>
                <a:latin typeface="Nimbus Sans Narrow"/>
                <a:ea typeface="Nimbus Sans Narrow"/>
                <a:cs typeface="Nimbus Sans Narrow"/>
              </a:defRPr>
            </a:lvl5pPr>
            <a:lvl6pPr algn="ctr">
              <a:defRPr sz="3000" b="1">
                <a:solidFill>
                  <a:srgbClr val="070D3A"/>
                </a:solidFill>
                <a:latin typeface="Nimbus Sans Narrow"/>
                <a:ea typeface="Nimbus Sans Narrow"/>
                <a:cs typeface="Nimbus Sans Narrow"/>
              </a:defRPr>
            </a:lvl6pPr>
            <a:lvl7pPr algn="ctr">
              <a:defRPr sz="3000" b="1">
                <a:solidFill>
                  <a:srgbClr val="070D3A"/>
                </a:solidFill>
                <a:latin typeface="Nimbus Sans Narrow"/>
                <a:ea typeface="Nimbus Sans Narrow"/>
                <a:cs typeface="Nimbus Sans Narrow"/>
              </a:defRPr>
            </a:lvl7pPr>
            <a:lvl8pPr algn="ctr">
              <a:defRPr sz="3000" b="1">
                <a:solidFill>
                  <a:srgbClr val="070D3A"/>
                </a:solidFill>
                <a:latin typeface="Nimbus Sans Narrow"/>
                <a:ea typeface="Nimbus Sans Narrow"/>
                <a:cs typeface="Nimbus Sans Narrow"/>
              </a:defRPr>
            </a:lvl8pPr>
            <a:lvl9pPr algn="ctr">
              <a:defRPr sz="3000" b="1">
                <a:solidFill>
                  <a:srgbClr val="070D3A"/>
                </a:solidFill>
                <a:latin typeface="Nimbus Sans Narrow"/>
                <a:ea typeface="Nimbus Sans Narrow"/>
                <a:cs typeface="Nimbus Sans Narrow"/>
              </a:defRPr>
            </a:lvl9pPr>
          </a:lstStyle>
          <a:p>
            <a:pPr algn="ctr">
              <a:defRPr sz="3000" b="1">
                <a:solidFill>
                  <a:srgbClr val="070D3A"/>
                </a:solidFill>
                <a:latin typeface="Nimbus Sans Narrow"/>
                <a:ea typeface="Nimbus Sans Narrow"/>
                <a:cs typeface="Nimbus Sans Narrow"/>
              </a:defRPr>
            </a:pPr>
            <a:r>
              <a:rPr sz="3000" b="1" dirty="0">
                <a:solidFill>
                  <a:srgbClr val="070D3A"/>
                </a:solidFill>
                <a:latin typeface="Nimbus Sans Narrow"/>
                <a:ea typeface="Nimbus Sans Narrow"/>
                <a:cs typeface="Nimbus Sans Narrow"/>
              </a:rPr>
              <a:t>Molecular epidemiology supports different decisions</a:t>
            </a:r>
          </a:p>
        </p:txBody>
      </p:sp>
      <p:sp>
        <p:nvSpPr>
          <p:cNvPr id="3" name="summary-h1">
            <a:extLst>
              <a:ext uri="{FF2B5EF4-FFF2-40B4-BE49-F238E27FC236}">
                <a16:creationId xmlns:a16="http://schemas.microsoft.com/office/drawing/2014/main" id="{BCBD0687-52C7-419C-9384-6F9B614B7692}"/>
              </a:ext>
            </a:extLst>
          </p:cNvPr>
          <p:cNvSpPr>
            <a:spLocks noGrp="1"/>
          </p:cNvSpPr>
          <p:nvPr/>
        </p:nvSpPr>
        <p:spPr>
          <a:xfrm>
            <a:off x="704850" y="1066800"/>
            <a:ext cx="2095500" cy="266700"/>
          </a:xfrm>
          <a:prstGeom prst="rect">
            <a:avLst/>
          </a:prstGeom>
          <a:noFill/>
          <a:ln w="0">
            <a:noFill/>
            <a:prstDash val="solid"/>
          </a:ln>
        </p:spPr>
        <p:txBody>
          <a:bodyPr lIns="0" tIns="0" rIns="0" bIns="0" anchor="ctr"/>
          <a:lstStyle>
            <a:defPPr algn="l">
              <a:defRPr sz="1350" b="1">
                <a:solidFill>
                  <a:srgbClr val="0B69E8"/>
                </a:solidFill>
                <a:latin typeface="Nimbus Sans Narrow"/>
                <a:ea typeface="Nimbus Sans Narrow"/>
                <a:cs typeface="Nimbus Sans Narrow"/>
              </a:defRPr>
            </a:defPPr>
            <a:lvl1pPr algn="l">
              <a:defRPr sz="1350" b="1">
                <a:solidFill>
                  <a:srgbClr val="0B69E8"/>
                </a:solidFill>
                <a:latin typeface="Nimbus Sans Narrow"/>
                <a:ea typeface="Nimbus Sans Narrow"/>
                <a:cs typeface="Nimbus Sans Narrow"/>
              </a:defRPr>
            </a:lvl1pPr>
            <a:lvl2pPr algn="l">
              <a:defRPr sz="1350" b="1">
                <a:solidFill>
                  <a:srgbClr val="0B69E8"/>
                </a:solidFill>
                <a:latin typeface="Nimbus Sans Narrow"/>
                <a:ea typeface="Nimbus Sans Narrow"/>
                <a:cs typeface="Nimbus Sans Narrow"/>
              </a:defRPr>
            </a:lvl2pPr>
            <a:lvl3pPr algn="l">
              <a:defRPr sz="1350" b="1">
                <a:solidFill>
                  <a:srgbClr val="0B69E8"/>
                </a:solidFill>
                <a:latin typeface="Nimbus Sans Narrow"/>
                <a:ea typeface="Nimbus Sans Narrow"/>
                <a:cs typeface="Nimbus Sans Narrow"/>
              </a:defRPr>
            </a:lvl3pPr>
            <a:lvl4pPr algn="l">
              <a:defRPr sz="1350" b="1">
                <a:solidFill>
                  <a:srgbClr val="0B69E8"/>
                </a:solidFill>
                <a:latin typeface="Nimbus Sans Narrow"/>
                <a:ea typeface="Nimbus Sans Narrow"/>
                <a:cs typeface="Nimbus Sans Narrow"/>
              </a:defRPr>
            </a:lvl4pPr>
            <a:lvl5pPr algn="l">
              <a:defRPr sz="1350" b="1">
                <a:solidFill>
                  <a:srgbClr val="0B69E8"/>
                </a:solidFill>
                <a:latin typeface="Nimbus Sans Narrow"/>
                <a:ea typeface="Nimbus Sans Narrow"/>
                <a:cs typeface="Nimbus Sans Narrow"/>
              </a:defRPr>
            </a:lvl5pPr>
            <a:lvl6pPr algn="l">
              <a:defRPr sz="1350" b="1">
                <a:solidFill>
                  <a:srgbClr val="0B69E8"/>
                </a:solidFill>
                <a:latin typeface="Nimbus Sans Narrow"/>
                <a:ea typeface="Nimbus Sans Narrow"/>
                <a:cs typeface="Nimbus Sans Narrow"/>
              </a:defRPr>
            </a:lvl6pPr>
            <a:lvl7pPr algn="l">
              <a:defRPr sz="1350" b="1">
                <a:solidFill>
                  <a:srgbClr val="0B69E8"/>
                </a:solidFill>
                <a:latin typeface="Nimbus Sans Narrow"/>
                <a:ea typeface="Nimbus Sans Narrow"/>
                <a:cs typeface="Nimbus Sans Narrow"/>
              </a:defRPr>
            </a:lvl7pPr>
            <a:lvl8pPr algn="l">
              <a:defRPr sz="1350" b="1">
                <a:solidFill>
                  <a:srgbClr val="0B69E8"/>
                </a:solidFill>
                <a:latin typeface="Nimbus Sans Narrow"/>
                <a:ea typeface="Nimbus Sans Narrow"/>
                <a:cs typeface="Nimbus Sans Narrow"/>
              </a:defRPr>
            </a:lvl8pPr>
            <a:lvl9pPr algn="l">
              <a:defRPr sz="1350" b="1">
                <a:solidFill>
                  <a:srgbClr val="0B69E8"/>
                </a:solidFill>
                <a:latin typeface="Nimbus Sans Narrow"/>
                <a:ea typeface="Nimbus Sans Narrow"/>
                <a:cs typeface="Nimbus Sans Narrow"/>
              </a:defRPr>
            </a:lvl9pPr>
          </a:lstStyle>
          <a:p>
            <a:pPr algn="l">
              <a:defRPr sz="1350" b="1">
                <a:solidFill>
                  <a:srgbClr val="0B69E8"/>
                </a:solidFill>
                <a:latin typeface="Nimbus Sans Narrow"/>
                <a:ea typeface="Nimbus Sans Narrow"/>
                <a:cs typeface="Nimbus Sans Narrow"/>
              </a:defRPr>
            </a:pPr>
            <a:r>
              <a:rPr sz="1350" b="1">
                <a:solidFill>
                  <a:srgbClr val="0B69E8"/>
                </a:solidFill>
                <a:latin typeface="Nimbus Sans Narrow"/>
                <a:ea typeface="Nimbus Sans Narrow"/>
                <a:cs typeface="Nimbus Sans Narrow"/>
              </a:rPr>
              <a:t>RESPONSE STATE</a:t>
            </a:r>
          </a:p>
        </p:txBody>
      </p:sp>
      <p:sp>
        <p:nvSpPr>
          <p:cNvPr id="4" name="summary-h2">
            <a:extLst>
              <a:ext uri="{FF2B5EF4-FFF2-40B4-BE49-F238E27FC236}">
                <a16:creationId xmlns:a16="http://schemas.microsoft.com/office/drawing/2014/main" id="{4D537658-240C-41E0-90CB-44AAAF2E29D4}"/>
              </a:ext>
            </a:extLst>
          </p:cNvPr>
          <p:cNvSpPr>
            <a:spLocks noGrp="1"/>
          </p:cNvSpPr>
          <p:nvPr/>
        </p:nvSpPr>
        <p:spPr>
          <a:xfrm>
            <a:off x="3143250" y="1066800"/>
            <a:ext cx="3333750" cy="266700"/>
          </a:xfrm>
          <a:prstGeom prst="rect">
            <a:avLst/>
          </a:prstGeom>
          <a:noFill/>
          <a:ln w="0">
            <a:noFill/>
            <a:prstDash val="solid"/>
          </a:ln>
        </p:spPr>
        <p:txBody>
          <a:bodyPr lIns="0" tIns="0" rIns="0" bIns="0" anchor="ctr"/>
          <a:lstStyle>
            <a:defPPr algn="l">
              <a:defRPr sz="1350" b="1">
                <a:solidFill>
                  <a:srgbClr val="0B69E8"/>
                </a:solidFill>
                <a:latin typeface="Nimbus Sans Narrow"/>
                <a:ea typeface="Nimbus Sans Narrow"/>
                <a:cs typeface="Nimbus Sans Narrow"/>
              </a:defRPr>
            </a:defPPr>
            <a:lvl1pPr algn="l">
              <a:defRPr sz="1350" b="1">
                <a:solidFill>
                  <a:srgbClr val="0B69E8"/>
                </a:solidFill>
                <a:latin typeface="Nimbus Sans Narrow"/>
                <a:ea typeface="Nimbus Sans Narrow"/>
                <a:cs typeface="Nimbus Sans Narrow"/>
              </a:defRPr>
            </a:lvl1pPr>
            <a:lvl2pPr algn="l">
              <a:defRPr sz="1350" b="1">
                <a:solidFill>
                  <a:srgbClr val="0B69E8"/>
                </a:solidFill>
                <a:latin typeface="Nimbus Sans Narrow"/>
                <a:ea typeface="Nimbus Sans Narrow"/>
                <a:cs typeface="Nimbus Sans Narrow"/>
              </a:defRPr>
            </a:lvl2pPr>
            <a:lvl3pPr algn="l">
              <a:defRPr sz="1350" b="1">
                <a:solidFill>
                  <a:srgbClr val="0B69E8"/>
                </a:solidFill>
                <a:latin typeface="Nimbus Sans Narrow"/>
                <a:ea typeface="Nimbus Sans Narrow"/>
                <a:cs typeface="Nimbus Sans Narrow"/>
              </a:defRPr>
            </a:lvl3pPr>
            <a:lvl4pPr algn="l">
              <a:defRPr sz="1350" b="1">
                <a:solidFill>
                  <a:srgbClr val="0B69E8"/>
                </a:solidFill>
                <a:latin typeface="Nimbus Sans Narrow"/>
                <a:ea typeface="Nimbus Sans Narrow"/>
                <a:cs typeface="Nimbus Sans Narrow"/>
              </a:defRPr>
            </a:lvl4pPr>
            <a:lvl5pPr algn="l">
              <a:defRPr sz="1350" b="1">
                <a:solidFill>
                  <a:srgbClr val="0B69E8"/>
                </a:solidFill>
                <a:latin typeface="Nimbus Sans Narrow"/>
                <a:ea typeface="Nimbus Sans Narrow"/>
                <a:cs typeface="Nimbus Sans Narrow"/>
              </a:defRPr>
            </a:lvl5pPr>
            <a:lvl6pPr algn="l">
              <a:defRPr sz="1350" b="1">
                <a:solidFill>
                  <a:srgbClr val="0B69E8"/>
                </a:solidFill>
                <a:latin typeface="Nimbus Sans Narrow"/>
                <a:ea typeface="Nimbus Sans Narrow"/>
                <a:cs typeface="Nimbus Sans Narrow"/>
              </a:defRPr>
            </a:lvl6pPr>
            <a:lvl7pPr algn="l">
              <a:defRPr sz="1350" b="1">
                <a:solidFill>
                  <a:srgbClr val="0B69E8"/>
                </a:solidFill>
                <a:latin typeface="Nimbus Sans Narrow"/>
                <a:ea typeface="Nimbus Sans Narrow"/>
                <a:cs typeface="Nimbus Sans Narrow"/>
              </a:defRPr>
            </a:lvl7pPr>
            <a:lvl8pPr algn="l">
              <a:defRPr sz="1350" b="1">
                <a:solidFill>
                  <a:srgbClr val="0B69E8"/>
                </a:solidFill>
                <a:latin typeface="Nimbus Sans Narrow"/>
                <a:ea typeface="Nimbus Sans Narrow"/>
                <a:cs typeface="Nimbus Sans Narrow"/>
              </a:defRPr>
            </a:lvl8pPr>
            <a:lvl9pPr algn="l">
              <a:defRPr sz="1350" b="1">
                <a:solidFill>
                  <a:srgbClr val="0B69E8"/>
                </a:solidFill>
                <a:latin typeface="Nimbus Sans Narrow"/>
                <a:ea typeface="Nimbus Sans Narrow"/>
                <a:cs typeface="Nimbus Sans Narrow"/>
              </a:defRPr>
            </a:lvl9pPr>
          </a:lstStyle>
          <a:p>
            <a:pPr algn="l">
              <a:defRPr sz="1350" b="1">
                <a:solidFill>
                  <a:srgbClr val="0B69E8"/>
                </a:solidFill>
                <a:latin typeface="Nimbus Sans Narrow"/>
                <a:ea typeface="Nimbus Sans Narrow"/>
                <a:cs typeface="Nimbus Sans Narrow"/>
              </a:defRPr>
            </a:pPr>
            <a:r>
              <a:rPr sz="1350" b="1">
                <a:solidFill>
                  <a:srgbClr val="0B69E8"/>
                </a:solidFill>
                <a:latin typeface="Nimbus Sans Narrow"/>
                <a:ea typeface="Nimbus Sans Narrow"/>
                <a:cs typeface="Nimbus Sans Narrow"/>
              </a:rPr>
              <a:t>GENOMIC QUESTION</a:t>
            </a:r>
          </a:p>
        </p:txBody>
      </p:sp>
      <p:sp>
        <p:nvSpPr>
          <p:cNvPr id="5" name="summary-h3">
            <a:extLst>
              <a:ext uri="{FF2B5EF4-FFF2-40B4-BE49-F238E27FC236}">
                <a16:creationId xmlns:a16="http://schemas.microsoft.com/office/drawing/2014/main" id="{3D90C3C3-92CD-46FB-B452-559C18BCD40D}"/>
              </a:ext>
            </a:extLst>
          </p:cNvPr>
          <p:cNvSpPr>
            <a:spLocks noGrp="1"/>
          </p:cNvSpPr>
          <p:nvPr/>
        </p:nvSpPr>
        <p:spPr>
          <a:xfrm>
            <a:off x="7143750" y="1066800"/>
            <a:ext cx="4095750" cy="266700"/>
          </a:xfrm>
          <a:prstGeom prst="rect">
            <a:avLst/>
          </a:prstGeom>
          <a:noFill/>
          <a:ln w="0">
            <a:noFill/>
            <a:prstDash val="solid"/>
          </a:ln>
        </p:spPr>
        <p:txBody>
          <a:bodyPr lIns="0" tIns="0" rIns="0" bIns="0" anchor="ctr"/>
          <a:lstStyle>
            <a:defPPr algn="l">
              <a:defRPr sz="1350" b="1">
                <a:solidFill>
                  <a:srgbClr val="F4510B"/>
                </a:solidFill>
                <a:latin typeface="Nimbus Sans Narrow"/>
                <a:ea typeface="Nimbus Sans Narrow"/>
                <a:cs typeface="Nimbus Sans Narrow"/>
              </a:defRPr>
            </a:defPPr>
            <a:lvl1pPr algn="l">
              <a:defRPr sz="1350" b="1">
                <a:solidFill>
                  <a:srgbClr val="F4510B"/>
                </a:solidFill>
                <a:latin typeface="Nimbus Sans Narrow"/>
                <a:ea typeface="Nimbus Sans Narrow"/>
                <a:cs typeface="Nimbus Sans Narrow"/>
              </a:defRPr>
            </a:lvl1pPr>
            <a:lvl2pPr algn="l">
              <a:defRPr sz="1350" b="1">
                <a:solidFill>
                  <a:srgbClr val="F4510B"/>
                </a:solidFill>
                <a:latin typeface="Nimbus Sans Narrow"/>
                <a:ea typeface="Nimbus Sans Narrow"/>
                <a:cs typeface="Nimbus Sans Narrow"/>
              </a:defRPr>
            </a:lvl2pPr>
            <a:lvl3pPr algn="l">
              <a:defRPr sz="1350" b="1">
                <a:solidFill>
                  <a:srgbClr val="F4510B"/>
                </a:solidFill>
                <a:latin typeface="Nimbus Sans Narrow"/>
                <a:ea typeface="Nimbus Sans Narrow"/>
                <a:cs typeface="Nimbus Sans Narrow"/>
              </a:defRPr>
            </a:lvl3pPr>
            <a:lvl4pPr algn="l">
              <a:defRPr sz="1350" b="1">
                <a:solidFill>
                  <a:srgbClr val="F4510B"/>
                </a:solidFill>
                <a:latin typeface="Nimbus Sans Narrow"/>
                <a:ea typeface="Nimbus Sans Narrow"/>
                <a:cs typeface="Nimbus Sans Narrow"/>
              </a:defRPr>
            </a:lvl4pPr>
            <a:lvl5pPr algn="l">
              <a:defRPr sz="1350" b="1">
                <a:solidFill>
                  <a:srgbClr val="F4510B"/>
                </a:solidFill>
                <a:latin typeface="Nimbus Sans Narrow"/>
                <a:ea typeface="Nimbus Sans Narrow"/>
                <a:cs typeface="Nimbus Sans Narrow"/>
              </a:defRPr>
            </a:lvl5pPr>
            <a:lvl6pPr algn="l">
              <a:defRPr sz="1350" b="1">
                <a:solidFill>
                  <a:srgbClr val="F4510B"/>
                </a:solidFill>
                <a:latin typeface="Nimbus Sans Narrow"/>
                <a:ea typeface="Nimbus Sans Narrow"/>
                <a:cs typeface="Nimbus Sans Narrow"/>
              </a:defRPr>
            </a:lvl6pPr>
            <a:lvl7pPr algn="l">
              <a:defRPr sz="1350" b="1">
                <a:solidFill>
                  <a:srgbClr val="F4510B"/>
                </a:solidFill>
                <a:latin typeface="Nimbus Sans Narrow"/>
                <a:ea typeface="Nimbus Sans Narrow"/>
                <a:cs typeface="Nimbus Sans Narrow"/>
              </a:defRPr>
            </a:lvl7pPr>
            <a:lvl8pPr algn="l">
              <a:defRPr sz="1350" b="1">
                <a:solidFill>
                  <a:srgbClr val="F4510B"/>
                </a:solidFill>
                <a:latin typeface="Nimbus Sans Narrow"/>
                <a:ea typeface="Nimbus Sans Narrow"/>
                <a:cs typeface="Nimbus Sans Narrow"/>
              </a:defRPr>
            </a:lvl8pPr>
            <a:lvl9pPr algn="l">
              <a:defRPr sz="1350" b="1">
                <a:solidFill>
                  <a:srgbClr val="F4510B"/>
                </a:solidFill>
                <a:latin typeface="Nimbus Sans Narrow"/>
                <a:ea typeface="Nimbus Sans Narrow"/>
                <a:cs typeface="Nimbus Sans Narrow"/>
              </a:defRPr>
            </a:lvl9pPr>
          </a:lstStyle>
          <a:p>
            <a:pPr algn="l">
              <a:defRPr sz="1350" b="1">
                <a:solidFill>
                  <a:srgbClr val="F4510B"/>
                </a:solidFill>
                <a:latin typeface="Nimbus Sans Narrow"/>
                <a:ea typeface="Nimbus Sans Narrow"/>
                <a:cs typeface="Nimbus Sans Narrow"/>
              </a:defRPr>
            </a:pPr>
            <a:r>
              <a:rPr sz="1350" b="1">
                <a:solidFill>
                  <a:srgbClr val="F4510B"/>
                </a:solidFill>
                <a:latin typeface="Nimbus Sans Narrow"/>
                <a:ea typeface="Nimbus Sans Narrow"/>
                <a:cs typeface="Nimbus Sans Narrow"/>
              </a:rPr>
              <a:t>DECISION</a:t>
            </a:r>
          </a:p>
        </p:txBody>
      </p:sp>
      <p:sp>
        <p:nvSpPr>
          <p:cNvPr id="6" name="summary-row-0">
            <a:extLst>
              <a:ext uri="{FF2B5EF4-FFF2-40B4-BE49-F238E27FC236}">
                <a16:creationId xmlns:a16="http://schemas.microsoft.com/office/drawing/2014/main" id="{A33203FC-62D7-4E13-AD71-561B14E486C4}"/>
              </a:ext>
            </a:extLst>
          </p:cNvPr>
          <p:cNvSpPr>
            <a:spLocks noGrp="1"/>
          </p:cNvSpPr>
          <p:nvPr/>
        </p:nvSpPr>
        <p:spPr>
          <a:xfrm>
            <a:off x="571500" y="1428750"/>
            <a:ext cx="11049000" cy="552450"/>
          </a:xfrm>
          <a:prstGeom prst="roundRect">
            <a:avLst>
              <a:gd name="adj" fmla="val 10345"/>
            </a:avLst>
          </a:prstGeom>
          <a:solidFill>
            <a:srgbClr val="F7FAFC"/>
          </a:solidFill>
          <a:ln w="0">
            <a:solidFill>
              <a:srgbClr val="F7FAFC"/>
            </a:solidFill>
            <a:prstDash val="solid"/>
          </a:ln>
        </p:spPr>
        <p:txBody>
          <a:bodyPr/>
          <a:lstStyle/>
          <a:p>
            <a:endParaRPr lang="en-US"/>
          </a:p>
        </p:txBody>
      </p:sp>
      <p:sp>
        <p:nvSpPr>
          <p:cNvPr id="7" name="summary-state-0">
            <a:extLst>
              <a:ext uri="{FF2B5EF4-FFF2-40B4-BE49-F238E27FC236}">
                <a16:creationId xmlns:a16="http://schemas.microsoft.com/office/drawing/2014/main" id="{907F5AED-ED4E-45D5-8D80-57073B005D67}"/>
              </a:ext>
            </a:extLst>
          </p:cNvPr>
          <p:cNvSpPr>
            <a:spLocks noGrp="1"/>
          </p:cNvSpPr>
          <p:nvPr/>
        </p:nvSpPr>
        <p:spPr>
          <a:xfrm>
            <a:off x="723900" y="1466850"/>
            <a:ext cx="2095500" cy="457200"/>
          </a:xfrm>
          <a:prstGeom prst="rect">
            <a:avLst/>
          </a:prstGeom>
          <a:noFill/>
          <a:ln w="0">
            <a:noFill/>
            <a:prstDash val="solid"/>
          </a:ln>
        </p:spPr>
        <p:txBody>
          <a:bodyPr lIns="0" tIns="0" rIns="0" bIns="0" anchor="ctr"/>
          <a:lstStyle>
            <a:defPPr algn="l">
              <a:defRPr sz="1575" b="1">
                <a:solidFill>
                  <a:srgbClr val="070D3A"/>
                </a:solidFill>
                <a:latin typeface="Nimbus Sans Narrow"/>
                <a:ea typeface="Nimbus Sans Narrow"/>
                <a:cs typeface="Nimbus Sans Narrow"/>
              </a:defRPr>
            </a:defPPr>
            <a:lvl1pPr algn="l">
              <a:defRPr sz="1575" b="1">
                <a:solidFill>
                  <a:srgbClr val="070D3A"/>
                </a:solidFill>
                <a:latin typeface="Nimbus Sans Narrow"/>
                <a:ea typeface="Nimbus Sans Narrow"/>
                <a:cs typeface="Nimbus Sans Narrow"/>
              </a:defRPr>
            </a:lvl1pPr>
            <a:lvl2pPr algn="l">
              <a:defRPr sz="1575" b="1">
                <a:solidFill>
                  <a:srgbClr val="070D3A"/>
                </a:solidFill>
                <a:latin typeface="Nimbus Sans Narrow"/>
                <a:ea typeface="Nimbus Sans Narrow"/>
                <a:cs typeface="Nimbus Sans Narrow"/>
              </a:defRPr>
            </a:lvl2pPr>
            <a:lvl3pPr algn="l">
              <a:defRPr sz="1575" b="1">
                <a:solidFill>
                  <a:srgbClr val="070D3A"/>
                </a:solidFill>
                <a:latin typeface="Nimbus Sans Narrow"/>
                <a:ea typeface="Nimbus Sans Narrow"/>
                <a:cs typeface="Nimbus Sans Narrow"/>
              </a:defRPr>
            </a:lvl3pPr>
            <a:lvl4pPr algn="l">
              <a:defRPr sz="1575" b="1">
                <a:solidFill>
                  <a:srgbClr val="070D3A"/>
                </a:solidFill>
                <a:latin typeface="Nimbus Sans Narrow"/>
                <a:ea typeface="Nimbus Sans Narrow"/>
                <a:cs typeface="Nimbus Sans Narrow"/>
              </a:defRPr>
            </a:lvl4pPr>
            <a:lvl5pPr algn="l">
              <a:defRPr sz="1575" b="1">
                <a:solidFill>
                  <a:srgbClr val="070D3A"/>
                </a:solidFill>
                <a:latin typeface="Nimbus Sans Narrow"/>
                <a:ea typeface="Nimbus Sans Narrow"/>
                <a:cs typeface="Nimbus Sans Narrow"/>
              </a:defRPr>
            </a:lvl5pPr>
            <a:lvl6pPr algn="l">
              <a:defRPr sz="1575" b="1">
                <a:solidFill>
                  <a:srgbClr val="070D3A"/>
                </a:solidFill>
                <a:latin typeface="Nimbus Sans Narrow"/>
                <a:ea typeface="Nimbus Sans Narrow"/>
                <a:cs typeface="Nimbus Sans Narrow"/>
              </a:defRPr>
            </a:lvl6pPr>
            <a:lvl7pPr algn="l">
              <a:defRPr sz="1575" b="1">
                <a:solidFill>
                  <a:srgbClr val="070D3A"/>
                </a:solidFill>
                <a:latin typeface="Nimbus Sans Narrow"/>
                <a:ea typeface="Nimbus Sans Narrow"/>
                <a:cs typeface="Nimbus Sans Narrow"/>
              </a:defRPr>
            </a:lvl7pPr>
            <a:lvl8pPr algn="l">
              <a:defRPr sz="1575" b="1">
                <a:solidFill>
                  <a:srgbClr val="070D3A"/>
                </a:solidFill>
                <a:latin typeface="Nimbus Sans Narrow"/>
                <a:ea typeface="Nimbus Sans Narrow"/>
                <a:cs typeface="Nimbus Sans Narrow"/>
              </a:defRPr>
            </a:lvl8pPr>
            <a:lvl9pPr algn="l">
              <a:defRPr sz="1575" b="1">
                <a:solidFill>
                  <a:srgbClr val="070D3A"/>
                </a:solidFill>
                <a:latin typeface="Nimbus Sans Narrow"/>
                <a:ea typeface="Nimbus Sans Narrow"/>
                <a:cs typeface="Nimbus Sans Narrow"/>
              </a:defRPr>
            </a:lvl9pPr>
          </a:lstStyle>
          <a:p>
            <a:pPr algn="l">
              <a:defRPr sz="1575" b="1">
                <a:solidFill>
                  <a:srgbClr val="070D3A"/>
                </a:solidFill>
                <a:latin typeface="Nimbus Sans Narrow"/>
                <a:ea typeface="Nimbus Sans Narrow"/>
                <a:cs typeface="Nimbus Sans Narrow"/>
              </a:defRPr>
            </a:pPr>
            <a:r>
              <a:rPr sz="1575" b="1">
                <a:solidFill>
                  <a:srgbClr val="070D3A"/>
                </a:solidFill>
                <a:latin typeface="Nimbus Sans Narrow"/>
                <a:ea typeface="Nimbus Sans Narrow"/>
                <a:cs typeface="Nimbus Sans Narrow"/>
              </a:rPr>
              <a:t>Preparedness</a:t>
            </a:r>
          </a:p>
        </p:txBody>
      </p:sp>
      <p:sp>
        <p:nvSpPr>
          <p:cNvPr id="8" name="summary-question-0">
            <a:extLst>
              <a:ext uri="{FF2B5EF4-FFF2-40B4-BE49-F238E27FC236}">
                <a16:creationId xmlns:a16="http://schemas.microsoft.com/office/drawing/2014/main" id="{4B26D22C-1B09-462F-B353-43CDF8F0B41C}"/>
              </a:ext>
            </a:extLst>
          </p:cNvPr>
          <p:cNvSpPr>
            <a:spLocks noGrp="1"/>
          </p:cNvSpPr>
          <p:nvPr/>
        </p:nvSpPr>
        <p:spPr>
          <a:xfrm>
            <a:off x="3143250" y="1466850"/>
            <a:ext cx="3333750" cy="457200"/>
          </a:xfrm>
          <a:prstGeom prst="rect">
            <a:avLst/>
          </a:prstGeom>
          <a:noFill/>
          <a:ln w="0">
            <a:noFill/>
            <a:prstDash val="solid"/>
          </a:ln>
        </p:spPr>
        <p:txBody>
          <a:bodyPr lIns="0" tIns="0" rIns="0" bIns="0" anchor="ctr"/>
          <a:lstStyle>
            <a:defPPr algn="l">
              <a:defRPr sz="1575" b="0">
                <a:solidFill>
                  <a:srgbClr val="070D3A"/>
                </a:solidFill>
                <a:latin typeface="Nimbus Sans Narrow"/>
                <a:ea typeface="Nimbus Sans Narrow"/>
                <a:cs typeface="Nimbus Sans Narrow"/>
              </a:defRPr>
            </a:defPPr>
            <a:lvl1pPr algn="l">
              <a:defRPr sz="1575" b="0">
                <a:solidFill>
                  <a:srgbClr val="070D3A"/>
                </a:solidFill>
                <a:latin typeface="Nimbus Sans Narrow"/>
                <a:ea typeface="Nimbus Sans Narrow"/>
                <a:cs typeface="Nimbus Sans Narrow"/>
              </a:defRPr>
            </a:lvl1pPr>
            <a:lvl2pPr algn="l">
              <a:defRPr sz="1575" b="0">
                <a:solidFill>
                  <a:srgbClr val="070D3A"/>
                </a:solidFill>
                <a:latin typeface="Nimbus Sans Narrow"/>
                <a:ea typeface="Nimbus Sans Narrow"/>
                <a:cs typeface="Nimbus Sans Narrow"/>
              </a:defRPr>
            </a:lvl2pPr>
            <a:lvl3pPr algn="l">
              <a:defRPr sz="1575" b="0">
                <a:solidFill>
                  <a:srgbClr val="070D3A"/>
                </a:solidFill>
                <a:latin typeface="Nimbus Sans Narrow"/>
                <a:ea typeface="Nimbus Sans Narrow"/>
                <a:cs typeface="Nimbus Sans Narrow"/>
              </a:defRPr>
            </a:lvl3pPr>
            <a:lvl4pPr algn="l">
              <a:defRPr sz="1575" b="0">
                <a:solidFill>
                  <a:srgbClr val="070D3A"/>
                </a:solidFill>
                <a:latin typeface="Nimbus Sans Narrow"/>
                <a:ea typeface="Nimbus Sans Narrow"/>
                <a:cs typeface="Nimbus Sans Narrow"/>
              </a:defRPr>
            </a:lvl4pPr>
            <a:lvl5pPr algn="l">
              <a:defRPr sz="1575" b="0">
                <a:solidFill>
                  <a:srgbClr val="070D3A"/>
                </a:solidFill>
                <a:latin typeface="Nimbus Sans Narrow"/>
                <a:ea typeface="Nimbus Sans Narrow"/>
                <a:cs typeface="Nimbus Sans Narrow"/>
              </a:defRPr>
            </a:lvl5pPr>
            <a:lvl6pPr algn="l">
              <a:defRPr sz="1575" b="0">
                <a:solidFill>
                  <a:srgbClr val="070D3A"/>
                </a:solidFill>
                <a:latin typeface="Nimbus Sans Narrow"/>
                <a:ea typeface="Nimbus Sans Narrow"/>
                <a:cs typeface="Nimbus Sans Narrow"/>
              </a:defRPr>
            </a:lvl6pPr>
            <a:lvl7pPr algn="l">
              <a:defRPr sz="1575" b="0">
                <a:solidFill>
                  <a:srgbClr val="070D3A"/>
                </a:solidFill>
                <a:latin typeface="Nimbus Sans Narrow"/>
                <a:ea typeface="Nimbus Sans Narrow"/>
                <a:cs typeface="Nimbus Sans Narrow"/>
              </a:defRPr>
            </a:lvl7pPr>
            <a:lvl8pPr algn="l">
              <a:defRPr sz="1575" b="0">
                <a:solidFill>
                  <a:srgbClr val="070D3A"/>
                </a:solidFill>
                <a:latin typeface="Nimbus Sans Narrow"/>
                <a:ea typeface="Nimbus Sans Narrow"/>
                <a:cs typeface="Nimbus Sans Narrow"/>
              </a:defRPr>
            </a:lvl8pPr>
            <a:lvl9pPr algn="l">
              <a:defRPr sz="1575" b="0">
                <a:solidFill>
                  <a:srgbClr val="070D3A"/>
                </a:solidFill>
                <a:latin typeface="Nimbus Sans Narrow"/>
                <a:ea typeface="Nimbus Sans Narrow"/>
                <a:cs typeface="Nimbus Sans Narrow"/>
              </a:defRPr>
            </a:lvl9pPr>
          </a:lstStyle>
          <a:p>
            <a:pPr algn="l">
              <a:defRPr sz="1575" b="0">
                <a:solidFill>
                  <a:srgbClr val="070D3A"/>
                </a:solidFill>
                <a:latin typeface="Nimbus Sans Narrow"/>
                <a:ea typeface="Nimbus Sans Narrow"/>
                <a:cs typeface="Nimbus Sans Narrow"/>
              </a:defRPr>
            </a:pPr>
            <a:r>
              <a:rPr sz="1575" b="0">
                <a:solidFill>
                  <a:srgbClr val="070D3A"/>
                </a:solidFill>
                <a:latin typeface="Nimbus Sans Narrow"/>
                <a:ea typeface="Nimbus Sans Narrow"/>
                <a:cs typeface="Nimbus Sans Narrow"/>
              </a:rPr>
              <a:t>Define expected diversity</a:t>
            </a:r>
          </a:p>
        </p:txBody>
      </p:sp>
      <p:sp>
        <p:nvSpPr>
          <p:cNvPr id="9" name="summary-decision-0">
            <a:extLst>
              <a:ext uri="{FF2B5EF4-FFF2-40B4-BE49-F238E27FC236}">
                <a16:creationId xmlns:a16="http://schemas.microsoft.com/office/drawing/2014/main" id="{6AF833A7-045F-4904-8D5D-B6011EEB2D6D}"/>
              </a:ext>
            </a:extLst>
          </p:cNvPr>
          <p:cNvSpPr>
            <a:spLocks noGrp="1"/>
          </p:cNvSpPr>
          <p:nvPr/>
        </p:nvSpPr>
        <p:spPr>
          <a:xfrm>
            <a:off x="7143750" y="1466850"/>
            <a:ext cx="4095750" cy="457200"/>
          </a:xfrm>
          <a:prstGeom prst="rect">
            <a:avLst/>
          </a:prstGeom>
          <a:noFill/>
          <a:ln w="0">
            <a:noFill/>
            <a:prstDash val="solid"/>
          </a:ln>
        </p:spPr>
        <p:txBody>
          <a:bodyPr lIns="0" tIns="0" rIns="0" bIns="0" anchor="ctr"/>
          <a:lstStyle>
            <a:defPPr algn="l">
              <a:defRPr sz="1575" b="1">
                <a:solidFill>
                  <a:srgbClr val="070D3A"/>
                </a:solidFill>
                <a:latin typeface="Nimbus Sans Narrow"/>
                <a:ea typeface="Nimbus Sans Narrow"/>
                <a:cs typeface="Nimbus Sans Narrow"/>
              </a:defRPr>
            </a:defPPr>
            <a:lvl1pPr algn="l">
              <a:defRPr sz="1575" b="1">
                <a:solidFill>
                  <a:srgbClr val="070D3A"/>
                </a:solidFill>
                <a:latin typeface="Nimbus Sans Narrow"/>
                <a:ea typeface="Nimbus Sans Narrow"/>
                <a:cs typeface="Nimbus Sans Narrow"/>
              </a:defRPr>
            </a:lvl1pPr>
            <a:lvl2pPr algn="l">
              <a:defRPr sz="1575" b="1">
                <a:solidFill>
                  <a:srgbClr val="070D3A"/>
                </a:solidFill>
                <a:latin typeface="Nimbus Sans Narrow"/>
                <a:ea typeface="Nimbus Sans Narrow"/>
                <a:cs typeface="Nimbus Sans Narrow"/>
              </a:defRPr>
            </a:lvl2pPr>
            <a:lvl3pPr algn="l">
              <a:defRPr sz="1575" b="1">
                <a:solidFill>
                  <a:srgbClr val="070D3A"/>
                </a:solidFill>
                <a:latin typeface="Nimbus Sans Narrow"/>
                <a:ea typeface="Nimbus Sans Narrow"/>
                <a:cs typeface="Nimbus Sans Narrow"/>
              </a:defRPr>
            </a:lvl3pPr>
            <a:lvl4pPr algn="l">
              <a:defRPr sz="1575" b="1">
                <a:solidFill>
                  <a:srgbClr val="070D3A"/>
                </a:solidFill>
                <a:latin typeface="Nimbus Sans Narrow"/>
                <a:ea typeface="Nimbus Sans Narrow"/>
                <a:cs typeface="Nimbus Sans Narrow"/>
              </a:defRPr>
            </a:lvl4pPr>
            <a:lvl5pPr algn="l">
              <a:defRPr sz="1575" b="1">
                <a:solidFill>
                  <a:srgbClr val="070D3A"/>
                </a:solidFill>
                <a:latin typeface="Nimbus Sans Narrow"/>
                <a:ea typeface="Nimbus Sans Narrow"/>
                <a:cs typeface="Nimbus Sans Narrow"/>
              </a:defRPr>
            </a:lvl5pPr>
            <a:lvl6pPr algn="l">
              <a:defRPr sz="1575" b="1">
                <a:solidFill>
                  <a:srgbClr val="070D3A"/>
                </a:solidFill>
                <a:latin typeface="Nimbus Sans Narrow"/>
                <a:ea typeface="Nimbus Sans Narrow"/>
                <a:cs typeface="Nimbus Sans Narrow"/>
              </a:defRPr>
            </a:lvl6pPr>
            <a:lvl7pPr algn="l">
              <a:defRPr sz="1575" b="1">
                <a:solidFill>
                  <a:srgbClr val="070D3A"/>
                </a:solidFill>
                <a:latin typeface="Nimbus Sans Narrow"/>
                <a:ea typeface="Nimbus Sans Narrow"/>
                <a:cs typeface="Nimbus Sans Narrow"/>
              </a:defRPr>
            </a:lvl7pPr>
            <a:lvl8pPr algn="l">
              <a:defRPr sz="1575" b="1">
                <a:solidFill>
                  <a:srgbClr val="070D3A"/>
                </a:solidFill>
                <a:latin typeface="Nimbus Sans Narrow"/>
                <a:ea typeface="Nimbus Sans Narrow"/>
                <a:cs typeface="Nimbus Sans Narrow"/>
              </a:defRPr>
            </a:lvl8pPr>
            <a:lvl9pPr algn="l">
              <a:defRPr sz="1575" b="1">
                <a:solidFill>
                  <a:srgbClr val="070D3A"/>
                </a:solidFill>
                <a:latin typeface="Nimbus Sans Narrow"/>
                <a:ea typeface="Nimbus Sans Narrow"/>
                <a:cs typeface="Nimbus Sans Narrow"/>
              </a:defRPr>
            </a:lvl9pPr>
          </a:lstStyle>
          <a:p>
            <a:pPr algn="l">
              <a:defRPr sz="1575" b="1">
                <a:solidFill>
                  <a:srgbClr val="070D3A"/>
                </a:solidFill>
                <a:latin typeface="Nimbus Sans Narrow"/>
                <a:ea typeface="Nimbus Sans Narrow"/>
                <a:cs typeface="Nimbus Sans Narrow"/>
              </a:defRPr>
            </a:pPr>
            <a:r>
              <a:rPr sz="1575" b="1">
                <a:solidFill>
                  <a:srgbClr val="070D3A"/>
                </a:solidFill>
                <a:latin typeface="Nimbus Sans Narrow"/>
                <a:ea typeface="Nimbus Sans Narrow"/>
                <a:cs typeface="Nimbus Sans Narrow"/>
              </a:rPr>
              <a:t>Recognize meaningful departures</a:t>
            </a:r>
          </a:p>
        </p:txBody>
      </p:sp>
      <p:sp>
        <p:nvSpPr>
          <p:cNvPr id="10" name="summary-state-1">
            <a:extLst>
              <a:ext uri="{FF2B5EF4-FFF2-40B4-BE49-F238E27FC236}">
                <a16:creationId xmlns:a16="http://schemas.microsoft.com/office/drawing/2014/main" id="{0D610E36-8FC5-453D-AC08-1AF21F30354B}"/>
              </a:ext>
            </a:extLst>
          </p:cNvPr>
          <p:cNvSpPr>
            <a:spLocks noGrp="1"/>
          </p:cNvSpPr>
          <p:nvPr/>
        </p:nvSpPr>
        <p:spPr>
          <a:xfrm>
            <a:off x="723900" y="2105025"/>
            <a:ext cx="2095500" cy="457200"/>
          </a:xfrm>
          <a:prstGeom prst="rect">
            <a:avLst/>
          </a:prstGeom>
          <a:noFill/>
          <a:ln w="0">
            <a:noFill/>
            <a:prstDash val="solid"/>
          </a:ln>
        </p:spPr>
        <p:txBody>
          <a:bodyPr lIns="0" tIns="0" rIns="0" bIns="0" anchor="ctr"/>
          <a:lstStyle>
            <a:defPPr algn="l">
              <a:defRPr sz="1575" b="1">
                <a:solidFill>
                  <a:srgbClr val="070D3A"/>
                </a:solidFill>
                <a:latin typeface="Nimbus Sans Narrow"/>
                <a:ea typeface="Nimbus Sans Narrow"/>
                <a:cs typeface="Nimbus Sans Narrow"/>
              </a:defRPr>
            </a:defPPr>
            <a:lvl1pPr algn="l">
              <a:defRPr sz="1575" b="1">
                <a:solidFill>
                  <a:srgbClr val="070D3A"/>
                </a:solidFill>
                <a:latin typeface="Nimbus Sans Narrow"/>
                <a:ea typeface="Nimbus Sans Narrow"/>
                <a:cs typeface="Nimbus Sans Narrow"/>
              </a:defRPr>
            </a:lvl1pPr>
            <a:lvl2pPr algn="l">
              <a:defRPr sz="1575" b="1">
                <a:solidFill>
                  <a:srgbClr val="070D3A"/>
                </a:solidFill>
                <a:latin typeface="Nimbus Sans Narrow"/>
                <a:ea typeface="Nimbus Sans Narrow"/>
                <a:cs typeface="Nimbus Sans Narrow"/>
              </a:defRPr>
            </a:lvl2pPr>
            <a:lvl3pPr algn="l">
              <a:defRPr sz="1575" b="1">
                <a:solidFill>
                  <a:srgbClr val="070D3A"/>
                </a:solidFill>
                <a:latin typeface="Nimbus Sans Narrow"/>
                <a:ea typeface="Nimbus Sans Narrow"/>
                <a:cs typeface="Nimbus Sans Narrow"/>
              </a:defRPr>
            </a:lvl3pPr>
            <a:lvl4pPr algn="l">
              <a:defRPr sz="1575" b="1">
                <a:solidFill>
                  <a:srgbClr val="070D3A"/>
                </a:solidFill>
                <a:latin typeface="Nimbus Sans Narrow"/>
                <a:ea typeface="Nimbus Sans Narrow"/>
                <a:cs typeface="Nimbus Sans Narrow"/>
              </a:defRPr>
            </a:lvl4pPr>
            <a:lvl5pPr algn="l">
              <a:defRPr sz="1575" b="1">
                <a:solidFill>
                  <a:srgbClr val="070D3A"/>
                </a:solidFill>
                <a:latin typeface="Nimbus Sans Narrow"/>
                <a:ea typeface="Nimbus Sans Narrow"/>
                <a:cs typeface="Nimbus Sans Narrow"/>
              </a:defRPr>
            </a:lvl5pPr>
            <a:lvl6pPr algn="l">
              <a:defRPr sz="1575" b="1">
                <a:solidFill>
                  <a:srgbClr val="070D3A"/>
                </a:solidFill>
                <a:latin typeface="Nimbus Sans Narrow"/>
                <a:ea typeface="Nimbus Sans Narrow"/>
                <a:cs typeface="Nimbus Sans Narrow"/>
              </a:defRPr>
            </a:lvl6pPr>
            <a:lvl7pPr algn="l">
              <a:defRPr sz="1575" b="1">
                <a:solidFill>
                  <a:srgbClr val="070D3A"/>
                </a:solidFill>
                <a:latin typeface="Nimbus Sans Narrow"/>
                <a:ea typeface="Nimbus Sans Narrow"/>
                <a:cs typeface="Nimbus Sans Narrow"/>
              </a:defRPr>
            </a:lvl7pPr>
            <a:lvl8pPr algn="l">
              <a:defRPr sz="1575" b="1">
                <a:solidFill>
                  <a:srgbClr val="070D3A"/>
                </a:solidFill>
                <a:latin typeface="Nimbus Sans Narrow"/>
                <a:ea typeface="Nimbus Sans Narrow"/>
                <a:cs typeface="Nimbus Sans Narrow"/>
              </a:defRPr>
            </a:lvl8pPr>
            <a:lvl9pPr algn="l">
              <a:defRPr sz="1575" b="1">
                <a:solidFill>
                  <a:srgbClr val="070D3A"/>
                </a:solidFill>
                <a:latin typeface="Nimbus Sans Narrow"/>
                <a:ea typeface="Nimbus Sans Narrow"/>
                <a:cs typeface="Nimbus Sans Narrow"/>
              </a:defRPr>
            </a:lvl9pPr>
          </a:lstStyle>
          <a:p>
            <a:pPr algn="l">
              <a:defRPr sz="1575" b="1">
                <a:solidFill>
                  <a:srgbClr val="070D3A"/>
                </a:solidFill>
                <a:latin typeface="Nimbus Sans Narrow"/>
                <a:ea typeface="Nimbus Sans Narrow"/>
                <a:cs typeface="Nimbus Sans Narrow"/>
              </a:defRPr>
            </a:pPr>
            <a:r>
              <a:rPr sz="1575" b="1">
                <a:solidFill>
                  <a:srgbClr val="070D3A"/>
                </a:solidFill>
                <a:latin typeface="Nimbus Sans Narrow"/>
                <a:ea typeface="Nimbus Sans Narrow"/>
                <a:cs typeface="Nimbus Sans Narrow"/>
              </a:rPr>
              <a:t>Anomaly</a:t>
            </a:r>
          </a:p>
        </p:txBody>
      </p:sp>
      <p:sp>
        <p:nvSpPr>
          <p:cNvPr id="11" name="summary-question-1">
            <a:extLst>
              <a:ext uri="{FF2B5EF4-FFF2-40B4-BE49-F238E27FC236}">
                <a16:creationId xmlns:a16="http://schemas.microsoft.com/office/drawing/2014/main" id="{6EDF5864-ECA0-400A-82F7-416E72D5564D}"/>
              </a:ext>
            </a:extLst>
          </p:cNvPr>
          <p:cNvSpPr>
            <a:spLocks noGrp="1"/>
          </p:cNvSpPr>
          <p:nvPr/>
        </p:nvSpPr>
        <p:spPr>
          <a:xfrm>
            <a:off x="3143250" y="2105025"/>
            <a:ext cx="3333750" cy="457200"/>
          </a:xfrm>
          <a:prstGeom prst="rect">
            <a:avLst/>
          </a:prstGeom>
          <a:noFill/>
          <a:ln w="0">
            <a:noFill/>
            <a:prstDash val="solid"/>
          </a:ln>
        </p:spPr>
        <p:txBody>
          <a:bodyPr lIns="0" tIns="0" rIns="0" bIns="0" anchor="ctr"/>
          <a:lstStyle>
            <a:defPPr algn="l">
              <a:defRPr sz="1575" b="0">
                <a:solidFill>
                  <a:srgbClr val="070D3A"/>
                </a:solidFill>
                <a:latin typeface="Nimbus Sans Narrow"/>
                <a:ea typeface="Nimbus Sans Narrow"/>
                <a:cs typeface="Nimbus Sans Narrow"/>
              </a:defRPr>
            </a:defPPr>
            <a:lvl1pPr algn="l">
              <a:defRPr sz="1575" b="0">
                <a:solidFill>
                  <a:srgbClr val="070D3A"/>
                </a:solidFill>
                <a:latin typeface="Nimbus Sans Narrow"/>
                <a:ea typeface="Nimbus Sans Narrow"/>
                <a:cs typeface="Nimbus Sans Narrow"/>
              </a:defRPr>
            </a:lvl1pPr>
            <a:lvl2pPr algn="l">
              <a:defRPr sz="1575" b="0">
                <a:solidFill>
                  <a:srgbClr val="070D3A"/>
                </a:solidFill>
                <a:latin typeface="Nimbus Sans Narrow"/>
                <a:ea typeface="Nimbus Sans Narrow"/>
                <a:cs typeface="Nimbus Sans Narrow"/>
              </a:defRPr>
            </a:lvl2pPr>
            <a:lvl3pPr algn="l">
              <a:defRPr sz="1575" b="0">
                <a:solidFill>
                  <a:srgbClr val="070D3A"/>
                </a:solidFill>
                <a:latin typeface="Nimbus Sans Narrow"/>
                <a:ea typeface="Nimbus Sans Narrow"/>
                <a:cs typeface="Nimbus Sans Narrow"/>
              </a:defRPr>
            </a:lvl3pPr>
            <a:lvl4pPr algn="l">
              <a:defRPr sz="1575" b="0">
                <a:solidFill>
                  <a:srgbClr val="070D3A"/>
                </a:solidFill>
                <a:latin typeface="Nimbus Sans Narrow"/>
                <a:ea typeface="Nimbus Sans Narrow"/>
                <a:cs typeface="Nimbus Sans Narrow"/>
              </a:defRPr>
            </a:lvl4pPr>
            <a:lvl5pPr algn="l">
              <a:defRPr sz="1575" b="0">
                <a:solidFill>
                  <a:srgbClr val="070D3A"/>
                </a:solidFill>
                <a:latin typeface="Nimbus Sans Narrow"/>
                <a:ea typeface="Nimbus Sans Narrow"/>
                <a:cs typeface="Nimbus Sans Narrow"/>
              </a:defRPr>
            </a:lvl5pPr>
            <a:lvl6pPr algn="l">
              <a:defRPr sz="1575" b="0">
                <a:solidFill>
                  <a:srgbClr val="070D3A"/>
                </a:solidFill>
                <a:latin typeface="Nimbus Sans Narrow"/>
                <a:ea typeface="Nimbus Sans Narrow"/>
                <a:cs typeface="Nimbus Sans Narrow"/>
              </a:defRPr>
            </a:lvl6pPr>
            <a:lvl7pPr algn="l">
              <a:defRPr sz="1575" b="0">
                <a:solidFill>
                  <a:srgbClr val="070D3A"/>
                </a:solidFill>
                <a:latin typeface="Nimbus Sans Narrow"/>
                <a:ea typeface="Nimbus Sans Narrow"/>
                <a:cs typeface="Nimbus Sans Narrow"/>
              </a:defRPr>
            </a:lvl7pPr>
            <a:lvl8pPr algn="l">
              <a:defRPr sz="1575" b="0">
                <a:solidFill>
                  <a:srgbClr val="070D3A"/>
                </a:solidFill>
                <a:latin typeface="Nimbus Sans Narrow"/>
                <a:ea typeface="Nimbus Sans Narrow"/>
                <a:cs typeface="Nimbus Sans Narrow"/>
              </a:defRPr>
            </a:lvl8pPr>
            <a:lvl9pPr algn="l">
              <a:defRPr sz="1575" b="0">
                <a:solidFill>
                  <a:srgbClr val="070D3A"/>
                </a:solidFill>
                <a:latin typeface="Nimbus Sans Narrow"/>
                <a:ea typeface="Nimbus Sans Narrow"/>
                <a:cs typeface="Nimbus Sans Narrow"/>
              </a:defRPr>
            </a:lvl9pPr>
          </a:lstStyle>
          <a:p>
            <a:pPr algn="l">
              <a:defRPr sz="1575" b="0">
                <a:solidFill>
                  <a:srgbClr val="070D3A"/>
                </a:solidFill>
                <a:latin typeface="Nimbus Sans Narrow"/>
                <a:ea typeface="Nimbus Sans Narrow"/>
                <a:cs typeface="Nimbus Sans Narrow"/>
              </a:defRPr>
            </a:pPr>
            <a:r>
              <a:rPr sz="1575" b="0">
                <a:solidFill>
                  <a:srgbClr val="070D3A"/>
                </a:solidFill>
                <a:latin typeface="Nimbus Sans Narrow"/>
                <a:ea typeface="Nimbus Sans Narrow"/>
                <a:cs typeface="Nimbus Sans Narrow"/>
              </a:rPr>
              <a:t>Verify identity and novelty</a:t>
            </a:r>
          </a:p>
        </p:txBody>
      </p:sp>
      <p:sp>
        <p:nvSpPr>
          <p:cNvPr id="12" name="summary-decision-1">
            <a:extLst>
              <a:ext uri="{FF2B5EF4-FFF2-40B4-BE49-F238E27FC236}">
                <a16:creationId xmlns:a16="http://schemas.microsoft.com/office/drawing/2014/main" id="{C47B3960-A136-45AB-A1AE-30E1B153523A}"/>
              </a:ext>
            </a:extLst>
          </p:cNvPr>
          <p:cNvSpPr>
            <a:spLocks noGrp="1"/>
          </p:cNvSpPr>
          <p:nvPr/>
        </p:nvSpPr>
        <p:spPr>
          <a:xfrm>
            <a:off x="7143750" y="2105025"/>
            <a:ext cx="4095750" cy="457200"/>
          </a:xfrm>
          <a:prstGeom prst="rect">
            <a:avLst/>
          </a:prstGeom>
          <a:noFill/>
          <a:ln w="0">
            <a:noFill/>
            <a:prstDash val="solid"/>
          </a:ln>
        </p:spPr>
        <p:txBody>
          <a:bodyPr lIns="0" tIns="0" rIns="0" bIns="0" anchor="ctr"/>
          <a:lstStyle>
            <a:defPPr algn="l">
              <a:defRPr sz="1575" b="1">
                <a:solidFill>
                  <a:srgbClr val="070D3A"/>
                </a:solidFill>
                <a:latin typeface="Nimbus Sans Narrow"/>
                <a:ea typeface="Nimbus Sans Narrow"/>
                <a:cs typeface="Nimbus Sans Narrow"/>
              </a:defRPr>
            </a:defPPr>
            <a:lvl1pPr algn="l">
              <a:defRPr sz="1575" b="1">
                <a:solidFill>
                  <a:srgbClr val="070D3A"/>
                </a:solidFill>
                <a:latin typeface="Nimbus Sans Narrow"/>
                <a:ea typeface="Nimbus Sans Narrow"/>
                <a:cs typeface="Nimbus Sans Narrow"/>
              </a:defRPr>
            </a:lvl1pPr>
            <a:lvl2pPr algn="l">
              <a:defRPr sz="1575" b="1">
                <a:solidFill>
                  <a:srgbClr val="070D3A"/>
                </a:solidFill>
                <a:latin typeface="Nimbus Sans Narrow"/>
                <a:ea typeface="Nimbus Sans Narrow"/>
                <a:cs typeface="Nimbus Sans Narrow"/>
              </a:defRPr>
            </a:lvl2pPr>
            <a:lvl3pPr algn="l">
              <a:defRPr sz="1575" b="1">
                <a:solidFill>
                  <a:srgbClr val="070D3A"/>
                </a:solidFill>
                <a:latin typeface="Nimbus Sans Narrow"/>
                <a:ea typeface="Nimbus Sans Narrow"/>
                <a:cs typeface="Nimbus Sans Narrow"/>
              </a:defRPr>
            </a:lvl3pPr>
            <a:lvl4pPr algn="l">
              <a:defRPr sz="1575" b="1">
                <a:solidFill>
                  <a:srgbClr val="070D3A"/>
                </a:solidFill>
                <a:latin typeface="Nimbus Sans Narrow"/>
                <a:ea typeface="Nimbus Sans Narrow"/>
                <a:cs typeface="Nimbus Sans Narrow"/>
              </a:defRPr>
            </a:lvl4pPr>
            <a:lvl5pPr algn="l">
              <a:defRPr sz="1575" b="1">
                <a:solidFill>
                  <a:srgbClr val="070D3A"/>
                </a:solidFill>
                <a:latin typeface="Nimbus Sans Narrow"/>
                <a:ea typeface="Nimbus Sans Narrow"/>
                <a:cs typeface="Nimbus Sans Narrow"/>
              </a:defRPr>
            </a:lvl5pPr>
            <a:lvl6pPr algn="l">
              <a:defRPr sz="1575" b="1">
                <a:solidFill>
                  <a:srgbClr val="070D3A"/>
                </a:solidFill>
                <a:latin typeface="Nimbus Sans Narrow"/>
                <a:ea typeface="Nimbus Sans Narrow"/>
                <a:cs typeface="Nimbus Sans Narrow"/>
              </a:defRPr>
            </a:lvl6pPr>
            <a:lvl7pPr algn="l">
              <a:defRPr sz="1575" b="1">
                <a:solidFill>
                  <a:srgbClr val="070D3A"/>
                </a:solidFill>
                <a:latin typeface="Nimbus Sans Narrow"/>
                <a:ea typeface="Nimbus Sans Narrow"/>
                <a:cs typeface="Nimbus Sans Narrow"/>
              </a:defRPr>
            </a:lvl7pPr>
            <a:lvl8pPr algn="l">
              <a:defRPr sz="1575" b="1">
                <a:solidFill>
                  <a:srgbClr val="070D3A"/>
                </a:solidFill>
                <a:latin typeface="Nimbus Sans Narrow"/>
                <a:ea typeface="Nimbus Sans Narrow"/>
                <a:cs typeface="Nimbus Sans Narrow"/>
              </a:defRPr>
            </a:lvl8pPr>
            <a:lvl9pPr algn="l">
              <a:defRPr sz="1575" b="1">
                <a:solidFill>
                  <a:srgbClr val="070D3A"/>
                </a:solidFill>
                <a:latin typeface="Nimbus Sans Narrow"/>
                <a:ea typeface="Nimbus Sans Narrow"/>
                <a:cs typeface="Nimbus Sans Narrow"/>
              </a:defRPr>
            </a:lvl9pPr>
          </a:lstStyle>
          <a:p>
            <a:pPr algn="l">
              <a:defRPr sz="1575" b="1">
                <a:solidFill>
                  <a:srgbClr val="070D3A"/>
                </a:solidFill>
                <a:latin typeface="Nimbus Sans Narrow"/>
                <a:ea typeface="Nimbus Sans Narrow"/>
                <a:cs typeface="Nimbus Sans Narrow"/>
              </a:defRPr>
            </a:pPr>
            <a:r>
              <a:rPr sz="1575" b="1">
                <a:solidFill>
                  <a:srgbClr val="070D3A"/>
                </a:solidFill>
                <a:latin typeface="Nimbus Sans Narrow"/>
                <a:ea typeface="Nimbus Sans Narrow"/>
                <a:cs typeface="Nimbus Sans Narrow"/>
              </a:rPr>
              <a:t>Escalate or contain the investigation</a:t>
            </a:r>
          </a:p>
        </p:txBody>
      </p:sp>
      <p:sp>
        <p:nvSpPr>
          <p:cNvPr id="13" name="summary-row-2">
            <a:extLst>
              <a:ext uri="{FF2B5EF4-FFF2-40B4-BE49-F238E27FC236}">
                <a16:creationId xmlns:a16="http://schemas.microsoft.com/office/drawing/2014/main" id="{E561F7F0-CD3A-45D2-80C8-4F6E101D6339}"/>
              </a:ext>
            </a:extLst>
          </p:cNvPr>
          <p:cNvSpPr>
            <a:spLocks noGrp="1"/>
          </p:cNvSpPr>
          <p:nvPr/>
        </p:nvSpPr>
        <p:spPr>
          <a:xfrm>
            <a:off x="571500" y="2705100"/>
            <a:ext cx="11049000" cy="552450"/>
          </a:xfrm>
          <a:prstGeom prst="roundRect">
            <a:avLst>
              <a:gd name="adj" fmla="val 10345"/>
            </a:avLst>
          </a:prstGeom>
          <a:solidFill>
            <a:srgbClr val="F7FAFC"/>
          </a:solidFill>
          <a:ln w="0">
            <a:solidFill>
              <a:srgbClr val="F7FAFC"/>
            </a:solidFill>
            <a:prstDash val="solid"/>
          </a:ln>
        </p:spPr>
        <p:txBody>
          <a:bodyPr/>
          <a:lstStyle/>
          <a:p>
            <a:endParaRPr lang="en-US"/>
          </a:p>
        </p:txBody>
      </p:sp>
      <p:sp>
        <p:nvSpPr>
          <p:cNvPr id="14" name="summary-state-2">
            <a:extLst>
              <a:ext uri="{FF2B5EF4-FFF2-40B4-BE49-F238E27FC236}">
                <a16:creationId xmlns:a16="http://schemas.microsoft.com/office/drawing/2014/main" id="{081CA8F2-3A90-43E0-9C16-1C79AC6BE129}"/>
              </a:ext>
            </a:extLst>
          </p:cNvPr>
          <p:cNvSpPr>
            <a:spLocks noGrp="1"/>
          </p:cNvSpPr>
          <p:nvPr/>
        </p:nvSpPr>
        <p:spPr>
          <a:xfrm>
            <a:off x="723900" y="2743200"/>
            <a:ext cx="2095500" cy="457200"/>
          </a:xfrm>
          <a:prstGeom prst="rect">
            <a:avLst/>
          </a:prstGeom>
          <a:noFill/>
          <a:ln w="0">
            <a:noFill/>
            <a:prstDash val="solid"/>
          </a:ln>
        </p:spPr>
        <p:txBody>
          <a:bodyPr lIns="0" tIns="0" rIns="0" bIns="0" anchor="ctr"/>
          <a:lstStyle>
            <a:defPPr algn="l">
              <a:defRPr sz="1575" b="1">
                <a:solidFill>
                  <a:srgbClr val="070D3A"/>
                </a:solidFill>
                <a:latin typeface="Nimbus Sans Narrow"/>
                <a:ea typeface="Nimbus Sans Narrow"/>
                <a:cs typeface="Nimbus Sans Narrow"/>
              </a:defRPr>
            </a:defPPr>
            <a:lvl1pPr algn="l">
              <a:defRPr sz="1575" b="1">
                <a:solidFill>
                  <a:srgbClr val="070D3A"/>
                </a:solidFill>
                <a:latin typeface="Nimbus Sans Narrow"/>
                <a:ea typeface="Nimbus Sans Narrow"/>
                <a:cs typeface="Nimbus Sans Narrow"/>
              </a:defRPr>
            </a:lvl1pPr>
            <a:lvl2pPr algn="l">
              <a:defRPr sz="1575" b="1">
                <a:solidFill>
                  <a:srgbClr val="070D3A"/>
                </a:solidFill>
                <a:latin typeface="Nimbus Sans Narrow"/>
                <a:ea typeface="Nimbus Sans Narrow"/>
                <a:cs typeface="Nimbus Sans Narrow"/>
              </a:defRPr>
            </a:lvl2pPr>
            <a:lvl3pPr algn="l">
              <a:defRPr sz="1575" b="1">
                <a:solidFill>
                  <a:srgbClr val="070D3A"/>
                </a:solidFill>
                <a:latin typeface="Nimbus Sans Narrow"/>
                <a:ea typeface="Nimbus Sans Narrow"/>
                <a:cs typeface="Nimbus Sans Narrow"/>
              </a:defRPr>
            </a:lvl3pPr>
            <a:lvl4pPr algn="l">
              <a:defRPr sz="1575" b="1">
                <a:solidFill>
                  <a:srgbClr val="070D3A"/>
                </a:solidFill>
                <a:latin typeface="Nimbus Sans Narrow"/>
                <a:ea typeface="Nimbus Sans Narrow"/>
                <a:cs typeface="Nimbus Sans Narrow"/>
              </a:defRPr>
            </a:lvl4pPr>
            <a:lvl5pPr algn="l">
              <a:defRPr sz="1575" b="1">
                <a:solidFill>
                  <a:srgbClr val="070D3A"/>
                </a:solidFill>
                <a:latin typeface="Nimbus Sans Narrow"/>
                <a:ea typeface="Nimbus Sans Narrow"/>
                <a:cs typeface="Nimbus Sans Narrow"/>
              </a:defRPr>
            </a:lvl5pPr>
            <a:lvl6pPr algn="l">
              <a:defRPr sz="1575" b="1">
                <a:solidFill>
                  <a:srgbClr val="070D3A"/>
                </a:solidFill>
                <a:latin typeface="Nimbus Sans Narrow"/>
                <a:ea typeface="Nimbus Sans Narrow"/>
                <a:cs typeface="Nimbus Sans Narrow"/>
              </a:defRPr>
            </a:lvl6pPr>
            <a:lvl7pPr algn="l">
              <a:defRPr sz="1575" b="1">
                <a:solidFill>
                  <a:srgbClr val="070D3A"/>
                </a:solidFill>
                <a:latin typeface="Nimbus Sans Narrow"/>
                <a:ea typeface="Nimbus Sans Narrow"/>
                <a:cs typeface="Nimbus Sans Narrow"/>
              </a:defRPr>
            </a:lvl7pPr>
            <a:lvl8pPr algn="l">
              <a:defRPr sz="1575" b="1">
                <a:solidFill>
                  <a:srgbClr val="070D3A"/>
                </a:solidFill>
                <a:latin typeface="Nimbus Sans Narrow"/>
                <a:ea typeface="Nimbus Sans Narrow"/>
                <a:cs typeface="Nimbus Sans Narrow"/>
              </a:defRPr>
            </a:lvl8pPr>
            <a:lvl9pPr algn="l">
              <a:defRPr sz="1575" b="1">
                <a:solidFill>
                  <a:srgbClr val="070D3A"/>
                </a:solidFill>
                <a:latin typeface="Nimbus Sans Narrow"/>
                <a:ea typeface="Nimbus Sans Narrow"/>
                <a:cs typeface="Nimbus Sans Narrow"/>
              </a:defRPr>
            </a:lvl9pPr>
          </a:lstStyle>
          <a:p>
            <a:pPr algn="l">
              <a:defRPr sz="1575" b="1">
                <a:solidFill>
                  <a:srgbClr val="070D3A"/>
                </a:solidFill>
                <a:latin typeface="Nimbus Sans Narrow"/>
                <a:ea typeface="Nimbus Sans Narrow"/>
                <a:cs typeface="Nimbus Sans Narrow"/>
              </a:defRPr>
            </a:pPr>
            <a:r>
              <a:rPr sz="1575" b="1">
                <a:solidFill>
                  <a:srgbClr val="070D3A"/>
                </a:solidFill>
                <a:latin typeface="Nimbus Sans Narrow"/>
                <a:ea typeface="Nimbus Sans Narrow"/>
                <a:cs typeface="Nimbus Sans Narrow"/>
              </a:rPr>
              <a:t>Establishment</a:t>
            </a:r>
          </a:p>
        </p:txBody>
      </p:sp>
      <p:sp>
        <p:nvSpPr>
          <p:cNvPr id="15" name="summary-question-2">
            <a:extLst>
              <a:ext uri="{FF2B5EF4-FFF2-40B4-BE49-F238E27FC236}">
                <a16:creationId xmlns:a16="http://schemas.microsoft.com/office/drawing/2014/main" id="{7FE9F48F-CEA6-4394-B02B-320B187FB8CF}"/>
              </a:ext>
            </a:extLst>
          </p:cNvPr>
          <p:cNvSpPr>
            <a:spLocks noGrp="1"/>
          </p:cNvSpPr>
          <p:nvPr/>
        </p:nvSpPr>
        <p:spPr>
          <a:xfrm>
            <a:off x="3143250" y="2743200"/>
            <a:ext cx="3333750" cy="457200"/>
          </a:xfrm>
          <a:prstGeom prst="rect">
            <a:avLst/>
          </a:prstGeom>
          <a:noFill/>
          <a:ln w="0">
            <a:noFill/>
            <a:prstDash val="solid"/>
          </a:ln>
        </p:spPr>
        <p:txBody>
          <a:bodyPr lIns="0" tIns="0" rIns="0" bIns="0" anchor="ctr"/>
          <a:lstStyle>
            <a:defPPr algn="l">
              <a:defRPr sz="1575" b="0">
                <a:solidFill>
                  <a:srgbClr val="070D3A"/>
                </a:solidFill>
                <a:latin typeface="Nimbus Sans Narrow"/>
                <a:ea typeface="Nimbus Sans Narrow"/>
                <a:cs typeface="Nimbus Sans Narrow"/>
              </a:defRPr>
            </a:defPPr>
            <a:lvl1pPr algn="l">
              <a:defRPr sz="1575" b="0">
                <a:solidFill>
                  <a:srgbClr val="070D3A"/>
                </a:solidFill>
                <a:latin typeface="Nimbus Sans Narrow"/>
                <a:ea typeface="Nimbus Sans Narrow"/>
                <a:cs typeface="Nimbus Sans Narrow"/>
              </a:defRPr>
            </a:lvl1pPr>
            <a:lvl2pPr algn="l">
              <a:defRPr sz="1575" b="0">
                <a:solidFill>
                  <a:srgbClr val="070D3A"/>
                </a:solidFill>
                <a:latin typeface="Nimbus Sans Narrow"/>
                <a:ea typeface="Nimbus Sans Narrow"/>
                <a:cs typeface="Nimbus Sans Narrow"/>
              </a:defRPr>
            </a:lvl2pPr>
            <a:lvl3pPr algn="l">
              <a:defRPr sz="1575" b="0">
                <a:solidFill>
                  <a:srgbClr val="070D3A"/>
                </a:solidFill>
                <a:latin typeface="Nimbus Sans Narrow"/>
                <a:ea typeface="Nimbus Sans Narrow"/>
                <a:cs typeface="Nimbus Sans Narrow"/>
              </a:defRPr>
            </a:lvl3pPr>
            <a:lvl4pPr algn="l">
              <a:defRPr sz="1575" b="0">
                <a:solidFill>
                  <a:srgbClr val="070D3A"/>
                </a:solidFill>
                <a:latin typeface="Nimbus Sans Narrow"/>
                <a:ea typeface="Nimbus Sans Narrow"/>
                <a:cs typeface="Nimbus Sans Narrow"/>
              </a:defRPr>
            </a:lvl4pPr>
            <a:lvl5pPr algn="l">
              <a:defRPr sz="1575" b="0">
                <a:solidFill>
                  <a:srgbClr val="070D3A"/>
                </a:solidFill>
                <a:latin typeface="Nimbus Sans Narrow"/>
                <a:ea typeface="Nimbus Sans Narrow"/>
                <a:cs typeface="Nimbus Sans Narrow"/>
              </a:defRPr>
            </a:lvl5pPr>
            <a:lvl6pPr algn="l">
              <a:defRPr sz="1575" b="0">
                <a:solidFill>
                  <a:srgbClr val="070D3A"/>
                </a:solidFill>
                <a:latin typeface="Nimbus Sans Narrow"/>
                <a:ea typeface="Nimbus Sans Narrow"/>
                <a:cs typeface="Nimbus Sans Narrow"/>
              </a:defRPr>
            </a:lvl6pPr>
            <a:lvl7pPr algn="l">
              <a:defRPr sz="1575" b="0">
                <a:solidFill>
                  <a:srgbClr val="070D3A"/>
                </a:solidFill>
                <a:latin typeface="Nimbus Sans Narrow"/>
                <a:ea typeface="Nimbus Sans Narrow"/>
                <a:cs typeface="Nimbus Sans Narrow"/>
              </a:defRPr>
            </a:lvl7pPr>
            <a:lvl8pPr algn="l">
              <a:defRPr sz="1575" b="0">
                <a:solidFill>
                  <a:srgbClr val="070D3A"/>
                </a:solidFill>
                <a:latin typeface="Nimbus Sans Narrow"/>
                <a:ea typeface="Nimbus Sans Narrow"/>
                <a:cs typeface="Nimbus Sans Narrow"/>
              </a:defRPr>
            </a:lvl8pPr>
            <a:lvl9pPr algn="l">
              <a:defRPr sz="1575" b="0">
                <a:solidFill>
                  <a:srgbClr val="070D3A"/>
                </a:solidFill>
                <a:latin typeface="Nimbus Sans Narrow"/>
                <a:ea typeface="Nimbus Sans Narrow"/>
                <a:cs typeface="Nimbus Sans Narrow"/>
              </a:defRPr>
            </a:lvl9pPr>
          </a:lstStyle>
          <a:p>
            <a:pPr algn="l">
              <a:defRPr sz="1575" b="0">
                <a:solidFill>
                  <a:srgbClr val="070D3A"/>
                </a:solidFill>
                <a:latin typeface="Nimbus Sans Narrow"/>
                <a:ea typeface="Nimbus Sans Narrow"/>
                <a:cs typeface="Nimbus Sans Narrow"/>
              </a:defRPr>
            </a:pPr>
            <a:r>
              <a:rPr sz="1575" b="0">
                <a:solidFill>
                  <a:srgbClr val="070D3A"/>
                </a:solidFill>
                <a:latin typeface="Nimbus Sans Narrow"/>
                <a:ea typeface="Nimbus Sans Narrow"/>
                <a:cs typeface="Nimbus Sans Narrow"/>
              </a:rPr>
              <a:t>Introductions or local spread?</a:t>
            </a:r>
          </a:p>
        </p:txBody>
      </p:sp>
      <p:sp>
        <p:nvSpPr>
          <p:cNvPr id="16" name="summary-decision-2">
            <a:extLst>
              <a:ext uri="{FF2B5EF4-FFF2-40B4-BE49-F238E27FC236}">
                <a16:creationId xmlns:a16="http://schemas.microsoft.com/office/drawing/2014/main" id="{7B8BAE24-C4C3-4574-ABF9-DBD895E90DE9}"/>
              </a:ext>
            </a:extLst>
          </p:cNvPr>
          <p:cNvSpPr>
            <a:spLocks noGrp="1"/>
          </p:cNvSpPr>
          <p:nvPr/>
        </p:nvSpPr>
        <p:spPr>
          <a:xfrm>
            <a:off x="7143750" y="2743200"/>
            <a:ext cx="4095750" cy="457200"/>
          </a:xfrm>
          <a:prstGeom prst="rect">
            <a:avLst/>
          </a:prstGeom>
          <a:noFill/>
          <a:ln w="0">
            <a:noFill/>
            <a:prstDash val="solid"/>
          </a:ln>
        </p:spPr>
        <p:txBody>
          <a:bodyPr lIns="0" tIns="0" rIns="0" bIns="0" anchor="ctr"/>
          <a:lstStyle>
            <a:defPPr algn="l">
              <a:defRPr sz="1575" b="1">
                <a:solidFill>
                  <a:srgbClr val="070D3A"/>
                </a:solidFill>
                <a:latin typeface="Nimbus Sans Narrow"/>
                <a:ea typeface="Nimbus Sans Narrow"/>
                <a:cs typeface="Nimbus Sans Narrow"/>
              </a:defRPr>
            </a:defPPr>
            <a:lvl1pPr algn="l">
              <a:defRPr sz="1575" b="1">
                <a:solidFill>
                  <a:srgbClr val="070D3A"/>
                </a:solidFill>
                <a:latin typeface="Nimbus Sans Narrow"/>
                <a:ea typeface="Nimbus Sans Narrow"/>
                <a:cs typeface="Nimbus Sans Narrow"/>
              </a:defRPr>
            </a:lvl1pPr>
            <a:lvl2pPr algn="l">
              <a:defRPr sz="1575" b="1">
                <a:solidFill>
                  <a:srgbClr val="070D3A"/>
                </a:solidFill>
                <a:latin typeface="Nimbus Sans Narrow"/>
                <a:ea typeface="Nimbus Sans Narrow"/>
                <a:cs typeface="Nimbus Sans Narrow"/>
              </a:defRPr>
            </a:lvl2pPr>
            <a:lvl3pPr algn="l">
              <a:defRPr sz="1575" b="1">
                <a:solidFill>
                  <a:srgbClr val="070D3A"/>
                </a:solidFill>
                <a:latin typeface="Nimbus Sans Narrow"/>
                <a:ea typeface="Nimbus Sans Narrow"/>
                <a:cs typeface="Nimbus Sans Narrow"/>
              </a:defRPr>
            </a:lvl3pPr>
            <a:lvl4pPr algn="l">
              <a:defRPr sz="1575" b="1">
                <a:solidFill>
                  <a:srgbClr val="070D3A"/>
                </a:solidFill>
                <a:latin typeface="Nimbus Sans Narrow"/>
                <a:ea typeface="Nimbus Sans Narrow"/>
                <a:cs typeface="Nimbus Sans Narrow"/>
              </a:defRPr>
            </a:lvl4pPr>
            <a:lvl5pPr algn="l">
              <a:defRPr sz="1575" b="1">
                <a:solidFill>
                  <a:srgbClr val="070D3A"/>
                </a:solidFill>
                <a:latin typeface="Nimbus Sans Narrow"/>
                <a:ea typeface="Nimbus Sans Narrow"/>
                <a:cs typeface="Nimbus Sans Narrow"/>
              </a:defRPr>
            </a:lvl5pPr>
            <a:lvl6pPr algn="l">
              <a:defRPr sz="1575" b="1">
                <a:solidFill>
                  <a:srgbClr val="070D3A"/>
                </a:solidFill>
                <a:latin typeface="Nimbus Sans Narrow"/>
                <a:ea typeface="Nimbus Sans Narrow"/>
                <a:cs typeface="Nimbus Sans Narrow"/>
              </a:defRPr>
            </a:lvl6pPr>
            <a:lvl7pPr algn="l">
              <a:defRPr sz="1575" b="1">
                <a:solidFill>
                  <a:srgbClr val="070D3A"/>
                </a:solidFill>
                <a:latin typeface="Nimbus Sans Narrow"/>
                <a:ea typeface="Nimbus Sans Narrow"/>
                <a:cs typeface="Nimbus Sans Narrow"/>
              </a:defRPr>
            </a:lvl7pPr>
            <a:lvl8pPr algn="l">
              <a:defRPr sz="1575" b="1">
                <a:solidFill>
                  <a:srgbClr val="070D3A"/>
                </a:solidFill>
                <a:latin typeface="Nimbus Sans Narrow"/>
                <a:ea typeface="Nimbus Sans Narrow"/>
                <a:cs typeface="Nimbus Sans Narrow"/>
              </a:defRPr>
            </a:lvl8pPr>
            <a:lvl9pPr algn="l">
              <a:defRPr sz="1575" b="1">
                <a:solidFill>
                  <a:srgbClr val="070D3A"/>
                </a:solidFill>
                <a:latin typeface="Nimbus Sans Narrow"/>
                <a:ea typeface="Nimbus Sans Narrow"/>
                <a:cs typeface="Nimbus Sans Narrow"/>
              </a:defRPr>
            </a:lvl9pPr>
          </a:lstStyle>
          <a:p>
            <a:pPr>
              <a:defRPr sz="1575" b="1">
                <a:solidFill>
                  <a:srgbClr val="070D3A"/>
                </a:solidFill>
                <a:latin typeface="Nimbus Sans Narrow"/>
                <a:ea typeface="Nimbus Sans Narrow"/>
                <a:cs typeface="Nimbus Sans Narrow"/>
              </a:defRPr>
            </a:pPr>
            <a:r>
              <a:rPr lang="en-US" dirty="0"/>
              <a:t>Rebalance individual containment and population-level control while maintaining import surveillance.</a:t>
            </a:r>
            <a:endParaRPr sz="1575" b="1" dirty="0">
              <a:solidFill>
                <a:srgbClr val="070D3A"/>
              </a:solidFill>
              <a:latin typeface="Nimbus Sans Narrow"/>
              <a:ea typeface="Nimbus Sans Narrow"/>
              <a:cs typeface="Nimbus Sans Narrow"/>
            </a:endParaRPr>
          </a:p>
        </p:txBody>
      </p:sp>
      <p:sp>
        <p:nvSpPr>
          <p:cNvPr id="17" name="summary-state-3">
            <a:extLst>
              <a:ext uri="{FF2B5EF4-FFF2-40B4-BE49-F238E27FC236}">
                <a16:creationId xmlns:a16="http://schemas.microsoft.com/office/drawing/2014/main" id="{E5D9ACD1-46FC-413A-AAB3-515926D5DB1E}"/>
              </a:ext>
            </a:extLst>
          </p:cNvPr>
          <p:cNvSpPr>
            <a:spLocks noGrp="1"/>
          </p:cNvSpPr>
          <p:nvPr/>
        </p:nvSpPr>
        <p:spPr>
          <a:xfrm>
            <a:off x="723900" y="3381375"/>
            <a:ext cx="2095500" cy="457200"/>
          </a:xfrm>
          <a:prstGeom prst="rect">
            <a:avLst/>
          </a:prstGeom>
          <a:noFill/>
          <a:ln w="0">
            <a:noFill/>
            <a:prstDash val="solid"/>
          </a:ln>
        </p:spPr>
        <p:txBody>
          <a:bodyPr lIns="0" tIns="0" rIns="0" bIns="0" anchor="ctr"/>
          <a:lstStyle>
            <a:defPPr algn="l">
              <a:defRPr sz="1575" b="1">
                <a:solidFill>
                  <a:srgbClr val="070D3A"/>
                </a:solidFill>
                <a:latin typeface="Nimbus Sans Narrow"/>
                <a:ea typeface="Nimbus Sans Narrow"/>
                <a:cs typeface="Nimbus Sans Narrow"/>
              </a:defRPr>
            </a:defPPr>
            <a:lvl1pPr algn="l">
              <a:defRPr sz="1575" b="1">
                <a:solidFill>
                  <a:srgbClr val="070D3A"/>
                </a:solidFill>
                <a:latin typeface="Nimbus Sans Narrow"/>
                <a:ea typeface="Nimbus Sans Narrow"/>
                <a:cs typeface="Nimbus Sans Narrow"/>
              </a:defRPr>
            </a:lvl1pPr>
            <a:lvl2pPr algn="l">
              <a:defRPr sz="1575" b="1">
                <a:solidFill>
                  <a:srgbClr val="070D3A"/>
                </a:solidFill>
                <a:latin typeface="Nimbus Sans Narrow"/>
                <a:ea typeface="Nimbus Sans Narrow"/>
                <a:cs typeface="Nimbus Sans Narrow"/>
              </a:defRPr>
            </a:lvl2pPr>
            <a:lvl3pPr algn="l">
              <a:defRPr sz="1575" b="1">
                <a:solidFill>
                  <a:srgbClr val="070D3A"/>
                </a:solidFill>
                <a:latin typeface="Nimbus Sans Narrow"/>
                <a:ea typeface="Nimbus Sans Narrow"/>
                <a:cs typeface="Nimbus Sans Narrow"/>
              </a:defRPr>
            </a:lvl3pPr>
            <a:lvl4pPr algn="l">
              <a:defRPr sz="1575" b="1">
                <a:solidFill>
                  <a:srgbClr val="070D3A"/>
                </a:solidFill>
                <a:latin typeface="Nimbus Sans Narrow"/>
                <a:ea typeface="Nimbus Sans Narrow"/>
                <a:cs typeface="Nimbus Sans Narrow"/>
              </a:defRPr>
            </a:lvl4pPr>
            <a:lvl5pPr algn="l">
              <a:defRPr sz="1575" b="1">
                <a:solidFill>
                  <a:srgbClr val="070D3A"/>
                </a:solidFill>
                <a:latin typeface="Nimbus Sans Narrow"/>
                <a:ea typeface="Nimbus Sans Narrow"/>
                <a:cs typeface="Nimbus Sans Narrow"/>
              </a:defRPr>
            </a:lvl5pPr>
            <a:lvl6pPr algn="l">
              <a:defRPr sz="1575" b="1">
                <a:solidFill>
                  <a:srgbClr val="070D3A"/>
                </a:solidFill>
                <a:latin typeface="Nimbus Sans Narrow"/>
                <a:ea typeface="Nimbus Sans Narrow"/>
                <a:cs typeface="Nimbus Sans Narrow"/>
              </a:defRPr>
            </a:lvl6pPr>
            <a:lvl7pPr algn="l">
              <a:defRPr sz="1575" b="1">
                <a:solidFill>
                  <a:srgbClr val="070D3A"/>
                </a:solidFill>
                <a:latin typeface="Nimbus Sans Narrow"/>
                <a:ea typeface="Nimbus Sans Narrow"/>
                <a:cs typeface="Nimbus Sans Narrow"/>
              </a:defRPr>
            </a:lvl7pPr>
            <a:lvl8pPr algn="l">
              <a:defRPr sz="1575" b="1">
                <a:solidFill>
                  <a:srgbClr val="070D3A"/>
                </a:solidFill>
                <a:latin typeface="Nimbus Sans Narrow"/>
                <a:ea typeface="Nimbus Sans Narrow"/>
                <a:cs typeface="Nimbus Sans Narrow"/>
              </a:defRPr>
            </a:lvl8pPr>
            <a:lvl9pPr algn="l">
              <a:defRPr sz="1575" b="1">
                <a:solidFill>
                  <a:srgbClr val="070D3A"/>
                </a:solidFill>
                <a:latin typeface="Nimbus Sans Narrow"/>
                <a:ea typeface="Nimbus Sans Narrow"/>
                <a:cs typeface="Nimbus Sans Narrow"/>
              </a:defRPr>
            </a:lvl9pPr>
          </a:lstStyle>
          <a:p>
            <a:pPr algn="l">
              <a:defRPr sz="1575" b="1">
                <a:solidFill>
                  <a:srgbClr val="070D3A"/>
                </a:solidFill>
                <a:latin typeface="Nimbus Sans Narrow"/>
                <a:ea typeface="Nimbus Sans Narrow"/>
                <a:cs typeface="Nimbus Sans Narrow"/>
              </a:defRPr>
            </a:pPr>
            <a:r>
              <a:rPr sz="1575" b="1">
                <a:solidFill>
                  <a:srgbClr val="070D3A"/>
                </a:solidFill>
                <a:latin typeface="Nimbus Sans Narrow"/>
                <a:ea typeface="Nimbus Sans Narrow"/>
                <a:cs typeface="Nimbus Sans Narrow"/>
              </a:rPr>
              <a:t>Clusters</a:t>
            </a:r>
          </a:p>
        </p:txBody>
      </p:sp>
      <p:sp>
        <p:nvSpPr>
          <p:cNvPr id="18" name="summary-question-3">
            <a:extLst>
              <a:ext uri="{FF2B5EF4-FFF2-40B4-BE49-F238E27FC236}">
                <a16:creationId xmlns:a16="http://schemas.microsoft.com/office/drawing/2014/main" id="{95C14382-9B0E-4722-9654-6BC197F00604}"/>
              </a:ext>
            </a:extLst>
          </p:cNvPr>
          <p:cNvSpPr>
            <a:spLocks noGrp="1"/>
          </p:cNvSpPr>
          <p:nvPr/>
        </p:nvSpPr>
        <p:spPr>
          <a:xfrm>
            <a:off x="3143250" y="3381375"/>
            <a:ext cx="3333750" cy="457200"/>
          </a:xfrm>
          <a:prstGeom prst="rect">
            <a:avLst/>
          </a:prstGeom>
          <a:noFill/>
          <a:ln w="0">
            <a:noFill/>
            <a:prstDash val="solid"/>
          </a:ln>
        </p:spPr>
        <p:txBody>
          <a:bodyPr lIns="0" tIns="0" rIns="0" bIns="0" anchor="ctr"/>
          <a:lstStyle>
            <a:defPPr algn="l">
              <a:defRPr sz="1575" b="0">
                <a:solidFill>
                  <a:srgbClr val="070D3A"/>
                </a:solidFill>
                <a:latin typeface="Nimbus Sans Narrow"/>
                <a:ea typeface="Nimbus Sans Narrow"/>
                <a:cs typeface="Nimbus Sans Narrow"/>
              </a:defRPr>
            </a:defPPr>
            <a:lvl1pPr algn="l">
              <a:defRPr sz="1575" b="0">
                <a:solidFill>
                  <a:srgbClr val="070D3A"/>
                </a:solidFill>
                <a:latin typeface="Nimbus Sans Narrow"/>
                <a:ea typeface="Nimbus Sans Narrow"/>
                <a:cs typeface="Nimbus Sans Narrow"/>
              </a:defRPr>
            </a:lvl1pPr>
            <a:lvl2pPr algn="l">
              <a:defRPr sz="1575" b="0">
                <a:solidFill>
                  <a:srgbClr val="070D3A"/>
                </a:solidFill>
                <a:latin typeface="Nimbus Sans Narrow"/>
                <a:ea typeface="Nimbus Sans Narrow"/>
                <a:cs typeface="Nimbus Sans Narrow"/>
              </a:defRPr>
            </a:lvl2pPr>
            <a:lvl3pPr algn="l">
              <a:defRPr sz="1575" b="0">
                <a:solidFill>
                  <a:srgbClr val="070D3A"/>
                </a:solidFill>
                <a:latin typeface="Nimbus Sans Narrow"/>
                <a:ea typeface="Nimbus Sans Narrow"/>
                <a:cs typeface="Nimbus Sans Narrow"/>
              </a:defRPr>
            </a:lvl3pPr>
            <a:lvl4pPr algn="l">
              <a:defRPr sz="1575" b="0">
                <a:solidFill>
                  <a:srgbClr val="070D3A"/>
                </a:solidFill>
                <a:latin typeface="Nimbus Sans Narrow"/>
                <a:ea typeface="Nimbus Sans Narrow"/>
                <a:cs typeface="Nimbus Sans Narrow"/>
              </a:defRPr>
            </a:lvl4pPr>
            <a:lvl5pPr algn="l">
              <a:defRPr sz="1575" b="0">
                <a:solidFill>
                  <a:srgbClr val="070D3A"/>
                </a:solidFill>
                <a:latin typeface="Nimbus Sans Narrow"/>
                <a:ea typeface="Nimbus Sans Narrow"/>
                <a:cs typeface="Nimbus Sans Narrow"/>
              </a:defRPr>
            </a:lvl5pPr>
            <a:lvl6pPr algn="l">
              <a:defRPr sz="1575" b="0">
                <a:solidFill>
                  <a:srgbClr val="070D3A"/>
                </a:solidFill>
                <a:latin typeface="Nimbus Sans Narrow"/>
                <a:ea typeface="Nimbus Sans Narrow"/>
                <a:cs typeface="Nimbus Sans Narrow"/>
              </a:defRPr>
            </a:lvl6pPr>
            <a:lvl7pPr algn="l">
              <a:defRPr sz="1575" b="0">
                <a:solidFill>
                  <a:srgbClr val="070D3A"/>
                </a:solidFill>
                <a:latin typeface="Nimbus Sans Narrow"/>
                <a:ea typeface="Nimbus Sans Narrow"/>
                <a:cs typeface="Nimbus Sans Narrow"/>
              </a:defRPr>
            </a:lvl7pPr>
            <a:lvl8pPr algn="l">
              <a:defRPr sz="1575" b="0">
                <a:solidFill>
                  <a:srgbClr val="070D3A"/>
                </a:solidFill>
                <a:latin typeface="Nimbus Sans Narrow"/>
                <a:ea typeface="Nimbus Sans Narrow"/>
                <a:cs typeface="Nimbus Sans Narrow"/>
              </a:defRPr>
            </a:lvl8pPr>
            <a:lvl9pPr algn="l">
              <a:defRPr sz="1575" b="0">
                <a:solidFill>
                  <a:srgbClr val="070D3A"/>
                </a:solidFill>
                <a:latin typeface="Nimbus Sans Narrow"/>
                <a:ea typeface="Nimbus Sans Narrow"/>
                <a:cs typeface="Nimbus Sans Narrow"/>
              </a:defRPr>
            </a:lvl9pPr>
          </a:lstStyle>
          <a:p>
            <a:pPr algn="l">
              <a:defRPr sz="1575" b="0">
                <a:solidFill>
                  <a:srgbClr val="070D3A"/>
                </a:solidFill>
                <a:latin typeface="Nimbus Sans Narrow"/>
                <a:ea typeface="Nimbus Sans Narrow"/>
                <a:cs typeface="Nimbus Sans Narrow"/>
              </a:defRPr>
            </a:pPr>
            <a:r>
              <a:rPr sz="1575" b="0">
                <a:solidFill>
                  <a:srgbClr val="070D3A"/>
                </a:solidFill>
                <a:latin typeface="Nimbus Sans Narrow"/>
                <a:ea typeface="Nimbus Sans Narrow"/>
                <a:cs typeface="Nimbus Sans Narrow"/>
              </a:rPr>
              <a:t>Which links remain plausible?</a:t>
            </a:r>
          </a:p>
        </p:txBody>
      </p:sp>
      <p:sp>
        <p:nvSpPr>
          <p:cNvPr id="19" name="summary-decision-3">
            <a:extLst>
              <a:ext uri="{FF2B5EF4-FFF2-40B4-BE49-F238E27FC236}">
                <a16:creationId xmlns:a16="http://schemas.microsoft.com/office/drawing/2014/main" id="{661C34AC-DEF3-4827-B108-9CA0D5109908}"/>
              </a:ext>
            </a:extLst>
          </p:cNvPr>
          <p:cNvSpPr>
            <a:spLocks noGrp="1"/>
          </p:cNvSpPr>
          <p:nvPr/>
        </p:nvSpPr>
        <p:spPr>
          <a:xfrm>
            <a:off x="7143750" y="3381375"/>
            <a:ext cx="4095750" cy="457200"/>
          </a:xfrm>
          <a:prstGeom prst="rect">
            <a:avLst/>
          </a:prstGeom>
          <a:noFill/>
          <a:ln w="0">
            <a:noFill/>
            <a:prstDash val="solid"/>
          </a:ln>
        </p:spPr>
        <p:txBody>
          <a:bodyPr lIns="0" tIns="0" rIns="0" bIns="0" anchor="ctr"/>
          <a:lstStyle>
            <a:defPPr algn="l">
              <a:defRPr sz="1575" b="1">
                <a:solidFill>
                  <a:srgbClr val="070D3A"/>
                </a:solidFill>
                <a:latin typeface="Nimbus Sans Narrow"/>
                <a:ea typeface="Nimbus Sans Narrow"/>
                <a:cs typeface="Nimbus Sans Narrow"/>
              </a:defRPr>
            </a:defPPr>
            <a:lvl1pPr algn="l">
              <a:defRPr sz="1575" b="1">
                <a:solidFill>
                  <a:srgbClr val="070D3A"/>
                </a:solidFill>
                <a:latin typeface="Nimbus Sans Narrow"/>
                <a:ea typeface="Nimbus Sans Narrow"/>
                <a:cs typeface="Nimbus Sans Narrow"/>
              </a:defRPr>
            </a:lvl1pPr>
            <a:lvl2pPr algn="l">
              <a:defRPr sz="1575" b="1">
                <a:solidFill>
                  <a:srgbClr val="070D3A"/>
                </a:solidFill>
                <a:latin typeface="Nimbus Sans Narrow"/>
                <a:ea typeface="Nimbus Sans Narrow"/>
                <a:cs typeface="Nimbus Sans Narrow"/>
              </a:defRPr>
            </a:lvl2pPr>
            <a:lvl3pPr algn="l">
              <a:defRPr sz="1575" b="1">
                <a:solidFill>
                  <a:srgbClr val="070D3A"/>
                </a:solidFill>
                <a:latin typeface="Nimbus Sans Narrow"/>
                <a:ea typeface="Nimbus Sans Narrow"/>
                <a:cs typeface="Nimbus Sans Narrow"/>
              </a:defRPr>
            </a:lvl3pPr>
            <a:lvl4pPr algn="l">
              <a:defRPr sz="1575" b="1">
                <a:solidFill>
                  <a:srgbClr val="070D3A"/>
                </a:solidFill>
                <a:latin typeface="Nimbus Sans Narrow"/>
                <a:ea typeface="Nimbus Sans Narrow"/>
                <a:cs typeface="Nimbus Sans Narrow"/>
              </a:defRPr>
            </a:lvl4pPr>
            <a:lvl5pPr algn="l">
              <a:defRPr sz="1575" b="1">
                <a:solidFill>
                  <a:srgbClr val="070D3A"/>
                </a:solidFill>
                <a:latin typeface="Nimbus Sans Narrow"/>
                <a:ea typeface="Nimbus Sans Narrow"/>
                <a:cs typeface="Nimbus Sans Narrow"/>
              </a:defRPr>
            </a:lvl5pPr>
            <a:lvl6pPr algn="l">
              <a:defRPr sz="1575" b="1">
                <a:solidFill>
                  <a:srgbClr val="070D3A"/>
                </a:solidFill>
                <a:latin typeface="Nimbus Sans Narrow"/>
                <a:ea typeface="Nimbus Sans Narrow"/>
                <a:cs typeface="Nimbus Sans Narrow"/>
              </a:defRPr>
            </a:lvl6pPr>
            <a:lvl7pPr algn="l">
              <a:defRPr sz="1575" b="1">
                <a:solidFill>
                  <a:srgbClr val="070D3A"/>
                </a:solidFill>
                <a:latin typeface="Nimbus Sans Narrow"/>
                <a:ea typeface="Nimbus Sans Narrow"/>
                <a:cs typeface="Nimbus Sans Narrow"/>
              </a:defRPr>
            </a:lvl7pPr>
            <a:lvl8pPr algn="l">
              <a:defRPr sz="1575" b="1">
                <a:solidFill>
                  <a:srgbClr val="070D3A"/>
                </a:solidFill>
                <a:latin typeface="Nimbus Sans Narrow"/>
                <a:ea typeface="Nimbus Sans Narrow"/>
                <a:cs typeface="Nimbus Sans Narrow"/>
              </a:defRPr>
            </a:lvl8pPr>
            <a:lvl9pPr algn="l">
              <a:defRPr sz="1575" b="1">
                <a:solidFill>
                  <a:srgbClr val="070D3A"/>
                </a:solidFill>
                <a:latin typeface="Nimbus Sans Narrow"/>
                <a:ea typeface="Nimbus Sans Narrow"/>
                <a:cs typeface="Nimbus Sans Narrow"/>
              </a:defRPr>
            </a:lvl9pPr>
          </a:lstStyle>
          <a:p>
            <a:pPr algn="l">
              <a:defRPr sz="1575" b="1">
                <a:solidFill>
                  <a:srgbClr val="070D3A"/>
                </a:solidFill>
                <a:latin typeface="Nimbus Sans Narrow"/>
                <a:ea typeface="Nimbus Sans Narrow"/>
                <a:cs typeface="Nimbus Sans Narrow"/>
              </a:defRPr>
            </a:pPr>
            <a:r>
              <a:rPr sz="1575" b="1">
                <a:solidFill>
                  <a:srgbClr val="070D3A"/>
                </a:solidFill>
                <a:latin typeface="Nimbus Sans Narrow"/>
                <a:ea typeface="Nimbus Sans Narrow"/>
                <a:cs typeface="Nimbus Sans Narrow"/>
              </a:rPr>
              <a:t>Set investigation boundaries</a:t>
            </a:r>
          </a:p>
        </p:txBody>
      </p:sp>
      <p:sp>
        <p:nvSpPr>
          <p:cNvPr id="20" name="summary-row-4">
            <a:extLst>
              <a:ext uri="{FF2B5EF4-FFF2-40B4-BE49-F238E27FC236}">
                <a16:creationId xmlns:a16="http://schemas.microsoft.com/office/drawing/2014/main" id="{C75AE2C3-AFBF-4274-8C1A-8CD31EF39652}"/>
              </a:ext>
            </a:extLst>
          </p:cNvPr>
          <p:cNvSpPr>
            <a:spLocks noGrp="1"/>
          </p:cNvSpPr>
          <p:nvPr/>
        </p:nvSpPr>
        <p:spPr>
          <a:xfrm>
            <a:off x="571500" y="3981450"/>
            <a:ext cx="11049000" cy="552450"/>
          </a:xfrm>
          <a:prstGeom prst="roundRect">
            <a:avLst>
              <a:gd name="adj" fmla="val 10345"/>
            </a:avLst>
          </a:prstGeom>
          <a:solidFill>
            <a:srgbClr val="F7FAFC"/>
          </a:solidFill>
          <a:ln w="0">
            <a:solidFill>
              <a:srgbClr val="F7FAFC"/>
            </a:solidFill>
            <a:prstDash val="solid"/>
          </a:ln>
        </p:spPr>
        <p:txBody>
          <a:bodyPr/>
          <a:lstStyle/>
          <a:p>
            <a:endParaRPr lang="en-US"/>
          </a:p>
        </p:txBody>
      </p:sp>
      <p:sp>
        <p:nvSpPr>
          <p:cNvPr id="21" name="summary-state-4">
            <a:extLst>
              <a:ext uri="{FF2B5EF4-FFF2-40B4-BE49-F238E27FC236}">
                <a16:creationId xmlns:a16="http://schemas.microsoft.com/office/drawing/2014/main" id="{B8A87936-C441-4889-8924-33E0995F32F2}"/>
              </a:ext>
            </a:extLst>
          </p:cNvPr>
          <p:cNvSpPr>
            <a:spLocks noGrp="1"/>
          </p:cNvSpPr>
          <p:nvPr/>
        </p:nvSpPr>
        <p:spPr>
          <a:xfrm>
            <a:off x="723900" y="4019550"/>
            <a:ext cx="2095500" cy="457200"/>
          </a:xfrm>
          <a:prstGeom prst="rect">
            <a:avLst/>
          </a:prstGeom>
          <a:noFill/>
          <a:ln w="0">
            <a:noFill/>
            <a:prstDash val="solid"/>
          </a:ln>
        </p:spPr>
        <p:txBody>
          <a:bodyPr lIns="0" tIns="0" rIns="0" bIns="0" anchor="ctr"/>
          <a:lstStyle>
            <a:defPPr algn="l">
              <a:defRPr sz="1575" b="1">
                <a:solidFill>
                  <a:srgbClr val="070D3A"/>
                </a:solidFill>
                <a:latin typeface="Nimbus Sans Narrow"/>
                <a:ea typeface="Nimbus Sans Narrow"/>
                <a:cs typeface="Nimbus Sans Narrow"/>
              </a:defRPr>
            </a:defPPr>
            <a:lvl1pPr algn="l">
              <a:defRPr sz="1575" b="1">
                <a:solidFill>
                  <a:srgbClr val="070D3A"/>
                </a:solidFill>
                <a:latin typeface="Nimbus Sans Narrow"/>
                <a:ea typeface="Nimbus Sans Narrow"/>
                <a:cs typeface="Nimbus Sans Narrow"/>
              </a:defRPr>
            </a:lvl1pPr>
            <a:lvl2pPr algn="l">
              <a:defRPr sz="1575" b="1">
                <a:solidFill>
                  <a:srgbClr val="070D3A"/>
                </a:solidFill>
                <a:latin typeface="Nimbus Sans Narrow"/>
                <a:ea typeface="Nimbus Sans Narrow"/>
                <a:cs typeface="Nimbus Sans Narrow"/>
              </a:defRPr>
            </a:lvl2pPr>
            <a:lvl3pPr algn="l">
              <a:defRPr sz="1575" b="1">
                <a:solidFill>
                  <a:srgbClr val="070D3A"/>
                </a:solidFill>
                <a:latin typeface="Nimbus Sans Narrow"/>
                <a:ea typeface="Nimbus Sans Narrow"/>
                <a:cs typeface="Nimbus Sans Narrow"/>
              </a:defRPr>
            </a:lvl3pPr>
            <a:lvl4pPr algn="l">
              <a:defRPr sz="1575" b="1">
                <a:solidFill>
                  <a:srgbClr val="070D3A"/>
                </a:solidFill>
                <a:latin typeface="Nimbus Sans Narrow"/>
                <a:ea typeface="Nimbus Sans Narrow"/>
                <a:cs typeface="Nimbus Sans Narrow"/>
              </a:defRPr>
            </a:lvl4pPr>
            <a:lvl5pPr algn="l">
              <a:defRPr sz="1575" b="1">
                <a:solidFill>
                  <a:srgbClr val="070D3A"/>
                </a:solidFill>
                <a:latin typeface="Nimbus Sans Narrow"/>
                <a:ea typeface="Nimbus Sans Narrow"/>
                <a:cs typeface="Nimbus Sans Narrow"/>
              </a:defRPr>
            </a:lvl5pPr>
            <a:lvl6pPr algn="l">
              <a:defRPr sz="1575" b="1">
                <a:solidFill>
                  <a:srgbClr val="070D3A"/>
                </a:solidFill>
                <a:latin typeface="Nimbus Sans Narrow"/>
                <a:ea typeface="Nimbus Sans Narrow"/>
                <a:cs typeface="Nimbus Sans Narrow"/>
              </a:defRPr>
            </a:lvl6pPr>
            <a:lvl7pPr algn="l">
              <a:defRPr sz="1575" b="1">
                <a:solidFill>
                  <a:srgbClr val="070D3A"/>
                </a:solidFill>
                <a:latin typeface="Nimbus Sans Narrow"/>
                <a:ea typeface="Nimbus Sans Narrow"/>
                <a:cs typeface="Nimbus Sans Narrow"/>
              </a:defRPr>
            </a:lvl7pPr>
            <a:lvl8pPr algn="l">
              <a:defRPr sz="1575" b="1">
                <a:solidFill>
                  <a:srgbClr val="070D3A"/>
                </a:solidFill>
                <a:latin typeface="Nimbus Sans Narrow"/>
                <a:ea typeface="Nimbus Sans Narrow"/>
                <a:cs typeface="Nimbus Sans Narrow"/>
              </a:defRPr>
            </a:lvl8pPr>
            <a:lvl9pPr algn="l">
              <a:defRPr sz="1575" b="1">
                <a:solidFill>
                  <a:srgbClr val="070D3A"/>
                </a:solidFill>
                <a:latin typeface="Nimbus Sans Narrow"/>
                <a:ea typeface="Nimbus Sans Narrow"/>
                <a:cs typeface="Nimbus Sans Narrow"/>
              </a:defRPr>
            </a:lvl9pPr>
          </a:lstStyle>
          <a:p>
            <a:pPr algn="l">
              <a:defRPr sz="1575" b="1">
                <a:solidFill>
                  <a:srgbClr val="070D3A"/>
                </a:solidFill>
                <a:latin typeface="Nimbus Sans Narrow"/>
                <a:ea typeface="Nimbus Sans Narrow"/>
                <a:cs typeface="Nimbus Sans Narrow"/>
              </a:defRPr>
            </a:pPr>
            <a:r>
              <a:rPr sz="1575" b="1">
                <a:solidFill>
                  <a:srgbClr val="070D3A"/>
                </a:solidFill>
                <a:latin typeface="Nimbus Sans Narrow"/>
                <a:ea typeface="Nimbus Sans Narrow"/>
                <a:cs typeface="Nimbus Sans Narrow"/>
              </a:rPr>
              <a:t>Expansion</a:t>
            </a:r>
          </a:p>
        </p:txBody>
      </p:sp>
      <p:sp>
        <p:nvSpPr>
          <p:cNvPr id="22" name="summary-question-4">
            <a:extLst>
              <a:ext uri="{FF2B5EF4-FFF2-40B4-BE49-F238E27FC236}">
                <a16:creationId xmlns:a16="http://schemas.microsoft.com/office/drawing/2014/main" id="{EFB21FFB-00A4-4E00-A1F4-5D18FA26C3EE}"/>
              </a:ext>
            </a:extLst>
          </p:cNvPr>
          <p:cNvSpPr>
            <a:spLocks noGrp="1"/>
          </p:cNvSpPr>
          <p:nvPr/>
        </p:nvSpPr>
        <p:spPr>
          <a:xfrm>
            <a:off x="3143250" y="4019550"/>
            <a:ext cx="3333750" cy="457200"/>
          </a:xfrm>
          <a:prstGeom prst="rect">
            <a:avLst/>
          </a:prstGeom>
          <a:noFill/>
          <a:ln w="0">
            <a:noFill/>
            <a:prstDash val="solid"/>
          </a:ln>
        </p:spPr>
        <p:txBody>
          <a:bodyPr lIns="0" tIns="0" rIns="0" bIns="0" anchor="ctr"/>
          <a:lstStyle>
            <a:defPPr algn="l">
              <a:defRPr sz="1575" b="0">
                <a:solidFill>
                  <a:srgbClr val="070D3A"/>
                </a:solidFill>
                <a:latin typeface="Nimbus Sans Narrow"/>
                <a:ea typeface="Nimbus Sans Narrow"/>
                <a:cs typeface="Nimbus Sans Narrow"/>
              </a:defRPr>
            </a:defPPr>
            <a:lvl1pPr algn="l">
              <a:defRPr sz="1575" b="0">
                <a:solidFill>
                  <a:srgbClr val="070D3A"/>
                </a:solidFill>
                <a:latin typeface="Nimbus Sans Narrow"/>
                <a:ea typeface="Nimbus Sans Narrow"/>
                <a:cs typeface="Nimbus Sans Narrow"/>
              </a:defRPr>
            </a:lvl1pPr>
            <a:lvl2pPr algn="l">
              <a:defRPr sz="1575" b="0">
                <a:solidFill>
                  <a:srgbClr val="070D3A"/>
                </a:solidFill>
                <a:latin typeface="Nimbus Sans Narrow"/>
                <a:ea typeface="Nimbus Sans Narrow"/>
                <a:cs typeface="Nimbus Sans Narrow"/>
              </a:defRPr>
            </a:lvl2pPr>
            <a:lvl3pPr algn="l">
              <a:defRPr sz="1575" b="0">
                <a:solidFill>
                  <a:srgbClr val="070D3A"/>
                </a:solidFill>
                <a:latin typeface="Nimbus Sans Narrow"/>
                <a:ea typeface="Nimbus Sans Narrow"/>
                <a:cs typeface="Nimbus Sans Narrow"/>
              </a:defRPr>
            </a:lvl3pPr>
            <a:lvl4pPr algn="l">
              <a:defRPr sz="1575" b="0">
                <a:solidFill>
                  <a:srgbClr val="070D3A"/>
                </a:solidFill>
                <a:latin typeface="Nimbus Sans Narrow"/>
                <a:ea typeface="Nimbus Sans Narrow"/>
                <a:cs typeface="Nimbus Sans Narrow"/>
              </a:defRPr>
            </a:lvl4pPr>
            <a:lvl5pPr algn="l">
              <a:defRPr sz="1575" b="0">
                <a:solidFill>
                  <a:srgbClr val="070D3A"/>
                </a:solidFill>
                <a:latin typeface="Nimbus Sans Narrow"/>
                <a:ea typeface="Nimbus Sans Narrow"/>
                <a:cs typeface="Nimbus Sans Narrow"/>
              </a:defRPr>
            </a:lvl5pPr>
            <a:lvl6pPr algn="l">
              <a:defRPr sz="1575" b="0">
                <a:solidFill>
                  <a:srgbClr val="070D3A"/>
                </a:solidFill>
                <a:latin typeface="Nimbus Sans Narrow"/>
                <a:ea typeface="Nimbus Sans Narrow"/>
                <a:cs typeface="Nimbus Sans Narrow"/>
              </a:defRPr>
            </a:lvl6pPr>
            <a:lvl7pPr algn="l">
              <a:defRPr sz="1575" b="0">
                <a:solidFill>
                  <a:srgbClr val="070D3A"/>
                </a:solidFill>
                <a:latin typeface="Nimbus Sans Narrow"/>
                <a:ea typeface="Nimbus Sans Narrow"/>
                <a:cs typeface="Nimbus Sans Narrow"/>
              </a:defRPr>
            </a:lvl7pPr>
            <a:lvl8pPr algn="l">
              <a:defRPr sz="1575" b="0">
                <a:solidFill>
                  <a:srgbClr val="070D3A"/>
                </a:solidFill>
                <a:latin typeface="Nimbus Sans Narrow"/>
                <a:ea typeface="Nimbus Sans Narrow"/>
                <a:cs typeface="Nimbus Sans Narrow"/>
              </a:defRPr>
            </a:lvl8pPr>
            <a:lvl9pPr algn="l">
              <a:defRPr sz="1575" b="0">
                <a:solidFill>
                  <a:srgbClr val="070D3A"/>
                </a:solidFill>
                <a:latin typeface="Nimbus Sans Narrow"/>
                <a:ea typeface="Nimbus Sans Narrow"/>
                <a:cs typeface="Nimbus Sans Narrow"/>
              </a:defRPr>
            </a:lvl9pPr>
          </a:lstStyle>
          <a:p>
            <a:pPr algn="l">
              <a:defRPr sz="1575" b="0">
                <a:solidFill>
                  <a:srgbClr val="070D3A"/>
                </a:solidFill>
                <a:latin typeface="Nimbus Sans Narrow"/>
                <a:ea typeface="Nimbus Sans Narrow"/>
                <a:cs typeface="Nimbus Sans Narrow"/>
              </a:defRPr>
            </a:pPr>
            <a:r>
              <a:rPr sz="1575" b="0">
                <a:solidFill>
                  <a:srgbClr val="070D3A"/>
                </a:solidFill>
                <a:latin typeface="Nimbus Sans Narrow"/>
                <a:ea typeface="Nimbus Sans Narrow"/>
                <a:cs typeface="Nimbus Sans Narrow"/>
              </a:rPr>
              <a:t>What drives incidence?</a:t>
            </a:r>
          </a:p>
        </p:txBody>
      </p:sp>
      <p:sp>
        <p:nvSpPr>
          <p:cNvPr id="23" name="summary-decision-4">
            <a:extLst>
              <a:ext uri="{FF2B5EF4-FFF2-40B4-BE49-F238E27FC236}">
                <a16:creationId xmlns:a16="http://schemas.microsoft.com/office/drawing/2014/main" id="{3792E0F9-7125-48AC-9848-D16300643CDC}"/>
              </a:ext>
            </a:extLst>
          </p:cNvPr>
          <p:cNvSpPr>
            <a:spLocks noGrp="1"/>
          </p:cNvSpPr>
          <p:nvPr/>
        </p:nvSpPr>
        <p:spPr>
          <a:xfrm>
            <a:off x="7143750" y="4019550"/>
            <a:ext cx="4095750" cy="457200"/>
          </a:xfrm>
          <a:prstGeom prst="rect">
            <a:avLst/>
          </a:prstGeom>
          <a:noFill/>
          <a:ln w="0">
            <a:noFill/>
            <a:prstDash val="solid"/>
          </a:ln>
        </p:spPr>
        <p:txBody>
          <a:bodyPr lIns="0" tIns="0" rIns="0" bIns="0" anchor="ctr"/>
          <a:lstStyle>
            <a:defPPr algn="l">
              <a:defRPr sz="1575" b="1">
                <a:solidFill>
                  <a:srgbClr val="070D3A"/>
                </a:solidFill>
                <a:latin typeface="Nimbus Sans Narrow"/>
                <a:ea typeface="Nimbus Sans Narrow"/>
                <a:cs typeface="Nimbus Sans Narrow"/>
              </a:defRPr>
            </a:defPPr>
            <a:lvl1pPr algn="l">
              <a:defRPr sz="1575" b="1">
                <a:solidFill>
                  <a:srgbClr val="070D3A"/>
                </a:solidFill>
                <a:latin typeface="Nimbus Sans Narrow"/>
                <a:ea typeface="Nimbus Sans Narrow"/>
                <a:cs typeface="Nimbus Sans Narrow"/>
              </a:defRPr>
            </a:lvl1pPr>
            <a:lvl2pPr algn="l">
              <a:defRPr sz="1575" b="1">
                <a:solidFill>
                  <a:srgbClr val="070D3A"/>
                </a:solidFill>
                <a:latin typeface="Nimbus Sans Narrow"/>
                <a:ea typeface="Nimbus Sans Narrow"/>
                <a:cs typeface="Nimbus Sans Narrow"/>
              </a:defRPr>
            </a:lvl2pPr>
            <a:lvl3pPr algn="l">
              <a:defRPr sz="1575" b="1">
                <a:solidFill>
                  <a:srgbClr val="070D3A"/>
                </a:solidFill>
                <a:latin typeface="Nimbus Sans Narrow"/>
                <a:ea typeface="Nimbus Sans Narrow"/>
                <a:cs typeface="Nimbus Sans Narrow"/>
              </a:defRPr>
            </a:lvl3pPr>
            <a:lvl4pPr algn="l">
              <a:defRPr sz="1575" b="1">
                <a:solidFill>
                  <a:srgbClr val="070D3A"/>
                </a:solidFill>
                <a:latin typeface="Nimbus Sans Narrow"/>
                <a:ea typeface="Nimbus Sans Narrow"/>
                <a:cs typeface="Nimbus Sans Narrow"/>
              </a:defRPr>
            </a:lvl4pPr>
            <a:lvl5pPr algn="l">
              <a:defRPr sz="1575" b="1">
                <a:solidFill>
                  <a:srgbClr val="070D3A"/>
                </a:solidFill>
                <a:latin typeface="Nimbus Sans Narrow"/>
                <a:ea typeface="Nimbus Sans Narrow"/>
                <a:cs typeface="Nimbus Sans Narrow"/>
              </a:defRPr>
            </a:lvl5pPr>
            <a:lvl6pPr algn="l">
              <a:defRPr sz="1575" b="1">
                <a:solidFill>
                  <a:srgbClr val="070D3A"/>
                </a:solidFill>
                <a:latin typeface="Nimbus Sans Narrow"/>
                <a:ea typeface="Nimbus Sans Narrow"/>
                <a:cs typeface="Nimbus Sans Narrow"/>
              </a:defRPr>
            </a:lvl6pPr>
            <a:lvl7pPr algn="l">
              <a:defRPr sz="1575" b="1">
                <a:solidFill>
                  <a:srgbClr val="070D3A"/>
                </a:solidFill>
                <a:latin typeface="Nimbus Sans Narrow"/>
                <a:ea typeface="Nimbus Sans Narrow"/>
                <a:cs typeface="Nimbus Sans Narrow"/>
              </a:defRPr>
            </a:lvl7pPr>
            <a:lvl8pPr algn="l">
              <a:defRPr sz="1575" b="1">
                <a:solidFill>
                  <a:srgbClr val="070D3A"/>
                </a:solidFill>
                <a:latin typeface="Nimbus Sans Narrow"/>
                <a:ea typeface="Nimbus Sans Narrow"/>
                <a:cs typeface="Nimbus Sans Narrow"/>
              </a:defRPr>
            </a:lvl8pPr>
            <a:lvl9pPr algn="l">
              <a:defRPr sz="1575" b="1">
                <a:solidFill>
                  <a:srgbClr val="070D3A"/>
                </a:solidFill>
                <a:latin typeface="Nimbus Sans Narrow"/>
                <a:ea typeface="Nimbus Sans Narrow"/>
                <a:cs typeface="Nimbus Sans Narrow"/>
              </a:defRPr>
            </a:lvl9pPr>
          </a:lstStyle>
          <a:p>
            <a:pPr algn="l">
              <a:defRPr sz="1575" b="1">
                <a:solidFill>
                  <a:srgbClr val="070D3A"/>
                </a:solidFill>
                <a:latin typeface="Nimbus Sans Narrow"/>
                <a:ea typeface="Nimbus Sans Narrow"/>
                <a:cs typeface="Nimbus Sans Narrow"/>
              </a:defRPr>
            </a:pPr>
            <a:r>
              <a:rPr sz="1575" b="1">
                <a:solidFill>
                  <a:srgbClr val="070D3A"/>
                </a:solidFill>
                <a:latin typeface="Nimbus Sans Narrow"/>
                <a:ea typeface="Nimbus Sans Narrow"/>
                <a:cs typeface="Nimbus Sans Narrow"/>
              </a:rPr>
              <a:t>Allocate surveillance and control capacity</a:t>
            </a:r>
          </a:p>
        </p:txBody>
      </p:sp>
      <p:sp>
        <p:nvSpPr>
          <p:cNvPr id="24" name="summary-state-5">
            <a:extLst>
              <a:ext uri="{FF2B5EF4-FFF2-40B4-BE49-F238E27FC236}">
                <a16:creationId xmlns:a16="http://schemas.microsoft.com/office/drawing/2014/main" id="{EFC023E9-F600-44E8-9A4B-5B3468967004}"/>
              </a:ext>
            </a:extLst>
          </p:cNvPr>
          <p:cNvSpPr>
            <a:spLocks noGrp="1"/>
          </p:cNvSpPr>
          <p:nvPr/>
        </p:nvSpPr>
        <p:spPr>
          <a:xfrm>
            <a:off x="723900" y="4657725"/>
            <a:ext cx="2095500" cy="457200"/>
          </a:xfrm>
          <a:prstGeom prst="rect">
            <a:avLst/>
          </a:prstGeom>
          <a:noFill/>
          <a:ln w="0">
            <a:noFill/>
            <a:prstDash val="solid"/>
          </a:ln>
        </p:spPr>
        <p:txBody>
          <a:bodyPr lIns="0" tIns="0" rIns="0" bIns="0" anchor="ctr"/>
          <a:lstStyle>
            <a:defPPr algn="l">
              <a:defRPr sz="1575" b="1">
                <a:solidFill>
                  <a:srgbClr val="070D3A"/>
                </a:solidFill>
                <a:latin typeface="Nimbus Sans Narrow"/>
                <a:ea typeface="Nimbus Sans Narrow"/>
                <a:cs typeface="Nimbus Sans Narrow"/>
              </a:defRPr>
            </a:defPPr>
            <a:lvl1pPr algn="l">
              <a:defRPr sz="1575" b="1">
                <a:solidFill>
                  <a:srgbClr val="070D3A"/>
                </a:solidFill>
                <a:latin typeface="Nimbus Sans Narrow"/>
                <a:ea typeface="Nimbus Sans Narrow"/>
                <a:cs typeface="Nimbus Sans Narrow"/>
              </a:defRPr>
            </a:lvl1pPr>
            <a:lvl2pPr algn="l">
              <a:defRPr sz="1575" b="1">
                <a:solidFill>
                  <a:srgbClr val="070D3A"/>
                </a:solidFill>
                <a:latin typeface="Nimbus Sans Narrow"/>
                <a:ea typeface="Nimbus Sans Narrow"/>
                <a:cs typeface="Nimbus Sans Narrow"/>
              </a:defRPr>
            </a:lvl2pPr>
            <a:lvl3pPr algn="l">
              <a:defRPr sz="1575" b="1">
                <a:solidFill>
                  <a:srgbClr val="070D3A"/>
                </a:solidFill>
                <a:latin typeface="Nimbus Sans Narrow"/>
                <a:ea typeface="Nimbus Sans Narrow"/>
                <a:cs typeface="Nimbus Sans Narrow"/>
              </a:defRPr>
            </a:lvl3pPr>
            <a:lvl4pPr algn="l">
              <a:defRPr sz="1575" b="1">
                <a:solidFill>
                  <a:srgbClr val="070D3A"/>
                </a:solidFill>
                <a:latin typeface="Nimbus Sans Narrow"/>
                <a:ea typeface="Nimbus Sans Narrow"/>
                <a:cs typeface="Nimbus Sans Narrow"/>
              </a:defRPr>
            </a:lvl4pPr>
            <a:lvl5pPr algn="l">
              <a:defRPr sz="1575" b="1">
                <a:solidFill>
                  <a:srgbClr val="070D3A"/>
                </a:solidFill>
                <a:latin typeface="Nimbus Sans Narrow"/>
                <a:ea typeface="Nimbus Sans Narrow"/>
                <a:cs typeface="Nimbus Sans Narrow"/>
              </a:defRPr>
            </a:lvl5pPr>
            <a:lvl6pPr algn="l">
              <a:defRPr sz="1575" b="1">
                <a:solidFill>
                  <a:srgbClr val="070D3A"/>
                </a:solidFill>
                <a:latin typeface="Nimbus Sans Narrow"/>
                <a:ea typeface="Nimbus Sans Narrow"/>
                <a:cs typeface="Nimbus Sans Narrow"/>
              </a:defRPr>
            </a:lvl6pPr>
            <a:lvl7pPr algn="l">
              <a:defRPr sz="1575" b="1">
                <a:solidFill>
                  <a:srgbClr val="070D3A"/>
                </a:solidFill>
                <a:latin typeface="Nimbus Sans Narrow"/>
                <a:ea typeface="Nimbus Sans Narrow"/>
                <a:cs typeface="Nimbus Sans Narrow"/>
              </a:defRPr>
            </a:lvl7pPr>
            <a:lvl8pPr algn="l">
              <a:defRPr sz="1575" b="1">
                <a:solidFill>
                  <a:srgbClr val="070D3A"/>
                </a:solidFill>
                <a:latin typeface="Nimbus Sans Narrow"/>
                <a:ea typeface="Nimbus Sans Narrow"/>
                <a:cs typeface="Nimbus Sans Narrow"/>
              </a:defRPr>
            </a:lvl8pPr>
            <a:lvl9pPr algn="l">
              <a:defRPr sz="1575" b="1">
                <a:solidFill>
                  <a:srgbClr val="070D3A"/>
                </a:solidFill>
                <a:latin typeface="Nimbus Sans Narrow"/>
                <a:ea typeface="Nimbus Sans Narrow"/>
                <a:cs typeface="Nimbus Sans Narrow"/>
              </a:defRPr>
            </a:lvl9pPr>
          </a:lstStyle>
          <a:p>
            <a:pPr algn="l">
              <a:defRPr sz="1575" b="1">
                <a:solidFill>
                  <a:srgbClr val="070D3A"/>
                </a:solidFill>
                <a:latin typeface="Nimbus Sans Narrow"/>
                <a:ea typeface="Nimbus Sans Narrow"/>
                <a:cs typeface="Nimbus Sans Narrow"/>
              </a:defRPr>
            </a:pPr>
            <a:r>
              <a:rPr sz="1575" b="1">
                <a:solidFill>
                  <a:srgbClr val="070D3A"/>
                </a:solidFill>
                <a:latin typeface="Nimbus Sans Narrow"/>
                <a:ea typeface="Nimbus Sans Narrow"/>
                <a:cs typeface="Nimbus Sans Narrow"/>
              </a:rPr>
              <a:t>Intervention</a:t>
            </a:r>
          </a:p>
        </p:txBody>
      </p:sp>
      <p:sp>
        <p:nvSpPr>
          <p:cNvPr id="25" name="summary-question-5">
            <a:extLst>
              <a:ext uri="{FF2B5EF4-FFF2-40B4-BE49-F238E27FC236}">
                <a16:creationId xmlns:a16="http://schemas.microsoft.com/office/drawing/2014/main" id="{F7B41216-2E2A-4FD5-9C26-BD9B8E077B8E}"/>
              </a:ext>
            </a:extLst>
          </p:cNvPr>
          <p:cNvSpPr>
            <a:spLocks noGrp="1"/>
          </p:cNvSpPr>
          <p:nvPr/>
        </p:nvSpPr>
        <p:spPr>
          <a:xfrm>
            <a:off x="3143250" y="4657725"/>
            <a:ext cx="3333750" cy="457200"/>
          </a:xfrm>
          <a:prstGeom prst="rect">
            <a:avLst/>
          </a:prstGeom>
          <a:noFill/>
          <a:ln w="0">
            <a:noFill/>
            <a:prstDash val="solid"/>
          </a:ln>
        </p:spPr>
        <p:txBody>
          <a:bodyPr lIns="0" tIns="0" rIns="0" bIns="0" anchor="ctr"/>
          <a:lstStyle>
            <a:defPPr algn="l">
              <a:defRPr sz="1575" b="0">
                <a:solidFill>
                  <a:srgbClr val="070D3A"/>
                </a:solidFill>
                <a:latin typeface="Nimbus Sans Narrow"/>
                <a:ea typeface="Nimbus Sans Narrow"/>
                <a:cs typeface="Nimbus Sans Narrow"/>
              </a:defRPr>
            </a:defPPr>
            <a:lvl1pPr algn="l">
              <a:defRPr sz="1575" b="0">
                <a:solidFill>
                  <a:srgbClr val="070D3A"/>
                </a:solidFill>
                <a:latin typeface="Nimbus Sans Narrow"/>
                <a:ea typeface="Nimbus Sans Narrow"/>
                <a:cs typeface="Nimbus Sans Narrow"/>
              </a:defRPr>
            </a:lvl1pPr>
            <a:lvl2pPr algn="l">
              <a:defRPr sz="1575" b="0">
                <a:solidFill>
                  <a:srgbClr val="070D3A"/>
                </a:solidFill>
                <a:latin typeface="Nimbus Sans Narrow"/>
                <a:ea typeface="Nimbus Sans Narrow"/>
                <a:cs typeface="Nimbus Sans Narrow"/>
              </a:defRPr>
            </a:lvl2pPr>
            <a:lvl3pPr algn="l">
              <a:defRPr sz="1575" b="0">
                <a:solidFill>
                  <a:srgbClr val="070D3A"/>
                </a:solidFill>
                <a:latin typeface="Nimbus Sans Narrow"/>
                <a:ea typeface="Nimbus Sans Narrow"/>
                <a:cs typeface="Nimbus Sans Narrow"/>
              </a:defRPr>
            </a:lvl3pPr>
            <a:lvl4pPr algn="l">
              <a:defRPr sz="1575" b="0">
                <a:solidFill>
                  <a:srgbClr val="070D3A"/>
                </a:solidFill>
                <a:latin typeface="Nimbus Sans Narrow"/>
                <a:ea typeface="Nimbus Sans Narrow"/>
                <a:cs typeface="Nimbus Sans Narrow"/>
              </a:defRPr>
            </a:lvl4pPr>
            <a:lvl5pPr algn="l">
              <a:defRPr sz="1575" b="0">
                <a:solidFill>
                  <a:srgbClr val="070D3A"/>
                </a:solidFill>
                <a:latin typeface="Nimbus Sans Narrow"/>
                <a:ea typeface="Nimbus Sans Narrow"/>
                <a:cs typeface="Nimbus Sans Narrow"/>
              </a:defRPr>
            </a:lvl5pPr>
            <a:lvl6pPr algn="l">
              <a:defRPr sz="1575" b="0">
                <a:solidFill>
                  <a:srgbClr val="070D3A"/>
                </a:solidFill>
                <a:latin typeface="Nimbus Sans Narrow"/>
                <a:ea typeface="Nimbus Sans Narrow"/>
                <a:cs typeface="Nimbus Sans Narrow"/>
              </a:defRPr>
            </a:lvl6pPr>
            <a:lvl7pPr algn="l">
              <a:defRPr sz="1575" b="0">
                <a:solidFill>
                  <a:srgbClr val="070D3A"/>
                </a:solidFill>
                <a:latin typeface="Nimbus Sans Narrow"/>
                <a:ea typeface="Nimbus Sans Narrow"/>
                <a:cs typeface="Nimbus Sans Narrow"/>
              </a:defRPr>
            </a:lvl7pPr>
            <a:lvl8pPr algn="l">
              <a:defRPr sz="1575" b="0">
                <a:solidFill>
                  <a:srgbClr val="070D3A"/>
                </a:solidFill>
                <a:latin typeface="Nimbus Sans Narrow"/>
                <a:ea typeface="Nimbus Sans Narrow"/>
                <a:cs typeface="Nimbus Sans Narrow"/>
              </a:defRPr>
            </a:lvl8pPr>
            <a:lvl9pPr algn="l">
              <a:defRPr sz="1575" b="0">
                <a:solidFill>
                  <a:srgbClr val="070D3A"/>
                </a:solidFill>
                <a:latin typeface="Nimbus Sans Narrow"/>
                <a:ea typeface="Nimbus Sans Narrow"/>
                <a:cs typeface="Nimbus Sans Narrow"/>
              </a:defRPr>
            </a:lvl9pPr>
          </a:lstStyle>
          <a:p>
            <a:pPr algn="l">
              <a:defRPr sz="1575" b="0">
                <a:solidFill>
                  <a:srgbClr val="070D3A"/>
                </a:solidFill>
                <a:latin typeface="Nimbus Sans Narrow"/>
                <a:ea typeface="Nimbus Sans Narrow"/>
                <a:cs typeface="Nimbus Sans Narrow"/>
              </a:defRPr>
            </a:pPr>
            <a:r>
              <a:rPr sz="1575" b="0">
                <a:solidFill>
                  <a:srgbClr val="070D3A"/>
                </a:solidFill>
                <a:latin typeface="Nimbus Sans Narrow"/>
                <a:ea typeface="Nimbus Sans Narrow"/>
                <a:cs typeface="Nimbus Sans Narrow"/>
              </a:rPr>
              <a:t>Where does transmission change?</a:t>
            </a:r>
          </a:p>
        </p:txBody>
      </p:sp>
      <p:sp>
        <p:nvSpPr>
          <p:cNvPr id="26" name="summary-decision-5">
            <a:extLst>
              <a:ext uri="{FF2B5EF4-FFF2-40B4-BE49-F238E27FC236}">
                <a16:creationId xmlns:a16="http://schemas.microsoft.com/office/drawing/2014/main" id="{6854CC19-6499-48EC-BF83-3BE074B6AAD6}"/>
              </a:ext>
            </a:extLst>
          </p:cNvPr>
          <p:cNvSpPr>
            <a:spLocks noGrp="1"/>
          </p:cNvSpPr>
          <p:nvPr/>
        </p:nvSpPr>
        <p:spPr>
          <a:xfrm>
            <a:off x="7143750" y="4657725"/>
            <a:ext cx="4095750" cy="457200"/>
          </a:xfrm>
          <a:prstGeom prst="rect">
            <a:avLst/>
          </a:prstGeom>
          <a:noFill/>
          <a:ln w="0">
            <a:noFill/>
            <a:prstDash val="solid"/>
          </a:ln>
        </p:spPr>
        <p:txBody>
          <a:bodyPr lIns="0" tIns="0" rIns="0" bIns="0" anchor="ctr"/>
          <a:lstStyle>
            <a:defPPr algn="l">
              <a:defRPr sz="1575" b="1">
                <a:solidFill>
                  <a:srgbClr val="070D3A"/>
                </a:solidFill>
                <a:latin typeface="Nimbus Sans Narrow"/>
                <a:ea typeface="Nimbus Sans Narrow"/>
                <a:cs typeface="Nimbus Sans Narrow"/>
              </a:defRPr>
            </a:defPPr>
            <a:lvl1pPr algn="l">
              <a:defRPr sz="1575" b="1">
                <a:solidFill>
                  <a:srgbClr val="070D3A"/>
                </a:solidFill>
                <a:latin typeface="Nimbus Sans Narrow"/>
                <a:ea typeface="Nimbus Sans Narrow"/>
                <a:cs typeface="Nimbus Sans Narrow"/>
              </a:defRPr>
            </a:lvl1pPr>
            <a:lvl2pPr algn="l">
              <a:defRPr sz="1575" b="1">
                <a:solidFill>
                  <a:srgbClr val="070D3A"/>
                </a:solidFill>
                <a:latin typeface="Nimbus Sans Narrow"/>
                <a:ea typeface="Nimbus Sans Narrow"/>
                <a:cs typeface="Nimbus Sans Narrow"/>
              </a:defRPr>
            </a:lvl2pPr>
            <a:lvl3pPr algn="l">
              <a:defRPr sz="1575" b="1">
                <a:solidFill>
                  <a:srgbClr val="070D3A"/>
                </a:solidFill>
                <a:latin typeface="Nimbus Sans Narrow"/>
                <a:ea typeface="Nimbus Sans Narrow"/>
                <a:cs typeface="Nimbus Sans Narrow"/>
              </a:defRPr>
            </a:lvl3pPr>
            <a:lvl4pPr algn="l">
              <a:defRPr sz="1575" b="1">
                <a:solidFill>
                  <a:srgbClr val="070D3A"/>
                </a:solidFill>
                <a:latin typeface="Nimbus Sans Narrow"/>
                <a:ea typeface="Nimbus Sans Narrow"/>
                <a:cs typeface="Nimbus Sans Narrow"/>
              </a:defRPr>
            </a:lvl4pPr>
            <a:lvl5pPr algn="l">
              <a:defRPr sz="1575" b="1">
                <a:solidFill>
                  <a:srgbClr val="070D3A"/>
                </a:solidFill>
                <a:latin typeface="Nimbus Sans Narrow"/>
                <a:ea typeface="Nimbus Sans Narrow"/>
                <a:cs typeface="Nimbus Sans Narrow"/>
              </a:defRPr>
            </a:lvl5pPr>
            <a:lvl6pPr algn="l">
              <a:defRPr sz="1575" b="1">
                <a:solidFill>
                  <a:srgbClr val="070D3A"/>
                </a:solidFill>
                <a:latin typeface="Nimbus Sans Narrow"/>
                <a:ea typeface="Nimbus Sans Narrow"/>
                <a:cs typeface="Nimbus Sans Narrow"/>
              </a:defRPr>
            </a:lvl6pPr>
            <a:lvl7pPr algn="l">
              <a:defRPr sz="1575" b="1">
                <a:solidFill>
                  <a:srgbClr val="070D3A"/>
                </a:solidFill>
                <a:latin typeface="Nimbus Sans Narrow"/>
                <a:ea typeface="Nimbus Sans Narrow"/>
                <a:cs typeface="Nimbus Sans Narrow"/>
              </a:defRPr>
            </a:lvl7pPr>
            <a:lvl8pPr algn="l">
              <a:defRPr sz="1575" b="1">
                <a:solidFill>
                  <a:srgbClr val="070D3A"/>
                </a:solidFill>
                <a:latin typeface="Nimbus Sans Narrow"/>
                <a:ea typeface="Nimbus Sans Narrow"/>
                <a:cs typeface="Nimbus Sans Narrow"/>
              </a:defRPr>
            </a:lvl8pPr>
            <a:lvl9pPr algn="l">
              <a:defRPr sz="1575" b="1">
                <a:solidFill>
                  <a:srgbClr val="070D3A"/>
                </a:solidFill>
                <a:latin typeface="Nimbus Sans Narrow"/>
                <a:ea typeface="Nimbus Sans Narrow"/>
                <a:cs typeface="Nimbus Sans Narrow"/>
              </a:defRPr>
            </a:lvl9pPr>
          </a:lstStyle>
          <a:p>
            <a:pPr algn="l">
              <a:defRPr sz="1575" b="1">
                <a:solidFill>
                  <a:srgbClr val="070D3A"/>
                </a:solidFill>
                <a:latin typeface="Nimbus Sans Narrow"/>
                <a:ea typeface="Nimbus Sans Narrow"/>
                <a:cs typeface="Nimbus Sans Narrow"/>
              </a:defRPr>
            </a:pPr>
            <a:r>
              <a:rPr sz="1575" b="1">
                <a:solidFill>
                  <a:srgbClr val="070D3A"/>
                </a:solidFill>
                <a:latin typeface="Nimbus Sans Narrow"/>
                <a:ea typeface="Nimbus Sans Narrow"/>
                <a:cs typeface="Nimbus Sans Narrow"/>
              </a:rPr>
              <a:t>Target action and evaluate outcomes</a:t>
            </a:r>
          </a:p>
        </p:txBody>
      </p:sp>
      <p:sp>
        <p:nvSpPr>
          <p:cNvPr id="27" name="summary-row-6">
            <a:extLst>
              <a:ext uri="{FF2B5EF4-FFF2-40B4-BE49-F238E27FC236}">
                <a16:creationId xmlns:a16="http://schemas.microsoft.com/office/drawing/2014/main" id="{DA12A6BA-783A-4156-ADE4-05B797624B07}"/>
              </a:ext>
            </a:extLst>
          </p:cNvPr>
          <p:cNvSpPr>
            <a:spLocks noGrp="1"/>
          </p:cNvSpPr>
          <p:nvPr/>
        </p:nvSpPr>
        <p:spPr>
          <a:xfrm>
            <a:off x="571500" y="5257800"/>
            <a:ext cx="11049000" cy="552450"/>
          </a:xfrm>
          <a:prstGeom prst="roundRect">
            <a:avLst>
              <a:gd name="adj" fmla="val 10345"/>
            </a:avLst>
          </a:prstGeom>
          <a:solidFill>
            <a:srgbClr val="F7FAFC"/>
          </a:solidFill>
          <a:ln w="0">
            <a:solidFill>
              <a:srgbClr val="F7FAFC"/>
            </a:solidFill>
            <a:prstDash val="solid"/>
          </a:ln>
        </p:spPr>
        <p:txBody>
          <a:bodyPr/>
          <a:lstStyle/>
          <a:p>
            <a:endParaRPr lang="en-US"/>
          </a:p>
        </p:txBody>
      </p:sp>
      <p:sp>
        <p:nvSpPr>
          <p:cNvPr id="28" name="summary-state-6">
            <a:extLst>
              <a:ext uri="{FF2B5EF4-FFF2-40B4-BE49-F238E27FC236}">
                <a16:creationId xmlns:a16="http://schemas.microsoft.com/office/drawing/2014/main" id="{BC2D249D-BB46-4B80-B2DD-CBDF084719B8}"/>
              </a:ext>
            </a:extLst>
          </p:cNvPr>
          <p:cNvSpPr>
            <a:spLocks noGrp="1"/>
          </p:cNvSpPr>
          <p:nvPr/>
        </p:nvSpPr>
        <p:spPr>
          <a:xfrm>
            <a:off x="723900" y="5295900"/>
            <a:ext cx="2095500" cy="457200"/>
          </a:xfrm>
          <a:prstGeom prst="rect">
            <a:avLst/>
          </a:prstGeom>
          <a:noFill/>
          <a:ln w="0">
            <a:noFill/>
            <a:prstDash val="solid"/>
          </a:ln>
        </p:spPr>
        <p:txBody>
          <a:bodyPr lIns="0" tIns="0" rIns="0" bIns="0" anchor="ctr"/>
          <a:lstStyle>
            <a:defPPr algn="l">
              <a:defRPr sz="1575" b="1">
                <a:solidFill>
                  <a:srgbClr val="070D3A"/>
                </a:solidFill>
                <a:latin typeface="Nimbus Sans Narrow"/>
                <a:ea typeface="Nimbus Sans Narrow"/>
                <a:cs typeface="Nimbus Sans Narrow"/>
              </a:defRPr>
            </a:defPPr>
            <a:lvl1pPr algn="l">
              <a:defRPr sz="1575" b="1">
                <a:solidFill>
                  <a:srgbClr val="070D3A"/>
                </a:solidFill>
                <a:latin typeface="Nimbus Sans Narrow"/>
                <a:ea typeface="Nimbus Sans Narrow"/>
                <a:cs typeface="Nimbus Sans Narrow"/>
              </a:defRPr>
            </a:lvl1pPr>
            <a:lvl2pPr algn="l">
              <a:defRPr sz="1575" b="1">
                <a:solidFill>
                  <a:srgbClr val="070D3A"/>
                </a:solidFill>
                <a:latin typeface="Nimbus Sans Narrow"/>
                <a:ea typeface="Nimbus Sans Narrow"/>
                <a:cs typeface="Nimbus Sans Narrow"/>
              </a:defRPr>
            </a:lvl2pPr>
            <a:lvl3pPr algn="l">
              <a:defRPr sz="1575" b="1">
                <a:solidFill>
                  <a:srgbClr val="070D3A"/>
                </a:solidFill>
                <a:latin typeface="Nimbus Sans Narrow"/>
                <a:ea typeface="Nimbus Sans Narrow"/>
                <a:cs typeface="Nimbus Sans Narrow"/>
              </a:defRPr>
            </a:lvl3pPr>
            <a:lvl4pPr algn="l">
              <a:defRPr sz="1575" b="1">
                <a:solidFill>
                  <a:srgbClr val="070D3A"/>
                </a:solidFill>
                <a:latin typeface="Nimbus Sans Narrow"/>
                <a:ea typeface="Nimbus Sans Narrow"/>
                <a:cs typeface="Nimbus Sans Narrow"/>
              </a:defRPr>
            </a:lvl4pPr>
            <a:lvl5pPr algn="l">
              <a:defRPr sz="1575" b="1">
                <a:solidFill>
                  <a:srgbClr val="070D3A"/>
                </a:solidFill>
                <a:latin typeface="Nimbus Sans Narrow"/>
                <a:ea typeface="Nimbus Sans Narrow"/>
                <a:cs typeface="Nimbus Sans Narrow"/>
              </a:defRPr>
            </a:lvl5pPr>
            <a:lvl6pPr algn="l">
              <a:defRPr sz="1575" b="1">
                <a:solidFill>
                  <a:srgbClr val="070D3A"/>
                </a:solidFill>
                <a:latin typeface="Nimbus Sans Narrow"/>
                <a:ea typeface="Nimbus Sans Narrow"/>
                <a:cs typeface="Nimbus Sans Narrow"/>
              </a:defRPr>
            </a:lvl6pPr>
            <a:lvl7pPr algn="l">
              <a:defRPr sz="1575" b="1">
                <a:solidFill>
                  <a:srgbClr val="070D3A"/>
                </a:solidFill>
                <a:latin typeface="Nimbus Sans Narrow"/>
                <a:ea typeface="Nimbus Sans Narrow"/>
                <a:cs typeface="Nimbus Sans Narrow"/>
              </a:defRPr>
            </a:lvl7pPr>
            <a:lvl8pPr algn="l">
              <a:defRPr sz="1575" b="1">
                <a:solidFill>
                  <a:srgbClr val="070D3A"/>
                </a:solidFill>
                <a:latin typeface="Nimbus Sans Narrow"/>
                <a:ea typeface="Nimbus Sans Narrow"/>
                <a:cs typeface="Nimbus Sans Narrow"/>
              </a:defRPr>
            </a:lvl8pPr>
            <a:lvl9pPr algn="l">
              <a:defRPr sz="1575" b="1">
                <a:solidFill>
                  <a:srgbClr val="070D3A"/>
                </a:solidFill>
                <a:latin typeface="Nimbus Sans Narrow"/>
                <a:ea typeface="Nimbus Sans Narrow"/>
                <a:cs typeface="Nimbus Sans Narrow"/>
              </a:defRPr>
            </a:lvl9pPr>
          </a:lstStyle>
          <a:p>
            <a:pPr algn="l">
              <a:defRPr sz="1575" b="1">
                <a:solidFill>
                  <a:srgbClr val="070D3A"/>
                </a:solidFill>
                <a:latin typeface="Nimbus Sans Narrow"/>
                <a:ea typeface="Nimbus Sans Narrow"/>
                <a:cs typeface="Nimbus Sans Narrow"/>
              </a:defRPr>
            </a:pPr>
            <a:r>
              <a:rPr sz="1575" b="1">
                <a:solidFill>
                  <a:srgbClr val="070D3A"/>
                </a:solidFill>
                <a:latin typeface="Nimbus Sans Narrow"/>
                <a:ea typeface="Nimbus Sans Narrow"/>
                <a:cs typeface="Nimbus Sans Narrow"/>
              </a:rPr>
              <a:t>Adaptation and learning</a:t>
            </a:r>
          </a:p>
        </p:txBody>
      </p:sp>
      <p:sp>
        <p:nvSpPr>
          <p:cNvPr id="29" name="summary-question-6">
            <a:extLst>
              <a:ext uri="{FF2B5EF4-FFF2-40B4-BE49-F238E27FC236}">
                <a16:creationId xmlns:a16="http://schemas.microsoft.com/office/drawing/2014/main" id="{4236AF6B-7D71-445D-9E95-129F3445639D}"/>
              </a:ext>
            </a:extLst>
          </p:cNvPr>
          <p:cNvSpPr>
            <a:spLocks noGrp="1"/>
          </p:cNvSpPr>
          <p:nvPr/>
        </p:nvSpPr>
        <p:spPr>
          <a:xfrm>
            <a:off x="3143250" y="5295900"/>
            <a:ext cx="3333750" cy="457200"/>
          </a:xfrm>
          <a:prstGeom prst="rect">
            <a:avLst/>
          </a:prstGeom>
          <a:noFill/>
          <a:ln w="0">
            <a:noFill/>
            <a:prstDash val="solid"/>
          </a:ln>
        </p:spPr>
        <p:txBody>
          <a:bodyPr lIns="0" tIns="0" rIns="0" bIns="0" anchor="ctr"/>
          <a:lstStyle>
            <a:defPPr algn="l">
              <a:defRPr sz="1575" b="0">
                <a:solidFill>
                  <a:srgbClr val="070D3A"/>
                </a:solidFill>
                <a:latin typeface="Nimbus Sans Narrow"/>
                <a:ea typeface="Nimbus Sans Narrow"/>
                <a:cs typeface="Nimbus Sans Narrow"/>
              </a:defRPr>
            </a:defPPr>
            <a:lvl1pPr algn="l">
              <a:defRPr sz="1575" b="0">
                <a:solidFill>
                  <a:srgbClr val="070D3A"/>
                </a:solidFill>
                <a:latin typeface="Nimbus Sans Narrow"/>
                <a:ea typeface="Nimbus Sans Narrow"/>
                <a:cs typeface="Nimbus Sans Narrow"/>
              </a:defRPr>
            </a:lvl1pPr>
            <a:lvl2pPr algn="l">
              <a:defRPr sz="1575" b="0">
                <a:solidFill>
                  <a:srgbClr val="070D3A"/>
                </a:solidFill>
                <a:latin typeface="Nimbus Sans Narrow"/>
                <a:ea typeface="Nimbus Sans Narrow"/>
                <a:cs typeface="Nimbus Sans Narrow"/>
              </a:defRPr>
            </a:lvl2pPr>
            <a:lvl3pPr algn="l">
              <a:defRPr sz="1575" b="0">
                <a:solidFill>
                  <a:srgbClr val="070D3A"/>
                </a:solidFill>
                <a:latin typeface="Nimbus Sans Narrow"/>
                <a:ea typeface="Nimbus Sans Narrow"/>
                <a:cs typeface="Nimbus Sans Narrow"/>
              </a:defRPr>
            </a:lvl3pPr>
            <a:lvl4pPr algn="l">
              <a:defRPr sz="1575" b="0">
                <a:solidFill>
                  <a:srgbClr val="070D3A"/>
                </a:solidFill>
                <a:latin typeface="Nimbus Sans Narrow"/>
                <a:ea typeface="Nimbus Sans Narrow"/>
                <a:cs typeface="Nimbus Sans Narrow"/>
              </a:defRPr>
            </a:lvl4pPr>
            <a:lvl5pPr algn="l">
              <a:defRPr sz="1575" b="0">
                <a:solidFill>
                  <a:srgbClr val="070D3A"/>
                </a:solidFill>
                <a:latin typeface="Nimbus Sans Narrow"/>
                <a:ea typeface="Nimbus Sans Narrow"/>
                <a:cs typeface="Nimbus Sans Narrow"/>
              </a:defRPr>
            </a:lvl5pPr>
            <a:lvl6pPr algn="l">
              <a:defRPr sz="1575" b="0">
                <a:solidFill>
                  <a:srgbClr val="070D3A"/>
                </a:solidFill>
                <a:latin typeface="Nimbus Sans Narrow"/>
                <a:ea typeface="Nimbus Sans Narrow"/>
                <a:cs typeface="Nimbus Sans Narrow"/>
              </a:defRPr>
            </a:lvl6pPr>
            <a:lvl7pPr algn="l">
              <a:defRPr sz="1575" b="0">
                <a:solidFill>
                  <a:srgbClr val="070D3A"/>
                </a:solidFill>
                <a:latin typeface="Nimbus Sans Narrow"/>
                <a:ea typeface="Nimbus Sans Narrow"/>
                <a:cs typeface="Nimbus Sans Narrow"/>
              </a:defRPr>
            </a:lvl7pPr>
            <a:lvl8pPr algn="l">
              <a:defRPr sz="1575" b="0">
                <a:solidFill>
                  <a:srgbClr val="070D3A"/>
                </a:solidFill>
                <a:latin typeface="Nimbus Sans Narrow"/>
                <a:ea typeface="Nimbus Sans Narrow"/>
                <a:cs typeface="Nimbus Sans Narrow"/>
              </a:defRPr>
            </a:lvl8pPr>
            <a:lvl9pPr algn="l">
              <a:defRPr sz="1575" b="0">
                <a:solidFill>
                  <a:srgbClr val="070D3A"/>
                </a:solidFill>
                <a:latin typeface="Nimbus Sans Narrow"/>
                <a:ea typeface="Nimbus Sans Narrow"/>
                <a:cs typeface="Nimbus Sans Narrow"/>
              </a:defRPr>
            </a:lvl9pPr>
          </a:lstStyle>
          <a:p>
            <a:pPr algn="l">
              <a:defRPr sz="1575" b="0">
                <a:solidFill>
                  <a:srgbClr val="070D3A"/>
                </a:solidFill>
                <a:latin typeface="Nimbus Sans Narrow"/>
                <a:ea typeface="Nimbus Sans Narrow"/>
                <a:cs typeface="Nimbus Sans Narrow"/>
              </a:defRPr>
            </a:pPr>
            <a:r>
              <a:rPr sz="1575" b="0">
                <a:solidFill>
                  <a:srgbClr val="070D3A"/>
                </a:solidFill>
                <a:latin typeface="Nimbus Sans Narrow"/>
                <a:ea typeface="Nimbus Sans Narrow"/>
                <a:cs typeface="Nimbus Sans Narrow"/>
              </a:rPr>
              <a:t>Has risk changed? What was missed?</a:t>
            </a:r>
          </a:p>
        </p:txBody>
      </p:sp>
      <p:sp>
        <p:nvSpPr>
          <p:cNvPr id="30" name="summary-decision-6">
            <a:extLst>
              <a:ext uri="{FF2B5EF4-FFF2-40B4-BE49-F238E27FC236}">
                <a16:creationId xmlns:a16="http://schemas.microsoft.com/office/drawing/2014/main" id="{67E07853-558E-4B3D-90A3-12FE94E66180}"/>
              </a:ext>
            </a:extLst>
          </p:cNvPr>
          <p:cNvSpPr>
            <a:spLocks noGrp="1"/>
          </p:cNvSpPr>
          <p:nvPr/>
        </p:nvSpPr>
        <p:spPr>
          <a:xfrm>
            <a:off x="7143750" y="5295900"/>
            <a:ext cx="4095750" cy="457200"/>
          </a:xfrm>
          <a:prstGeom prst="rect">
            <a:avLst/>
          </a:prstGeom>
          <a:noFill/>
          <a:ln w="0">
            <a:noFill/>
            <a:prstDash val="solid"/>
          </a:ln>
        </p:spPr>
        <p:txBody>
          <a:bodyPr lIns="0" tIns="0" rIns="0" bIns="0" anchor="ctr"/>
          <a:lstStyle>
            <a:defPPr algn="l">
              <a:defRPr sz="1575" b="1">
                <a:solidFill>
                  <a:srgbClr val="070D3A"/>
                </a:solidFill>
                <a:latin typeface="Nimbus Sans Narrow"/>
                <a:ea typeface="Nimbus Sans Narrow"/>
                <a:cs typeface="Nimbus Sans Narrow"/>
              </a:defRPr>
            </a:defPPr>
            <a:lvl1pPr algn="l">
              <a:defRPr sz="1575" b="1">
                <a:solidFill>
                  <a:srgbClr val="070D3A"/>
                </a:solidFill>
                <a:latin typeface="Nimbus Sans Narrow"/>
                <a:ea typeface="Nimbus Sans Narrow"/>
                <a:cs typeface="Nimbus Sans Narrow"/>
              </a:defRPr>
            </a:lvl1pPr>
            <a:lvl2pPr algn="l">
              <a:defRPr sz="1575" b="1">
                <a:solidFill>
                  <a:srgbClr val="070D3A"/>
                </a:solidFill>
                <a:latin typeface="Nimbus Sans Narrow"/>
                <a:ea typeface="Nimbus Sans Narrow"/>
                <a:cs typeface="Nimbus Sans Narrow"/>
              </a:defRPr>
            </a:lvl2pPr>
            <a:lvl3pPr algn="l">
              <a:defRPr sz="1575" b="1">
                <a:solidFill>
                  <a:srgbClr val="070D3A"/>
                </a:solidFill>
                <a:latin typeface="Nimbus Sans Narrow"/>
                <a:ea typeface="Nimbus Sans Narrow"/>
                <a:cs typeface="Nimbus Sans Narrow"/>
              </a:defRPr>
            </a:lvl3pPr>
            <a:lvl4pPr algn="l">
              <a:defRPr sz="1575" b="1">
                <a:solidFill>
                  <a:srgbClr val="070D3A"/>
                </a:solidFill>
                <a:latin typeface="Nimbus Sans Narrow"/>
                <a:ea typeface="Nimbus Sans Narrow"/>
                <a:cs typeface="Nimbus Sans Narrow"/>
              </a:defRPr>
            </a:lvl4pPr>
            <a:lvl5pPr algn="l">
              <a:defRPr sz="1575" b="1">
                <a:solidFill>
                  <a:srgbClr val="070D3A"/>
                </a:solidFill>
                <a:latin typeface="Nimbus Sans Narrow"/>
                <a:ea typeface="Nimbus Sans Narrow"/>
                <a:cs typeface="Nimbus Sans Narrow"/>
              </a:defRPr>
            </a:lvl5pPr>
            <a:lvl6pPr algn="l">
              <a:defRPr sz="1575" b="1">
                <a:solidFill>
                  <a:srgbClr val="070D3A"/>
                </a:solidFill>
                <a:latin typeface="Nimbus Sans Narrow"/>
                <a:ea typeface="Nimbus Sans Narrow"/>
                <a:cs typeface="Nimbus Sans Narrow"/>
              </a:defRPr>
            </a:lvl6pPr>
            <a:lvl7pPr algn="l">
              <a:defRPr sz="1575" b="1">
                <a:solidFill>
                  <a:srgbClr val="070D3A"/>
                </a:solidFill>
                <a:latin typeface="Nimbus Sans Narrow"/>
                <a:ea typeface="Nimbus Sans Narrow"/>
                <a:cs typeface="Nimbus Sans Narrow"/>
              </a:defRPr>
            </a:lvl7pPr>
            <a:lvl8pPr algn="l">
              <a:defRPr sz="1575" b="1">
                <a:solidFill>
                  <a:srgbClr val="070D3A"/>
                </a:solidFill>
                <a:latin typeface="Nimbus Sans Narrow"/>
                <a:ea typeface="Nimbus Sans Narrow"/>
                <a:cs typeface="Nimbus Sans Narrow"/>
              </a:defRPr>
            </a:lvl8pPr>
            <a:lvl9pPr algn="l">
              <a:defRPr sz="1575" b="1">
                <a:solidFill>
                  <a:srgbClr val="070D3A"/>
                </a:solidFill>
                <a:latin typeface="Nimbus Sans Narrow"/>
                <a:ea typeface="Nimbus Sans Narrow"/>
                <a:cs typeface="Nimbus Sans Narrow"/>
              </a:defRPr>
            </a:lvl9pPr>
          </a:lstStyle>
          <a:p>
            <a:pPr algn="l">
              <a:defRPr sz="1575" b="1">
                <a:solidFill>
                  <a:srgbClr val="070D3A"/>
                </a:solidFill>
                <a:latin typeface="Nimbus Sans Narrow"/>
                <a:ea typeface="Nimbus Sans Narrow"/>
                <a:cs typeface="Nimbus Sans Narrow"/>
              </a:defRPr>
            </a:pPr>
            <a:r>
              <a:rPr sz="1575" b="1">
                <a:solidFill>
                  <a:srgbClr val="070D3A"/>
                </a:solidFill>
                <a:latin typeface="Nimbus Sans Narrow"/>
                <a:ea typeface="Nimbus Sans Narrow"/>
                <a:cs typeface="Nimbus Sans Narrow"/>
              </a:rPr>
              <a:t>Revise control and preparedness</a:t>
            </a:r>
          </a:p>
        </p:txBody>
      </p:sp>
      <p:sp>
        <p:nvSpPr>
          <p:cNvPr id="31" name="summary-bottom">
            <a:extLst>
              <a:ext uri="{FF2B5EF4-FFF2-40B4-BE49-F238E27FC236}">
                <a16:creationId xmlns:a16="http://schemas.microsoft.com/office/drawing/2014/main" id="{F28E6C26-B8B0-4C70-ADA9-8278D021B11A}"/>
              </a:ext>
            </a:extLst>
          </p:cNvPr>
          <p:cNvSpPr>
            <a:spLocks noGrp="1"/>
          </p:cNvSpPr>
          <p:nvPr/>
        </p:nvSpPr>
        <p:spPr>
          <a:xfrm>
            <a:off x="1200150" y="6000750"/>
            <a:ext cx="9791700" cy="514350"/>
          </a:xfrm>
          <a:prstGeom prst="roundRect">
            <a:avLst>
              <a:gd name="adj" fmla="val 25926"/>
            </a:avLst>
          </a:prstGeom>
          <a:solidFill>
            <a:srgbClr val="EAF5FF"/>
          </a:solidFill>
          <a:ln w="14288">
            <a:solidFill>
              <a:srgbClr val="0B69E8"/>
            </a:solidFill>
            <a:prstDash val="solid"/>
          </a:ln>
        </p:spPr>
        <p:txBody>
          <a:bodyPr/>
          <a:lstStyle/>
          <a:p>
            <a:endParaRPr lang="en-US"/>
          </a:p>
        </p:txBody>
      </p:sp>
      <p:sp>
        <p:nvSpPr>
          <p:cNvPr id="32" name="summary-bottom-text">
            <a:extLst>
              <a:ext uri="{FF2B5EF4-FFF2-40B4-BE49-F238E27FC236}">
                <a16:creationId xmlns:a16="http://schemas.microsoft.com/office/drawing/2014/main" id="{8E3FECB4-187A-4B2A-833C-45EE80FA7F55}"/>
              </a:ext>
            </a:extLst>
          </p:cNvPr>
          <p:cNvSpPr>
            <a:spLocks noGrp="1"/>
          </p:cNvSpPr>
          <p:nvPr/>
        </p:nvSpPr>
        <p:spPr>
          <a:xfrm>
            <a:off x="1524000" y="6067425"/>
            <a:ext cx="9144000" cy="381000"/>
          </a:xfrm>
          <a:prstGeom prst="rect">
            <a:avLst/>
          </a:prstGeom>
          <a:noFill/>
          <a:ln w="0">
            <a:noFill/>
            <a:prstDash val="solid"/>
          </a:ln>
        </p:spPr>
        <p:txBody>
          <a:bodyPr lIns="0" tIns="0" rIns="0" bIns="0" anchor="ctr"/>
          <a:lstStyle>
            <a:defPPr algn="ctr">
              <a:defRPr sz="1875" b="1">
                <a:solidFill>
                  <a:srgbClr val="070D3A"/>
                </a:solidFill>
                <a:latin typeface="Nimbus Sans Narrow"/>
                <a:ea typeface="Nimbus Sans Narrow"/>
                <a:cs typeface="Nimbus Sans Narrow"/>
              </a:defRPr>
            </a:defPPr>
            <a:lvl1pPr algn="ctr">
              <a:defRPr sz="1875" b="1">
                <a:solidFill>
                  <a:srgbClr val="070D3A"/>
                </a:solidFill>
                <a:latin typeface="Nimbus Sans Narrow"/>
                <a:ea typeface="Nimbus Sans Narrow"/>
                <a:cs typeface="Nimbus Sans Narrow"/>
              </a:defRPr>
            </a:lvl1pPr>
            <a:lvl2pPr algn="ctr">
              <a:defRPr sz="1875" b="1">
                <a:solidFill>
                  <a:srgbClr val="070D3A"/>
                </a:solidFill>
                <a:latin typeface="Nimbus Sans Narrow"/>
                <a:ea typeface="Nimbus Sans Narrow"/>
                <a:cs typeface="Nimbus Sans Narrow"/>
              </a:defRPr>
            </a:lvl2pPr>
            <a:lvl3pPr algn="ctr">
              <a:defRPr sz="1875" b="1">
                <a:solidFill>
                  <a:srgbClr val="070D3A"/>
                </a:solidFill>
                <a:latin typeface="Nimbus Sans Narrow"/>
                <a:ea typeface="Nimbus Sans Narrow"/>
                <a:cs typeface="Nimbus Sans Narrow"/>
              </a:defRPr>
            </a:lvl3pPr>
            <a:lvl4pPr algn="ctr">
              <a:defRPr sz="1875" b="1">
                <a:solidFill>
                  <a:srgbClr val="070D3A"/>
                </a:solidFill>
                <a:latin typeface="Nimbus Sans Narrow"/>
                <a:ea typeface="Nimbus Sans Narrow"/>
                <a:cs typeface="Nimbus Sans Narrow"/>
              </a:defRPr>
            </a:lvl4pPr>
            <a:lvl5pPr algn="ctr">
              <a:defRPr sz="1875" b="1">
                <a:solidFill>
                  <a:srgbClr val="070D3A"/>
                </a:solidFill>
                <a:latin typeface="Nimbus Sans Narrow"/>
                <a:ea typeface="Nimbus Sans Narrow"/>
                <a:cs typeface="Nimbus Sans Narrow"/>
              </a:defRPr>
            </a:lvl5pPr>
            <a:lvl6pPr algn="ctr">
              <a:defRPr sz="1875" b="1">
                <a:solidFill>
                  <a:srgbClr val="070D3A"/>
                </a:solidFill>
                <a:latin typeface="Nimbus Sans Narrow"/>
                <a:ea typeface="Nimbus Sans Narrow"/>
                <a:cs typeface="Nimbus Sans Narrow"/>
              </a:defRPr>
            </a:lvl6pPr>
            <a:lvl7pPr algn="ctr">
              <a:defRPr sz="1875" b="1">
                <a:solidFill>
                  <a:srgbClr val="070D3A"/>
                </a:solidFill>
                <a:latin typeface="Nimbus Sans Narrow"/>
                <a:ea typeface="Nimbus Sans Narrow"/>
                <a:cs typeface="Nimbus Sans Narrow"/>
              </a:defRPr>
            </a:lvl7pPr>
            <a:lvl8pPr algn="ctr">
              <a:defRPr sz="1875" b="1">
                <a:solidFill>
                  <a:srgbClr val="070D3A"/>
                </a:solidFill>
                <a:latin typeface="Nimbus Sans Narrow"/>
                <a:ea typeface="Nimbus Sans Narrow"/>
                <a:cs typeface="Nimbus Sans Narrow"/>
              </a:defRPr>
            </a:lvl8pPr>
            <a:lvl9pPr algn="ctr">
              <a:defRPr sz="1875" b="1">
                <a:solidFill>
                  <a:srgbClr val="070D3A"/>
                </a:solidFill>
                <a:latin typeface="Nimbus Sans Narrow"/>
                <a:ea typeface="Nimbus Sans Narrow"/>
                <a:cs typeface="Nimbus Sans Narrow"/>
              </a:defRPr>
            </a:lvl9pPr>
          </a:lstStyle>
          <a:p>
            <a:pPr algn="ctr">
              <a:defRPr sz="1875" b="1">
                <a:solidFill>
                  <a:srgbClr val="070D3A"/>
                </a:solidFill>
                <a:latin typeface="Nimbus Sans Narrow"/>
                <a:ea typeface="Nimbus Sans Narrow"/>
                <a:cs typeface="Nimbus Sans Narrow"/>
              </a:defRPr>
            </a:pPr>
            <a:r>
              <a:rPr sz="1875" b="1">
                <a:solidFill>
                  <a:srgbClr val="070D3A"/>
                </a:solidFill>
                <a:latin typeface="Nimbus Sans Narrow"/>
                <a:ea typeface="Nimbus Sans Narrow"/>
                <a:cs typeface="Nimbus Sans Narrow"/>
              </a:rPr>
              <a:t>The value of genomic data depends on the epidemic process, surveillance system, and decision.</a:t>
            </a:r>
          </a:p>
        </p:txBody>
      </p:sp>
    </p:spTree>
    <p:extLst>
      <p:ext uri="{BB962C8B-B14F-4D97-AF65-F5344CB8AC3E}">
        <p14:creationId xmlns:p14="http://schemas.microsoft.com/office/powerpoint/2010/main" val="18138223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643</TotalTime>
  <Words>2300</Words>
  <Application>Microsoft Macintosh PowerPoint</Application>
  <DocSecurity>0</DocSecurity>
  <PresentationFormat>Widescreen</PresentationFormat>
  <Paragraphs>322</Paragraphs>
  <Slides>51</Slides>
  <Notes>46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51</vt:i4>
      </vt:variant>
    </vt:vector>
  </HeadingPairs>
  <TitlesOfParts>
    <vt:vector size="62" baseType="lpstr">
      <vt:lpstr>宋体</vt:lpstr>
      <vt:lpstr>-webkit-standard</vt:lpstr>
      <vt:lpstr>Aptos</vt:lpstr>
      <vt:lpstr>Arial</vt:lpstr>
      <vt:lpstr>Calibri</vt:lpstr>
      <vt:lpstr>Cambria Math</vt:lpstr>
      <vt:lpstr>Garamond</vt:lpstr>
      <vt:lpstr>Helvetica</vt:lpstr>
      <vt:lpstr>Nimbus Sans Narrow</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Spillover and transmission variation on a tree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Justin Bahl</cp:lastModifiedBy>
  <cp:revision>2</cp:revision>
  <dcterms:created xsi:type="dcterms:W3CDTF">2026-10-22T12:36:10Z</dcterms:created>
  <dcterms:modified xsi:type="dcterms:W3CDTF">2026-10-23T13:15:03Z</dcterms:modified>
</cp:coreProperties>
</file>